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485" r:id="rId2"/>
    <p:sldId id="511" r:id="rId3"/>
    <p:sldId id="512" r:id="rId4"/>
    <p:sldId id="487" r:id="rId5"/>
    <p:sldId id="486" r:id="rId6"/>
    <p:sldId id="514" r:id="rId7"/>
    <p:sldId id="515" r:id="rId8"/>
    <p:sldId id="516" r:id="rId9"/>
    <p:sldId id="489" r:id="rId10"/>
    <p:sldId id="517" r:id="rId11"/>
    <p:sldId id="518" r:id="rId12"/>
    <p:sldId id="519" r:id="rId13"/>
    <p:sldId id="490" r:id="rId14"/>
    <p:sldId id="520" r:id="rId15"/>
    <p:sldId id="521" r:id="rId16"/>
    <p:sldId id="522" r:id="rId17"/>
    <p:sldId id="510" r:id="rId18"/>
    <p:sldId id="523" r:id="rId19"/>
    <p:sldId id="524" r:id="rId20"/>
    <p:sldId id="525" r:id="rId21"/>
    <p:sldId id="526" r:id="rId22"/>
    <p:sldId id="527" r:id="rId23"/>
    <p:sldId id="528" r:id="rId24"/>
    <p:sldId id="488" r:id="rId25"/>
    <p:sldId id="529" r:id="rId26"/>
    <p:sldId id="530" r:id="rId27"/>
    <p:sldId id="531" r:id="rId28"/>
    <p:sldId id="492" r:id="rId29"/>
    <p:sldId id="532" r:id="rId30"/>
    <p:sldId id="533" r:id="rId31"/>
    <p:sldId id="493" r:id="rId32"/>
    <p:sldId id="534" r:id="rId33"/>
    <p:sldId id="535" r:id="rId34"/>
    <p:sldId id="536" r:id="rId35"/>
    <p:sldId id="494" r:id="rId36"/>
    <p:sldId id="537" r:id="rId37"/>
    <p:sldId id="495" r:id="rId38"/>
    <p:sldId id="538" r:id="rId39"/>
    <p:sldId id="496" r:id="rId40"/>
    <p:sldId id="541" r:id="rId41"/>
    <p:sldId id="539" r:id="rId42"/>
    <p:sldId id="540" r:id="rId43"/>
    <p:sldId id="497" r:id="rId44"/>
    <p:sldId id="498" r:id="rId45"/>
    <p:sldId id="542" r:id="rId46"/>
    <p:sldId id="499" r:id="rId47"/>
    <p:sldId id="500" r:id="rId48"/>
    <p:sldId id="543" r:id="rId49"/>
    <p:sldId id="501" r:id="rId50"/>
    <p:sldId id="544" r:id="rId51"/>
    <p:sldId id="545" r:id="rId52"/>
    <p:sldId id="502" r:id="rId53"/>
    <p:sldId id="546" r:id="rId54"/>
    <p:sldId id="547" r:id="rId55"/>
    <p:sldId id="548" r:id="rId56"/>
    <p:sldId id="503" r:id="rId57"/>
    <p:sldId id="504" r:id="rId58"/>
    <p:sldId id="549" r:id="rId59"/>
    <p:sldId id="505" r:id="rId60"/>
    <p:sldId id="550" r:id="rId61"/>
    <p:sldId id="566" r:id="rId62"/>
    <p:sldId id="565" r:id="rId63"/>
    <p:sldId id="559" r:id="rId64"/>
    <p:sldId id="558" r:id="rId65"/>
    <p:sldId id="560" r:id="rId66"/>
    <p:sldId id="561" r:id="rId67"/>
    <p:sldId id="563" r:id="rId68"/>
    <p:sldId id="562" r:id="rId69"/>
    <p:sldId id="564" r:id="rId70"/>
    <p:sldId id="551" r:id="rId71"/>
    <p:sldId id="553" r:id="rId72"/>
    <p:sldId id="554" r:id="rId73"/>
    <p:sldId id="555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4DCF7-2417-44FE-8B06-0E8FE63B17DC}" v="135" dt="2025-09-12T17:15:09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18" autoAdjust="0"/>
    <p:restoredTop sz="94674"/>
  </p:normalViewPr>
  <p:slideViewPr>
    <p:cSldViewPr snapToGrid="0">
      <p:cViewPr varScale="1">
        <p:scale>
          <a:sx n="67" d="100"/>
          <a:sy n="67" d="100"/>
        </p:scale>
        <p:origin x="39" y="6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ima chhetri" userId="a9853eacb93182f5" providerId="LiveId" clId="{EFAFE6C2-B219-4043-B08F-758C11401938}"/>
    <pc:docChg chg="undo redo custSel addSld delSld modSld sldOrd">
      <pc:chgData name="garima chhetri" userId="a9853eacb93182f5" providerId="LiveId" clId="{EFAFE6C2-B219-4043-B08F-758C11401938}" dt="2025-09-13T03:29:13.741" v="846"/>
      <pc:docMkLst>
        <pc:docMk/>
      </pc:docMkLst>
      <pc:sldChg chg="addSp delSp modSp mod">
        <pc:chgData name="garima chhetri" userId="a9853eacb93182f5" providerId="LiveId" clId="{EFAFE6C2-B219-4043-B08F-758C11401938}" dt="2025-09-08T16:12:46.736" v="32"/>
        <pc:sldMkLst>
          <pc:docMk/>
          <pc:sldMk cId="0" sldId="486"/>
        </pc:sldMkLst>
        <pc:grpChg chg="mod">
          <ac:chgData name="garima chhetri" userId="a9853eacb93182f5" providerId="LiveId" clId="{EFAFE6C2-B219-4043-B08F-758C11401938}" dt="2025-09-08T16:11:33.552" v="14"/>
          <ac:grpSpMkLst>
            <pc:docMk/>
            <pc:sldMk cId="0" sldId="486"/>
            <ac:grpSpMk id="17" creationId="{BF73A212-88C0-8591-5805-F6313B1B5010}"/>
          </ac:grpSpMkLst>
        </pc:grpChg>
        <pc:grpChg chg="mod">
          <ac:chgData name="garima chhetri" userId="a9853eacb93182f5" providerId="LiveId" clId="{EFAFE6C2-B219-4043-B08F-758C11401938}" dt="2025-09-08T16:11:33.552" v="14"/>
          <ac:grpSpMkLst>
            <pc:docMk/>
            <pc:sldMk cId="0" sldId="486"/>
            <ac:grpSpMk id="18" creationId="{1AFF8CBD-3621-7C12-1CDC-4644D9A07201}"/>
          </ac:grpSpMkLst>
        </pc:grpChg>
        <pc:grpChg chg="mod">
          <ac:chgData name="garima chhetri" userId="a9853eacb93182f5" providerId="LiveId" clId="{EFAFE6C2-B219-4043-B08F-758C11401938}" dt="2025-09-08T16:11:35.421" v="17"/>
          <ac:grpSpMkLst>
            <pc:docMk/>
            <pc:sldMk cId="0" sldId="486"/>
            <ac:grpSpMk id="21" creationId="{A4D47C5B-EC9F-FFB9-9BD6-6914F76FAA38}"/>
          </ac:grpSpMkLst>
        </pc:grpChg>
        <pc:grpChg chg="mod">
          <ac:chgData name="garima chhetri" userId="a9853eacb93182f5" providerId="LiveId" clId="{EFAFE6C2-B219-4043-B08F-758C11401938}" dt="2025-09-08T16:12:39.913" v="29"/>
          <ac:grpSpMkLst>
            <pc:docMk/>
            <pc:sldMk cId="0" sldId="486"/>
            <ac:grpSpMk id="33" creationId="{BE228B43-B9E0-F68A-6F05-736BF2725BD3}"/>
          </ac:grpSpMkLst>
        </pc:grpChg>
        <pc:grpChg chg="mod">
          <ac:chgData name="garima chhetri" userId="a9853eacb93182f5" providerId="LiveId" clId="{EFAFE6C2-B219-4043-B08F-758C11401938}" dt="2025-09-08T16:12:46.736" v="32"/>
          <ac:grpSpMkLst>
            <pc:docMk/>
            <pc:sldMk cId="0" sldId="486"/>
            <ac:grpSpMk id="36" creationId="{F096A579-93C8-77DF-6DF7-66C53A9D2919}"/>
          </ac:grpSpMkLst>
        </pc:grp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2" creationId="{C42516B1-4F97-ABC8-760A-FA5DC6E48F39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3" creationId="{153D014A-CA6D-FE6C-0D67-1A6AD3A5D671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4" creationId="{CB506602-23D9-6503-A4DD-90E67A64BA91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5" creationId="{2F82354C-14BE-7E80-44F1-B5B427F4AE95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7" creationId="{2F95D0F8-353C-CF35-EF50-DD982C8FD406}"/>
          </ac:inkMkLst>
        </pc:inkChg>
        <pc:inkChg chg="add mod">
          <ac:chgData name="garima chhetri" userId="a9853eacb93182f5" providerId="LiveId" clId="{EFAFE6C2-B219-4043-B08F-758C11401938}" dt="2025-09-08T16:11:26.960" v="6"/>
          <ac:inkMkLst>
            <pc:docMk/>
            <pc:sldMk cId="0" sldId="486"/>
            <ac:inkMk id="8" creationId="{D1BC8A6F-5867-7CE7-C009-849CF02F5C11}"/>
          </ac:inkMkLst>
        </pc:inkChg>
        <pc:inkChg chg="add">
          <ac:chgData name="garima chhetri" userId="a9853eacb93182f5" providerId="LiveId" clId="{EFAFE6C2-B219-4043-B08F-758C11401938}" dt="2025-09-08T16:11:27.975" v="7" actId="9405"/>
          <ac:inkMkLst>
            <pc:docMk/>
            <pc:sldMk cId="0" sldId="486"/>
            <ac:inkMk id="10" creationId="{4A437712-A26E-A5D1-768C-4C29CE7AFA83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11" creationId="{1DB1D339-A0CC-D275-80DC-579998F17C02}"/>
          </ac:inkMkLst>
        </pc:inkChg>
        <pc:inkChg chg="add">
          <ac:chgData name="garima chhetri" userId="a9853eacb93182f5" providerId="LiveId" clId="{EFAFE6C2-B219-4043-B08F-758C11401938}" dt="2025-09-08T16:11:30.056" v="9" actId="9405"/>
          <ac:inkMkLst>
            <pc:docMk/>
            <pc:sldMk cId="0" sldId="486"/>
            <ac:inkMk id="12" creationId="{9CC081E2-FCFB-6451-6E87-93830F73B36C}"/>
          </ac:inkMkLst>
        </pc:inkChg>
        <pc:inkChg chg="add">
          <ac:chgData name="garima chhetri" userId="a9853eacb93182f5" providerId="LiveId" clId="{EFAFE6C2-B219-4043-B08F-758C11401938}" dt="2025-09-08T16:11:30.835" v="10" actId="9405"/>
          <ac:inkMkLst>
            <pc:docMk/>
            <pc:sldMk cId="0" sldId="486"/>
            <ac:inkMk id="13" creationId="{75FE4C99-17CA-B428-2B82-F031AA13DDFB}"/>
          </ac:inkMkLst>
        </pc:inkChg>
        <pc:inkChg chg="add mod">
          <ac:chgData name="garima chhetri" userId="a9853eacb93182f5" providerId="LiveId" clId="{EFAFE6C2-B219-4043-B08F-758C11401938}" dt="2025-09-08T16:11:33.552" v="14"/>
          <ac:inkMkLst>
            <pc:docMk/>
            <pc:sldMk cId="0" sldId="486"/>
            <ac:inkMk id="14" creationId="{B1B47ACC-5C98-920F-D6A7-B3F5E7F3040A}"/>
          </ac:inkMkLst>
        </pc:inkChg>
        <pc:inkChg chg="add">
          <ac:chgData name="garima chhetri" userId="a9853eacb93182f5" providerId="LiveId" clId="{EFAFE6C2-B219-4043-B08F-758C11401938}" dt="2025-09-08T16:11:31.795" v="12" actId="9405"/>
          <ac:inkMkLst>
            <pc:docMk/>
            <pc:sldMk cId="0" sldId="486"/>
            <ac:inkMk id="15" creationId="{B0E06C2F-A960-093A-A853-F59CA36AD55D}"/>
          </ac:inkMkLst>
        </pc:inkChg>
        <pc:inkChg chg="add">
          <ac:chgData name="garima chhetri" userId="a9853eacb93182f5" providerId="LiveId" clId="{EFAFE6C2-B219-4043-B08F-758C11401938}" dt="2025-09-08T16:11:32.629" v="13" actId="9405"/>
          <ac:inkMkLst>
            <pc:docMk/>
            <pc:sldMk cId="0" sldId="486"/>
            <ac:inkMk id="16" creationId="{770F231E-A23C-79BC-93C7-F952BB56AD6D}"/>
          </ac:inkMkLst>
        </pc:inkChg>
        <pc:inkChg chg="add mod">
          <ac:chgData name="garima chhetri" userId="a9853eacb93182f5" providerId="LiveId" clId="{EFAFE6C2-B219-4043-B08F-758C11401938}" dt="2025-09-08T16:11:35.421" v="17"/>
          <ac:inkMkLst>
            <pc:docMk/>
            <pc:sldMk cId="0" sldId="486"/>
            <ac:inkMk id="19" creationId="{67CF8793-3829-D851-94A6-86A4FF31CF29}"/>
          </ac:inkMkLst>
        </pc:inkChg>
        <pc:inkChg chg="add mod">
          <ac:chgData name="garima chhetri" userId="a9853eacb93182f5" providerId="LiveId" clId="{EFAFE6C2-B219-4043-B08F-758C11401938}" dt="2025-09-08T16:11:35.421" v="17"/>
          <ac:inkMkLst>
            <pc:docMk/>
            <pc:sldMk cId="0" sldId="486"/>
            <ac:inkMk id="20" creationId="{DBE3E7CB-CDF5-7F7A-3D3D-FC75CBF50C30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22" creationId="{87BB8B1C-A85E-C097-95E4-E3635E340247}"/>
          </ac:inkMkLst>
        </pc:inkChg>
        <pc:inkChg chg="add mod">
          <ac:chgData name="garima chhetri" userId="a9853eacb93182f5" providerId="LiveId" clId="{EFAFE6C2-B219-4043-B08F-758C11401938}" dt="2025-09-08T16:12:32.215" v="20"/>
          <ac:inkMkLst>
            <pc:docMk/>
            <pc:sldMk cId="0" sldId="486"/>
            <ac:inkMk id="23" creationId="{B70E815D-C6D9-18D6-3716-A0C87319CEF8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25" creationId="{4B2A0B41-858B-A823-A7F4-673400A95FBA}"/>
          </ac:inkMkLst>
        </pc:inkChg>
        <pc:inkChg chg="add">
          <ac:chgData name="garima chhetri" userId="a9853eacb93182f5" providerId="LiveId" clId="{EFAFE6C2-B219-4043-B08F-758C11401938}" dt="2025-09-08T16:12:35.373" v="22" actId="9405"/>
          <ac:inkMkLst>
            <pc:docMk/>
            <pc:sldMk cId="0" sldId="486"/>
            <ac:inkMk id="26" creationId="{86C01A3C-20E4-0307-D6EB-D29267976459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27" creationId="{FAFA8C15-AB5B-6100-1961-3E5D68BFEDA6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28" creationId="{54CC0196-269B-F8A4-5546-785DF241A011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29" creationId="{AB7CAA4D-8D61-1D3E-EC16-501DEA363353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30" creationId="{6C3C5E24-B9AB-9E96-DB55-759D92D6F3BD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31" creationId="{A2187B27-2BA4-F670-A12D-579545C5F2D2}"/>
          </ac:inkMkLst>
        </pc:inkChg>
        <pc:inkChg chg="add mod">
          <ac:chgData name="garima chhetri" userId="a9853eacb93182f5" providerId="LiveId" clId="{EFAFE6C2-B219-4043-B08F-758C11401938}" dt="2025-09-08T16:12:39.913" v="29"/>
          <ac:inkMkLst>
            <pc:docMk/>
            <pc:sldMk cId="0" sldId="486"/>
            <ac:inkMk id="32" creationId="{E5D3A78A-9AE8-0B09-0560-32C4245F35B4}"/>
          </ac:inkMkLst>
        </pc:inkChg>
        <pc:inkChg chg="add mod">
          <ac:chgData name="garima chhetri" userId="a9853eacb93182f5" providerId="LiveId" clId="{EFAFE6C2-B219-4043-B08F-758C11401938}" dt="2025-09-08T16:12:46.736" v="32"/>
          <ac:inkMkLst>
            <pc:docMk/>
            <pc:sldMk cId="0" sldId="486"/>
            <ac:inkMk id="34" creationId="{DC85D3EB-D88B-0F68-4EB3-495127B20A23}"/>
          </ac:inkMkLst>
        </pc:inkChg>
        <pc:inkChg chg="add mod">
          <ac:chgData name="garima chhetri" userId="a9853eacb93182f5" providerId="LiveId" clId="{EFAFE6C2-B219-4043-B08F-758C11401938}" dt="2025-09-08T16:12:46.736" v="32"/>
          <ac:inkMkLst>
            <pc:docMk/>
            <pc:sldMk cId="0" sldId="486"/>
            <ac:inkMk id="35" creationId="{B8A25295-9DD3-7BD7-EDA8-41651FF6DB64}"/>
          </ac:inkMkLst>
        </pc:inkChg>
      </pc:sldChg>
      <pc:sldChg chg="addSp">
        <pc:chgData name="garima chhetri" userId="a9853eacb93182f5" providerId="LiveId" clId="{EFAFE6C2-B219-4043-B08F-758C11401938}" dt="2025-09-08T16:17:19.708" v="33"/>
        <pc:sldMkLst>
          <pc:docMk/>
          <pc:sldMk cId="0" sldId="487"/>
        </pc:sldMkLst>
      </pc:sldChg>
      <pc:sldChg chg="addSp delSp modSp mod">
        <pc:chgData name="garima chhetri" userId="a9853eacb93182f5" providerId="LiveId" clId="{EFAFE6C2-B219-4043-B08F-758C11401938}" dt="2025-09-08T17:05:14.117" v="168"/>
        <pc:sldMkLst>
          <pc:docMk/>
          <pc:sldMk cId="0" sldId="488"/>
        </pc:sldMkLst>
        <pc:grpChg chg="mod">
          <ac:chgData name="garima chhetri" userId="a9853eacb93182f5" providerId="LiveId" clId="{EFAFE6C2-B219-4043-B08F-758C11401938}" dt="2025-09-08T17:04:43.365" v="147"/>
          <ac:grpSpMkLst>
            <pc:docMk/>
            <pc:sldMk cId="0" sldId="488"/>
            <ac:grpSpMk id="11" creationId="{4293C6F1-B0F2-68AA-38EB-D79EC99A8908}"/>
          </ac:grpSpMkLst>
        </pc:grpChg>
        <pc:grpChg chg="mod">
          <ac:chgData name="garima chhetri" userId="a9853eacb93182f5" providerId="LiveId" clId="{EFAFE6C2-B219-4043-B08F-758C11401938}" dt="2025-09-08T17:04:47.213" v="150"/>
          <ac:grpSpMkLst>
            <pc:docMk/>
            <pc:sldMk cId="0" sldId="488"/>
            <ac:grpSpMk id="14" creationId="{01A52E1F-E3A8-A347-F35E-FED217E558F0}"/>
          </ac:grpSpMkLst>
        </pc:grpChg>
        <pc:grpChg chg="mod">
          <ac:chgData name="garima chhetri" userId="a9853eacb93182f5" providerId="LiveId" clId="{EFAFE6C2-B219-4043-B08F-758C11401938}" dt="2025-09-08T17:04:55.186" v="153"/>
          <ac:grpSpMkLst>
            <pc:docMk/>
            <pc:sldMk cId="0" sldId="488"/>
            <ac:grpSpMk id="17" creationId="{4186B7E7-FD08-143B-E480-5FD5BE3431DC}"/>
          </ac:grpSpMkLst>
        </pc:grpChg>
        <pc:grpChg chg="mod">
          <ac:chgData name="garima chhetri" userId="a9853eacb93182f5" providerId="LiveId" clId="{EFAFE6C2-B219-4043-B08F-758C11401938}" dt="2025-09-08T17:05:14.117" v="168"/>
          <ac:grpSpMkLst>
            <pc:docMk/>
            <pc:sldMk cId="0" sldId="488"/>
            <ac:grpSpMk id="27" creationId="{493807DE-41D5-6984-51E1-3F5B2E4CFD8D}"/>
          </ac:grpSpMkLst>
        </pc:grpChg>
        <pc:inkChg chg="add mod">
          <ac:chgData name="garima chhetri" userId="a9853eacb93182f5" providerId="LiveId" clId="{EFAFE6C2-B219-4043-B08F-758C11401938}" dt="2025-09-08T17:04:43.365" v="147"/>
          <ac:inkMkLst>
            <pc:docMk/>
            <pc:sldMk cId="0" sldId="488"/>
            <ac:inkMk id="9" creationId="{DF011E6E-9374-2811-7B19-AF6FE96DFC41}"/>
          </ac:inkMkLst>
        </pc:inkChg>
        <pc:inkChg chg="add mod">
          <ac:chgData name="garima chhetri" userId="a9853eacb93182f5" providerId="LiveId" clId="{EFAFE6C2-B219-4043-B08F-758C11401938}" dt="2025-09-08T17:04:43.365" v="147"/>
          <ac:inkMkLst>
            <pc:docMk/>
            <pc:sldMk cId="0" sldId="488"/>
            <ac:inkMk id="10" creationId="{5D722A0E-A5AF-3915-9047-F850A73FDCE8}"/>
          </ac:inkMkLst>
        </pc:inkChg>
        <pc:inkChg chg="add mod">
          <ac:chgData name="garima chhetri" userId="a9853eacb93182f5" providerId="LiveId" clId="{EFAFE6C2-B219-4043-B08F-758C11401938}" dt="2025-09-08T17:04:47.213" v="150"/>
          <ac:inkMkLst>
            <pc:docMk/>
            <pc:sldMk cId="0" sldId="488"/>
            <ac:inkMk id="12" creationId="{0475E786-51D2-98A7-7296-82E2A63DA67E}"/>
          </ac:inkMkLst>
        </pc:inkChg>
        <pc:inkChg chg="add mod">
          <ac:chgData name="garima chhetri" userId="a9853eacb93182f5" providerId="LiveId" clId="{EFAFE6C2-B219-4043-B08F-758C11401938}" dt="2025-09-08T17:04:47.213" v="150"/>
          <ac:inkMkLst>
            <pc:docMk/>
            <pc:sldMk cId="0" sldId="488"/>
            <ac:inkMk id="13" creationId="{46987CBB-2CC2-11E5-8DB0-D6DB0745A8B5}"/>
          </ac:inkMkLst>
        </pc:inkChg>
        <pc:inkChg chg="add mod">
          <ac:chgData name="garima chhetri" userId="a9853eacb93182f5" providerId="LiveId" clId="{EFAFE6C2-B219-4043-B08F-758C11401938}" dt="2025-09-08T17:04:55.186" v="153"/>
          <ac:inkMkLst>
            <pc:docMk/>
            <pc:sldMk cId="0" sldId="488"/>
            <ac:inkMk id="15" creationId="{E41F68E9-9FEF-8466-100D-BC9DA4F91CE4}"/>
          </ac:inkMkLst>
        </pc:inkChg>
        <pc:inkChg chg="add mod">
          <ac:chgData name="garima chhetri" userId="a9853eacb93182f5" providerId="LiveId" clId="{EFAFE6C2-B219-4043-B08F-758C11401938}" dt="2025-09-08T17:04:55.186" v="153"/>
          <ac:inkMkLst>
            <pc:docMk/>
            <pc:sldMk cId="0" sldId="488"/>
            <ac:inkMk id="16" creationId="{7EB95B90-2269-DD2E-603B-225803974934}"/>
          </ac:inkMkLst>
        </pc:inkChg>
        <pc:inkChg chg="add mod">
          <ac:chgData name="garima chhetri" userId="a9853eacb93182f5" providerId="LiveId" clId="{EFAFE6C2-B219-4043-B08F-758C11401938}" dt="2025-09-08T17:05:14.117" v="168"/>
          <ac:inkMkLst>
            <pc:docMk/>
            <pc:sldMk cId="0" sldId="488"/>
            <ac:inkMk id="23" creationId="{D0682212-73DA-27E7-5848-7BC472F4D617}"/>
          </ac:inkMkLst>
        </pc:inkChg>
        <pc:inkChg chg="add mod">
          <ac:chgData name="garima chhetri" userId="a9853eacb93182f5" providerId="LiveId" clId="{EFAFE6C2-B219-4043-B08F-758C11401938}" dt="2025-09-08T17:05:14.117" v="168"/>
          <ac:inkMkLst>
            <pc:docMk/>
            <pc:sldMk cId="0" sldId="488"/>
            <ac:inkMk id="24" creationId="{0D528EE3-339F-21FF-D575-55048FB57F78}"/>
          </ac:inkMkLst>
        </pc:inkChg>
        <pc:inkChg chg="add mod">
          <ac:chgData name="garima chhetri" userId="a9853eacb93182f5" providerId="LiveId" clId="{EFAFE6C2-B219-4043-B08F-758C11401938}" dt="2025-09-08T17:05:14.117" v="168"/>
          <ac:inkMkLst>
            <pc:docMk/>
            <pc:sldMk cId="0" sldId="488"/>
            <ac:inkMk id="25" creationId="{37A60FE2-ADC9-533D-1FC9-D6FDFF088E32}"/>
          </ac:inkMkLst>
        </pc:inkChg>
        <pc:inkChg chg="add mod">
          <ac:chgData name="garima chhetri" userId="a9853eacb93182f5" providerId="LiveId" clId="{EFAFE6C2-B219-4043-B08F-758C11401938}" dt="2025-09-08T17:05:14.117" v="168"/>
          <ac:inkMkLst>
            <pc:docMk/>
            <pc:sldMk cId="0" sldId="488"/>
            <ac:inkMk id="26" creationId="{17F2F665-5BCE-E496-376A-18C2D1C1DCEC}"/>
          </ac:inkMkLst>
        </pc:inkChg>
      </pc:sldChg>
      <pc:sldChg chg="addSp delSp modSp mod">
        <pc:chgData name="garima chhetri" userId="a9853eacb93182f5" providerId="LiveId" clId="{EFAFE6C2-B219-4043-B08F-758C11401938}" dt="2025-09-08T16:53:48.882" v="67"/>
        <pc:sldMkLst>
          <pc:docMk/>
          <pc:sldMk cId="0" sldId="489"/>
        </pc:sldMkLst>
        <pc:grpChg chg="mod">
          <ac:chgData name="garima chhetri" userId="a9853eacb93182f5" providerId="LiveId" clId="{EFAFE6C2-B219-4043-B08F-758C11401938}" dt="2025-09-08T16:53:46.083" v="64"/>
          <ac:grpSpMkLst>
            <pc:docMk/>
            <pc:sldMk cId="0" sldId="489"/>
            <ac:grpSpMk id="25" creationId="{32B818CC-AC1D-1F51-6CD5-A0F4C290C4C4}"/>
          </ac:grpSpMkLst>
        </pc:grpChg>
        <pc:grpChg chg="mod">
          <ac:chgData name="garima chhetri" userId="a9853eacb93182f5" providerId="LiveId" clId="{EFAFE6C2-B219-4043-B08F-758C11401938}" dt="2025-09-08T16:53:48.882" v="67"/>
          <ac:grpSpMkLst>
            <pc:docMk/>
            <pc:sldMk cId="0" sldId="489"/>
            <ac:grpSpMk id="28" creationId="{6C8A1172-D284-FC77-C0DE-5FE1968210D3}"/>
          </ac:grpSpMkLst>
        </pc:grpChg>
        <pc:inkChg chg="add mod">
          <ac:chgData name="garima chhetri" userId="a9853eacb93182f5" providerId="LiveId" clId="{EFAFE6C2-B219-4043-B08F-758C11401938}" dt="2025-09-08T16:53:41.456" v="61"/>
          <ac:inkMkLst>
            <pc:docMk/>
            <pc:sldMk cId="0" sldId="489"/>
            <ac:inkMk id="16" creationId="{4604EA7E-EE84-6ACE-AEA0-EC7C1243BD86}"/>
          </ac:inkMkLst>
        </pc:inkChg>
        <pc:inkChg chg="add mod">
          <ac:chgData name="garima chhetri" userId="a9853eacb93182f5" providerId="LiveId" clId="{EFAFE6C2-B219-4043-B08F-758C11401938}" dt="2025-09-08T16:53:41.456" v="61"/>
          <ac:inkMkLst>
            <pc:docMk/>
            <pc:sldMk cId="0" sldId="489"/>
            <ac:inkMk id="17" creationId="{158185BC-8198-3CA7-A000-1BAEA3A72F71}"/>
          </ac:inkMkLst>
        </pc:inkChg>
        <pc:inkChg chg="add mod">
          <ac:chgData name="garima chhetri" userId="a9853eacb93182f5" providerId="LiveId" clId="{EFAFE6C2-B219-4043-B08F-758C11401938}" dt="2025-09-08T16:53:46.083" v="64"/>
          <ac:inkMkLst>
            <pc:docMk/>
            <pc:sldMk cId="0" sldId="489"/>
            <ac:inkMk id="23" creationId="{C2E9C4C1-6690-98D5-49B6-D82D61AB8F63}"/>
          </ac:inkMkLst>
        </pc:inkChg>
        <pc:inkChg chg="add mod">
          <ac:chgData name="garima chhetri" userId="a9853eacb93182f5" providerId="LiveId" clId="{EFAFE6C2-B219-4043-B08F-758C11401938}" dt="2025-09-08T16:53:46.083" v="64"/>
          <ac:inkMkLst>
            <pc:docMk/>
            <pc:sldMk cId="0" sldId="489"/>
            <ac:inkMk id="24" creationId="{3FD6D084-A005-96F4-15D1-E4B26E342404}"/>
          </ac:inkMkLst>
        </pc:inkChg>
        <pc:inkChg chg="add mod">
          <ac:chgData name="garima chhetri" userId="a9853eacb93182f5" providerId="LiveId" clId="{EFAFE6C2-B219-4043-B08F-758C11401938}" dt="2025-09-08T16:53:48.882" v="67"/>
          <ac:inkMkLst>
            <pc:docMk/>
            <pc:sldMk cId="0" sldId="489"/>
            <ac:inkMk id="26" creationId="{855AD4B9-52B7-9C81-A11C-0032732F13FD}"/>
          </ac:inkMkLst>
        </pc:inkChg>
        <pc:inkChg chg="add mod">
          <ac:chgData name="garima chhetri" userId="a9853eacb93182f5" providerId="LiveId" clId="{EFAFE6C2-B219-4043-B08F-758C11401938}" dt="2025-09-08T16:53:48.882" v="67"/>
          <ac:inkMkLst>
            <pc:docMk/>
            <pc:sldMk cId="0" sldId="489"/>
            <ac:inkMk id="27" creationId="{C4D90B92-1CC3-43F6-5C68-D39BEB31413D}"/>
          </ac:inkMkLst>
        </pc:inkChg>
      </pc:sldChg>
      <pc:sldChg chg="addSp modSp mod">
        <pc:chgData name="garima chhetri" userId="a9853eacb93182f5" providerId="LiveId" clId="{EFAFE6C2-B219-4043-B08F-758C11401938}" dt="2025-09-08T16:54:29.184" v="73"/>
        <pc:sldMkLst>
          <pc:docMk/>
          <pc:sldMk cId="0" sldId="490"/>
        </pc:sldMkLst>
      </pc:sldChg>
      <pc:sldChg chg="addSp delSp modSp mod ord">
        <pc:chgData name="garima chhetri" userId="a9853eacb93182f5" providerId="LiveId" clId="{EFAFE6C2-B219-4043-B08F-758C11401938}" dt="2025-09-08T17:03:53.189" v="143"/>
        <pc:sldMkLst>
          <pc:docMk/>
          <pc:sldMk cId="0" sldId="491"/>
        </pc:sldMkLst>
      </pc:sldChg>
      <pc:sldChg chg="modSp mod">
        <pc:chgData name="garima chhetri" userId="a9853eacb93182f5" providerId="LiveId" clId="{EFAFE6C2-B219-4043-B08F-758C11401938}" dt="2025-09-08T17:05:50.409" v="169" actId="14100"/>
        <pc:sldMkLst>
          <pc:docMk/>
          <pc:sldMk cId="0" sldId="492"/>
        </pc:sldMkLst>
        <pc:picChg chg="mod">
          <ac:chgData name="garima chhetri" userId="a9853eacb93182f5" providerId="LiveId" clId="{EFAFE6C2-B219-4043-B08F-758C11401938}" dt="2025-09-08T17:05:50.409" v="169" actId="14100"/>
          <ac:picMkLst>
            <pc:docMk/>
            <pc:sldMk cId="0" sldId="492"/>
            <ac:picMk id="4" creationId="{00000000-0000-0000-0000-000000000000}"/>
          </ac:picMkLst>
        </pc:picChg>
      </pc:sldChg>
      <pc:sldChg chg="addSp delSp modSp mod">
        <pc:chgData name="garima chhetri" userId="a9853eacb93182f5" providerId="LiveId" clId="{EFAFE6C2-B219-4043-B08F-758C11401938}" dt="2025-09-12T13:40:57.061" v="235"/>
        <pc:sldMkLst>
          <pc:docMk/>
          <pc:sldMk cId="0" sldId="497"/>
        </pc:sldMkLst>
        <pc:grpChg chg="del mod">
          <ac:chgData name="garima chhetri" userId="a9853eacb93182f5" providerId="LiveId" clId="{EFAFE6C2-B219-4043-B08F-758C11401938}" dt="2025-09-12T13:40:51.165" v="222"/>
          <ac:grpSpMkLst>
            <pc:docMk/>
            <pc:sldMk cId="0" sldId="497"/>
            <ac:grpSpMk id="12" creationId="{2F24B732-DC91-637B-37D1-B87609985CB4}"/>
          </ac:grpSpMkLst>
        </pc:grpChg>
        <pc:grpChg chg="del mod">
          <ac:chgData name="garima chhetri" userId="a9853eacb93182f5" providerId="LiveId" clId="{EFAFE6C2-B219-4043-B08F-758C11401938}" dt="2025-09-12T13:40:57.061" v="235"/>
          <ac:grpSpMkLst>
            <pc:docMk/>
            <pc:sldMk cId="0" sldId="497"/>
            <ac:grpSpMk id="21" creationId="{9007AD33-0444-37A4-7571-281CF3924739}"/>
          </ac:grpSpMkLst>
        </pc:grpChg>
        <pc:grpChg chg="mod">
          <ac:chgData name="garima chhetri" userId="a9853eacb93182f5" providerId="LiveId" clId="{EFAFE6C2-B219-4043-B08F-758C11401938}" dt="2025-09-12T13:40:57.061" v="235"/>
          <ac:grpSpMkLst>
            <pc:docMk/>
            <pc:sldMk cId="0" sldId="497"/>
            <ac:grpSpMk id="34" creationId="{D097B35D-ECC1-E4A7-4A7C-4651E2251FA6}"/>
          </ac:grpSpMkLst>
        </pc:grp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5" creationId="{64E6168F-3CAC-4905-E274-00B463D9B66F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6" creationId="{F55DB980-A30F-820E-8248-B68BD02FA76E}"/>
          </ac:inkMkLst>
        </pc:inkChg>
        <pc:inkChg chg="add mod">
          <ac:chgData name="garima chhetri" userId="a9853eacb93182f5" providerId="LiveId" clId="{EFAFE6C2-B219-4043-B08F-758C11401938}" dt="2025-09-12T13:40:45.969" v="213"/>
          <ac:inkMkLst>
            <pc:docMk/>
            <pc:sldMk cId="0" sldId="497"/>
            <ac:inkMk id="7" creationId="{EE71FFDC-3550-FED2-D03D-944BAD704ACA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8" creationId="{E38E358C-3353-4284-90DD-AA5D0E603873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9" creationId="{333FCB7C-F0CD-AD3A-486D-F7C7AB1D55EE}"/>
          </ac:inkMkLst>
        </pc:inkChg>
        <pc:inkChg chg="add mod">
          <ac:chgData name="garima chhetri" userId="a9853eacb93182f5" providerId="LiveId" clId="{EFAFE6C2-B219-4043-B08F-758C11401938}" dt="2025-09-12T13:40:45.969" v="213"/>
          <ac:inkMkLst>
            <pc:docMk/>
            <pc:sldMk cId="0" sldId="497"/>
            <ac:inkMk id="10" creationId="{D1D79493-0B32-9643-DE93-C990AD5A92BB}"/>
          </ac:inkMkLst>
        </pc:inkChg>
        <pc:inkChg chg="add mod">
          <ac:chgData name="garima chhetri" userId="a9853eacb93182f5" providerId="LiveId" clId="{EFAFE6C2-B219-4043-B08F-758C11401938}" dt="2025-09-12T13:40:45.969" v="213"/>
          <ac:inkMkLst>
            <pc:docMk/>
            <pc:sldMk cId="0" sldId="497"/>
            <ac:inkMk id="11" creationId="{B202BC4E-7F10-9BB0-3F28-9011797F24E8}"/>
          </ac:inkMkLst>
        </pc:inkChg>
        <pc:inkChg chg="add">
          <ac:chgData name="garima chhetri" userId="a9853eacb93182f5" providerId="LiveId" clId="{EFAFE6C2-B219-4043-B08F-758C11401938}" dt="2025-09-12T13:40:46.702" v="214" actId="9405"/>
          <ac:inkMkLst>
            <pc:docMk/>
            <pc:sldMk cId="0" sldId="497"/>
            <ac:inkMk id="13" creationId="{208CCC8E-7AD6-868D-E332-56CD20F2BE5B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14" creationId="{34C8181F-F120-408F-A6B1-AFB4A3A34153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15" creationId="{3E17EBB4-6539-6AF3-04DF-1A0293020BAA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16" creationId="{012073BA-D617-966B-2D5B-FB7245C01B8C}"/>
          </ac:inkMkLst>
        </pc:inkChg>
        <pc:inkChg chg="add">
          <ac:chgData name="garima chhetri" userId="a9853eacb93182f5" providerId="LiveId" clId="{EFAFE6C2-B219-4043-B08F-758C11401938}" dt="2025-09-12T13:40:47.820" v="218" actId="9405"/>
          <ac:inkMkLst>
            <pc:docMk/>
            <pc:sldMk cId="0" sldId="497"/>
            <ac:inkMk id="17" creationId="{97A7C187-1EEC-5F04-6F82-95457EC0F43B}"/>
          </ac:inkMkLst>
        </pc:inkChg>
        <pc:inkChg chg="add">
          <ac:chgData name="garima chhetri" userId="a9853eacb93182f5" providerId="LiveId" clId="{EFAFE6C2-B219-4043-B08F-758C11401938}" dt="2025-09-12T13:40:48.482" v="219" actId="9405"/>
          <ac:inkMkLst>
            <pc:docMk/>
            <pc:sldMk cId="0" sldId="497"/>
            <ac:inkMk id="18" creationId="{BF4E396E-EDFD-F165-8D7F-710B92D4920B}"/>
          </ac:inkMkLst>
        </pc:inkChg>
        <pc:inkChg chg="add mod">
          <ac:chgData name="garima chhetri" userId="a9853eacb93182f5" providerId="LiveId" clId="{EFAFE6C2-B219-4043-B08F-758C11401938}" dt="2025-09-12T13:40:51.165" v="222"/>
          <ac:inkMkLst>
            <pc:docMk/>
            <pc:sldMk cId="0" sldId="497"/>
            <ac:inkMk id="19" creationId="{F44CFC81-457F-E9E5-5327-D72A92136380}"/>
          </ac:inkMkLst>
        </pc:inkChg>
        <pc:inkChg chg="add">
          <ac:chgData name="garima chhetri" userId="a9853eacb93182f5" providerId="LiveId" clId="{EFAFE6C2-B219-4043-B08F-758C11401938}" dt="2025-09-12T13:40:50.596" v="221" actId="9405"/>
          <ac:inkMkLst>
            <pc:docMk/>
            <pc:sldMk cId="0" sldId="497"/>
            <ac:inkMk id="20" creationId="{9DD73E85-1754-2C5D-5698-A92428472DDB}"/>
          </ac:inkMkLst>
        </pc:inkChg>
        <pc:inkChg chg="add">
          <ac:chgData name="garima chhetri" userId="a9853eacb93182f5" providerId="LiveId" clId="{EFAFE6C2-B219-4043-B08F-758C11401938}" dt="2025-09-12T13:40:51.596" v="223" actId="9405"/>
          <ac:inkMkLst>
            <pc:docMk/>
            <pc:sldMk cId="0" sldId="497"/>
            <ac:inkMk id="22" creationId="{EF5298B1-2078-4CBD-BFD2-CEDEE6FDDAB1}"/>
          </ac:inkMkLst>
        </pc:inkChg>
        <pc:inkChg chg="add">
          <ac:chgData name="garima chhetri" userId="a9853eacb93182f5" providerId="LiveId" clId="{EFAFE6C2-B219-4043-B08F-758C11401938}" dt="2025-09-12T13:40:51.911" v="224" actId="9405"/>
          <ac:inkMkLst>
            <pc:docMk/>
            <pc:sldMk cId="0" sldId="497"/>
            <ac:inkMk id="23" creationId="{CB6237C3-B7D0-ED61-8224-B8C2475F63DE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24" creationId="{3693EB96-49EB-C13A-1553-7A6EF54C17DD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25" creationId="{ABEE2FA0-9568-2E0E-DF0B-FDC60C45894F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26" creationId="{8F26DE19-AF1D-2221-624D-A6FD7869AD21}"/>
          </ac:inkMkLst>
        </pc:inkChg>
        <pc:inkChg chg="add">
          <ac:chgData name="garima chhetri" userId="a9853eacb93182f5" providerId="LiveId" clId="{EFAFE6C2-B219-4043-B08F-758C11401938}" dt="2025-09-12T13:40:54.033" v="228" actId="9405"/>
          <ac:inkMkLst>
            <pc:docMk/>
            <pc:sldMk cId="0" sldId="497"/>
            <ac:inkMk id="27" creationId="{ABDAA49B-1B9F-C740-A0F3-876E7943BB10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28" creationId="{D5F497D2-F552-56D7-2180-F0E7270CAA43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29" creationId="{F3D06532-D4D1-ACE8-80B4-811AF65A2CC4}"/>
          </ac:inkMkLst>
        </pc:inkChg>
        <pc:inkChg chg="add mod">
          <ac:chgData name="garima chhetri" userId="a9853eacb93182f5" providerId="LiveId" clId="{EFAFE6C2-B219-4043-B08F-758C11401938}" dt="2025-09-12T13:40:57.061" v="235"/>
          <ac:inkMkLst>
            <pc:docMk/>
            <pc:sldMk cId="0" sldId="497"/>
            <ac:inkMk id="30" creationId="{B6BB95A5-6E5B-A096-16D7-787DB473B187}"/>
          </ac:inkMkLst>
        </pc:inkChg>
        <pc:inkChg chg="add">
          <ac:chgData name="garima chhetri" userId="a9853eacb93182f5" providerId="LiveId" clId="{EFAFE6C2-B219-4043-B08F-758C11401938}" dt="2025-09-12T13:40:55.649" v="232" actId="9405"/>
          <ac:inkMkLst>
            <pc:docMk/>
            <pc:sldMk cId="0" sldId="497"/>
            <ac:inkMk id="31" creationId="{FE5CC0FE-36AE-6408-39A5-DE8B0A209D0E}"/>
          </ac:inkMkLst>
        </pc:inkChg>
        <pc:inkChg chg="add">
          <ac:chgData name="garima chhetri" userId="a9853eacb93182f5" providerId="LiveId" clId="{EFAFE6C2-B219-4043-B08F-758C11401938}" dt="2025-09-12T13:40:55.824" v="233" actId="9405"/>
          <ac:inkMkLst>
            <pc:docMk/>
            <pc:sldMk cId="0" sldId="497"/>
            <ac:inkMk id="32" creationId="{E7D078E0-E894-641E-0C35-13C2790DA136}"/>
          </ac:inkMkLst>
        </pc:inkChg>
        <pc:inkChg chg="add">
          <ac:chgData name="garima chhetri" userId="a9853eacb93182f5" providerId="LiveId" clId="{EFAFE6C2-B219-4043-B08F-758C11401938}" dt="2025-09-12T13:40:56.522" v="234" actId="9405"/>
          <ac:inkMkLst>
            <pc:docMk/>
            <pc:sldMk cId="0" sldId="497"/>
            <ac:inkMk id="33" creationId="{F68480D3-C6DC-F758-73BE-5DD7B048589B}"/>
          </ac:inkMkLst>
        </pc:inkChg>
      </pc:sldChg>
      <pc:sldChg chg="addSp delSp modSp mod">
        <pc:chgData name="garima chhetri" userId="a9853eacb93182f5" providerId="LiveId" clId="{EFAFE6C2-B219-4043-B08F-758C11401938}" dt="2025-09-12T13:42:02.746" v="262"/>
        <pc:sldMkLst>
          <pc:docMk/>
          <pc:sldMk cId="0" sldId="498"/>
        </pc:sldMkLst>
        <pc:grpChg chg="del mod">
          <ac:chgData name="garima chhetri" userId="a9853eacb93182f5" providerId="LiveId" clId="{EFAFE6C2-B219-4043-B08F-758C11401938}" dt="2025-09-12T13:41:44.062" v="241"/>
          <ac:grpSpMkLst>
            <pc:docMk/>
            <pc:sldMk cId="0" sldId="498"/>
            <ac:grpSpMk id="6" creationId="{9EE0C971-2D5E-5C1F-7CDF-AEDB17B17F55}"/>
          </ac:grpSpMkLst>
        </pc:grpChg>
        <pc:grpChg chg="mod">
          <ac:chgData name="garima chhetri" userId="a9853eacb93182f5" providerId="LiveId" clId="{EFAFE6C2-B219-4043-B08F-758C11401938}" dt="2025-09-12T13:41:44.062" v="241"/>
          <ac:grpSpMkLst>
            <pc:docMk/>
            <pc:sldMk cId="0" sldId="498"/>
            <ac:grpSpMk id="9" creationId="{9BF2E1E7-C539-C0E9-5A59-7508FA3EBD66}"/>
          </ac:grpSpMkLst>
        </pc:grpChg>
        <pc:grpChg chg="mod">
          <ac:chgData name="garima chhetri" userId="a9853eacb93182f5" providerId="LiveId" clId="{EFAFE6C2-B219-4043-B08F-758C11401938}" dt="2025-09-12T13:41:49.765" v="245"/>
          <ac:grpSpMkLst>
            <pc:docMk/>
            <pc:sldMk cId="0" sldId="498"/>
            <ac:grpSpMk id="13" creationId="{FA454692-3385-C9C0-9703-0C1733D0E75E}"/>
          </ac:grpSpMkLst>
        </pc:grpChg>
        <pc:grpChg chg="mod">
          <ac:chgData name="garima chhetri" userId="a9853eacb93182f5" providerId="LiveId" clId="{EFAFE6C2-B219-4043-B08F-758C11401938}" dt="2025-09-12T13:41:52.140" v="248"/>
          <ac:grpSpMkLst>
            <pc:docMk/>
            <pc:sldMk cId="0" sldId="498"/>
            <ac:grpSpMk id="16" creationId="{08E80011-C457-8C36-0020-0C520A9C0926}"/>
          </ac:grpSpMkLst>
        </pc:grpChg>
        <pc:grpChg chg="del mod">
          <ac:chgData name="garima chhetri" userId="a9853eacb93182f5" providerId="LiveId" clId="{EFAFE6C2-B219-4043-B08F-758C11401938}" dt="2025-09-12T13:41:55.767" v="254"/>
          <ac:grpSpMkLst>
            <pc:docMk/>
            <pc:sldMk cId="0" sldId="498"/>
            <ac:grpSpMk id="20" creationId="{67137AF0-33B6-490B-2E99-09C057F0B614}"/>
          </ac:grpSpMkLst>
        </pc:grpChg>
        <pc:grpChg chg="mod">
          <ac:chgData name="garima chhetri" userId="a9853eacb93182f5" providerId="LiveId" clId="{EFAFE6C2-B219-4043-B08F-758C11401938}" dt="2025-09-12T13:41:55.767" v="254"/>
          <ac:grpSpMkLst>
            <pc:docMk/>
            <pc:sldMk cId="0" sldId="498"/>
            <ac:grpSpMk id="22" creationId="{B01D0E83-7C29-6E03-EA4D-EE67E3BB50E7}"/>
          </ac:grpSpMkLst>
        </pc:grpChg>
        <pc:grpChg chg="del mod">
          <ac:chgData name="garima chhetri" userId="a9853eacb93182f5" providerId="LiveId" clId="{EFAFE6C2-B219-4043-B08F-758C11401938}" dt="2025-09-12T13:42:02.746" v="262"/>
          <ac:grpSpMkLst>
            <pc:docMk/>
            <pc:sldMk cId="0" sldId="498"/>
            <ac:grpSpMk id="26" creationId="{897D3AD8-0A0A-F1FF-2858-4B0DF762DCCA}"/>
          </ac:grpSpMkLst>
        </pc:grpChg>
        <pc:grpChg chg="mod">
          <ac:chgData name="garima chhetri" userId="a9853eacb93182f5" providerId="LiveId" clId="{EFAFE6C2-B219-4043-B08F-758C11401938}" dt="2025-09-12T13:42:02.746" v="262"/>
          <ac:grpSpMkLst>
            <pc:docMk/>
            <pc:sldMk cId="0" sldId="498"/>
            <ac:grpSpMk id="30" creationId="{E088D808-03E7-81BA-A3D8-D8C4D25009C8}"/>
          </ac:grpSpMkLst>
        </pc:grpChg>
        <pc:inkChg chg="add mod">
          <ac:chgData name="garima chhetri" userId="a9853eacb93182f5" providerId="LiveId" clId="{EFAFE6C2-B219-4043-B08F-758C11401938}" dt="2025-09-12T13:41:44.062" v="241"/>
          <ac:inkMkLst>
            <pc:docMk/>
            <pc:sldMk cId="0" sldId="498"/>
            <ac:inkMk id="4" creationId="{9BD260AD-147A-7FEE-F215-DC411915EE84}"/>
          </ac:inkMkLst>
        </pc:inkChg>
        <pc:inkChg chg="add mod">
          <ac:chgData name="garima chhetri" userId="a9853eacb93182f5" providerId="LiveId" clId="{EFAFE6C2-B219-4043-B08F-758C11401938}" dt="2025-09-12T13:41:44.062" v="241"/>
          <ac:inkMkLst>
            <pc:docMk/>
            <pc:sldMk cId="0" sldId="498"/>
            <ac:inkMk id="5" creationId="{CFEAA1A9-94AB-6724-9690-F29C3F8A278A}"/>
          </ac:inkMkLst>
        </pc:inkChg>
        <pc:inkChg chg="add mod">
          <ac:chgData name="garima chhetri" userId="a9853eacb93182f5" providerId="LiveId" clId="{EFAFE6C2-B219-4043-B08F-758C11401938}" dt="2025-09-12T13:41:44.062" v="241"/>
          <ac:inkMkLst>
            <pc:docMk/>
            <pc:sldMk cId="0" sldId="498"/>
            <ac:inkMk id="7" creationId="{51E188C2-834D-175A-7C8F-10F9970D9102}"/>
          </ac:inkMkLst>
        </pc:inkChg>
        <pc:inkChg chg="add mod">
          <ac:chgData name="garima chhetri" userId="a9853eacb93182f5" providerId="LiveId" clId="{EFAFE6C2-B219-4043-B08F-758C11401938}" dt="2025-09-12T13:41:44.062" v="241"/>
          <ac:inkMkLst>
            <pc:docMk/>
            <pc:sldMk cId="0" sldId="498"/>
            <ac:inkMk id="8" creationId="{A92CF96C-B3A0-A77F-F704-61423E1542B8}"/>
          </ac:inkMkLst>
        </pc:inkChg>
        <pc:inkChg chg="add mod">
          <ac:chgData name="garima chhetri" userId="a9853eacb93182f5" providerId="LiveId" clId="{EFAFE6C2-B219-4043-B08F-758C11401938}" dt="2025-09-12T13:41:49.765" v="245"/>
          <ac:inkMkLst>
            <pc:docMk/>
            <pc:sldMk cId="0" sldId="498"/>
            <ac:inkMk id="10" creationId="{B8699FA5-BF12-3880-5B00-29CCE5CAB1CE}"/>
          </ac:inkMkLst>
        </pc:inkChg>
        <pc:inkChg chg="add mod">
          <ac:chgData name="garima chhetri" userId="a9853eacb93182f5" providerId="LiveId" clId="{EFAFE6C2-B219-4043-B08F-758C11401938}" dt="2025-09-12T13:41:49.765" v="245"/>
          <ac:inkMkLst>
            <pc:docMk/>
            <pc:sldMk cId="0" sldId="498"/>
            <ac:inkMk id="11" creationId="{7D91B2DA-110A-0328-E276-077758A8095D}"/>
          </ac:inkMkLst>
        </pc:inkChg>
        <pc:inkChg chg="add mod">
          <ac:chgData name="garima chhetri" userId="a9853eacb93182f5" providerId="LiveId" clId="{EFAFE6C2-B219-4043-B08F-758C11401938}" dt="2025-09-12T13:41:49.765" v="245"/>
          <ac:inkMkLst>
            <pc:docMk/>
            <pc:sldMk cId="0" sldId="498"/>
            <ac:inkMk id="12" creationId="{F4E3BE9B-C1D6-08F8-40B0-78018C62153E}"/>
          </ac:inkMkLst>
        </pc:inkChg>
        <pc:inkChg chg="add mod">
          <ac:chgData name="garima chhetri" userId="a9853eacb93182f5" providerId="LiveId" clId="{EFAFE6C2-B219-4043-B08F-758C11401938}" dt="2025-09-12T13:41:52.140" v="248"/>
          <ac:inkMkLst>
            <pc:docMk/>
            <pc:sldMk cId="0" sldId="498"/>
            <ac:inkMk id="14" creationId="{3653E402-3055-7DFD-C742-D0A21208A626}"/>
          </ac:inkMkLst>
        </pc:inkChg>
        <pc:inkChg chg="add mod">
          <ac:chgData name="garima chhetri" userId="a9853eacb93182f5" providerId="LiveId" clId="{EFAFE6C2-B219-4043-B08F-758C11401938}" dt="2025-09-12T13:41:52.140" v="248"/>
          <ac:inkMkLst>
            <pc:docMk/>
            <pc:sldMk cId="0" sldId="498"/>
            <ac:inkMk id="15" creationId="{55C5C9E1-69AB-BC10-BCF9-B84F2DFBE7D5}"/>
          </ac:inkMkLst>
        </pc:inkChg>
        <pc:inkChg chg="add mod">
          <ac:chgData name="garima chhetri" userId="a9853eacb93182f5" providerId="LiveId" clId="{EFAFE6C2-B219-4043-B08F-758C11401938}" dt="2025-09-12T13:41:55.767" v="254"/>
          <ac:inkMkLst>
            <pc:docMk/>
            <pc:sldMk cId="0" sldId="498"/>
            <ac:inkMk id="17" creationId="{097486F8-1150-6A19-673F-20494FB2C305}"/>
          </ac:inkMkLst>
        </pc:inkChg>
        <pc:inkChg chg="add mod">
          <ac:chgData name="garima chhetri" userId="a9853eacb93182f5" providerId="LiveId" clId="{EFAFE6C2-B219-4043-B08F-758C11401938}" dt="2025-09-12T13:41:55.767" v="254"/>
          <ac:inkMkLst>
            <pc:docMk/>
            <pc:sldMk cId="0" sldId="498"/>
            <ac:inkMk id="18" creationId="{4BAE412F-AC5F-AE25-12F8-3235A64515CD}"/>
          </ac:inkMkLst>
        </pc:inkChg>
        <pc:inkChg chg="add mod">
          <ac:chgData name="garima chhetri" userId="a9853eacb93182f5" providerId="LiveId" clId="{EFAFE6C2-B219-4043-B08F-758C11401938}" dt="2025-09-12T13:41:55.767" v="254"/>
          <ac:inkMkLst>
            <pc:docMk/>
            <pc:sldMk cId="0" sldId="498"/>
            <ac:inkMk id="19" creationId="{D98BE4B4-7EEB-9713-C925-EADAA2DF4C2F}"/>
          </ac:inkMkLst>
        </pc:inkChg>
        <pc:inkChg chg="add mod">
          <ac:chgData name="garima chhetri" userId="a9853eacb93182f5" providerId="LiveId" clId="{EFAFE6C2-B219-4043-B08F-758C11401938}" dt="2025-09-12T13:41:55.767" v="254"/>
          <ac:inkMkLst>
            <pc:docMk/>
            <pc:sldMk cId="0" sldId="498"/>
            <ac:inkMk id="21" creationId="{16C908B1-9C00-6F84-AD84-3B950EA70426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3" creationId="{E64A404D-F4B7-C28E-F9DF-A3A208990894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4" creationId="{5DC2D778-D912-B532-402A-536C0E5352B8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5" creationId="{DBE5DE27-BBAB-CB45-B830-268CA1E23860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7" creationId="{187EFA36-8617-773F-C3FF-A8020077CF48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8" creationId="{B60E677A-AB07-6FE6-4B8E-C2AC6E51A8F9}"/>
          </ac:inkMkLst>
        </pc:inkChg>
        <pc:inkChg chg="add mod">
          <ac:chgData name="garima chhetri" userId="a9853eacb93182f5" providerId="LiveId" clId="{EFAFE6C2-B219-4043-B08F-758C11401938}" dt="2025-09-12T13:42:02.746" v="262"/>
          <ac:inkMkLst>
            <pc:docMk/>
            <pc:sldMk cId="0" sldId="498"/>
            <ac:inkMk id="29" creationId="{87B59C74-F275-E29C-6B10-E46956876F0B}"/>
          </ac:inkMkLst>
        </pc:inkChg>
      </pc:sldChg>
      <pc:sldChg chg="addSp modSp mod">
        <pc:chgData name="garima chhetri" userId="a9853eacb93182f5" providerId="LiveId" clId="{EFAFE6C2-B219-4043-B08F-758C11401938}" dt="2025-09-12T13:54:41.841" v="283"/>
        <pc:sldMkLst>
          <pc:docMk/>
          <pc:sldMk cId="0" sldId="499"/>
        </pc:sldMkLst>
        <pc:grpChg chg="mod">
          <ac:chgData name="garima chhetri" userId="a9853eacb93182f5" providerId="LiveId" clId="{EFAFE6C2-B219-4043-B08F-758C11401938}" dt="2025-09-12T13:54:41.841" v="283"/>
          <ac:grpSpMkLst>
            <pc:docMk/>
            <pc:sldMk cId="0" sldId="499"/>
            <ac:grpSpMk id="7" creationId="{24352FF8-6B28-2099-9094-AF07A2252771}"/>
          </ac:grpSpMkLst>
        </pc:grpChg>
        <pc:inkChg chg="add mod">
          <ac:chgData name="garima chhetri" userId="a9853eacb93182f5" providerId="LiveId" clId="{EFAFE6C2-B219-4043-B08F-758C11401938}" dt="2025-09-12T13:54:41.841" v="283"/>
          <ac:inkMkLst>
            <pc:docMk/>
            <pc:sldMk cId="0" sldId="499"/>
            <ac:inkMk id="5" creationId="{CC216BDE-814E-0A8E-084C-0309B47A28DA}"/>
          </ac:inkMkLst>
        </pc:inkChg>
        <pc:inkChg chg="add mod">
          <ac:chgData name="garima chhetri" userId="a9853eacb93182f5" providerId="LiveId" clId="{EFAFE6C2-B219-4043-B08F-758C11401938}" dt="2025-09-12T13:54:41.841" v="283"/>
          <ac:inkMkLst>
            <pc:docMk/>
            <pc:sldMk cId="0" sldId="499"/>
            <ac:inkMk id="6" creationId="{C5685ADE-A9EB-172F-F497-5B7D3C752E94}"/>
          </ac:inkMkLst>
        </pc:inkChg>
      </pc:sldChg>
      <pc:sldChg chg="addSp modSp mod">
        <pc:chgData name="garima chhetri" userId="a9853eacb93182f5" providerId="LiveId" clId="{EFAFE6C2-B219-4043-B08F-758C11401938}" dt="2025-09-12T13:55:01.302" v="295"/>
        <pc:sldMkLst>
          <pc:docMk/>
          <pc:sldMk cId="0" sldId="500"/>
        </pc:sldMkLst>
        <pc:grpChg chg="mod">
          <ac:chgData name="garima chhetri" userId="a9853eacb93182f5" providerId="LiveId" clId="{EFAFE6C2-B219-4043-B08F-758C11401938}" dt="2025-09-12T13:54:49.256" v="286"/>
          <ac:grpSpMkLst>
            <pc:docMk/>
            <pc:sldMk cId="0" sldId="500"/>
            <ac:grpSpMk id="6" creationId="{DA7744D6-D618-3959-9C39-3151C0EFC439}"/>
          </ac:grpSpMkLst>
        </pc:grpChg>
        <pc:grpChg chg="mod">
          <ac:chgData name="garima chhetri" userId="a9853eacb93182f5" providerId="LiveId" clId="{EFAFE6C2-B219-4043-B08F-758C11401938}" dt="2025-09-12T13:55:01.302" v="295"/>
          <ac:grpSpMkLst>
            <pc:docMk/>
            <pc:sldMk cId="0" sldId="500"/>
            <ac:grpSpMk id="15" creationId="{2758BAF9-2224-D756-4A51-87D56720C799}"/>
          </ac:grpSpMkLst>
        </pc:grpChg>
        <pc:picChg chg="mod">
          <ac:chgData name="garima chhetri" userId="a9853eacb93182f5" providerId="LiveId" clId="{EFAFE6C2-B219-4043-B08F-758C11401938}" dt="2025-09-12T13:52:37.431" v="280" actId="14100"/>
          <ac:picMkLst>
            <pc:docMk/>
            <pc:sldMk cId="0" sldId="500"/>
            <ac:picMk id="2" creationId="{00000000-0000-0000-0000-000000000000}"/>
          </ac:picMkLst>
        </pc:picChg>
        <pc:inkChg chg="add mod">
          <ac:chgData name="garima chhetri" userId="a9853eacb93182f5" providerId="LiveId" clId="{EFAFE6C2-B219-4043-B08F-758C11401938}" dt="2025-09-12T13:54:49.256" v="286"/>
          <ac:inkMkLst>
            <pc:docMk/>
            <pc:sldMk cId="0" sldId="500"/>
            <ac:inkMk id="4" creationId="{95546F6D-90DC-C84F-886B-9F18A5271966}"/>
          </ac:inkMkLst>
        </pc:inkChg>
        <pc:inkChg chg="add mod">
          <ac:chgData name="garima chhetri" userId="a9853eacb93182f5" providerId="LiveId" clId="{EFAFE6C2-B219-4043-B08F-758C11401938}" dt="2025-09-12T13:54:49.256" v="286"/>
          <ac:inkMkLst>
            <pc:docMk/>
            <pc:sldMk cId="0" sldId="500"/>
            <ac:inkMk id="5" creationId="{66C847A8-FABD-B90F-B333-2DFC2CA910B8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7" creationId="{0D244414-C954-91F4-39D3-8BD1D9E9CB39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8" creationId="{51E85A6E-5BBC-F519-7AF0-8C44D2FB903F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9" creationId="{304203DF-AD5F-B945-5DE6-31703CBED743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10" creationId="{D8CC670A-393C-55BC-DB6A-08CAB43F9BA7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11" creationId="{CD25D7FF-784B-DD11-7680-B42651BDB0E9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12" creationId="{884D6BBB-BEA5-5509-4246-2023DB36E0AD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13" creationId="{38A893CE-9577-D58A-20D0-28FC7995B479}"/>
          </ac:inkMkLst>
        </pc:inkChg>
        <pc:inkChg chg="add mod">
          <ac:chgData name="garima chhetri" userId="a9853eacb93182f5" providerId="LiveId" clId="{EFAFE6C2-B219-4043-B08F-758C11401938}" dt="2025-09-12T13:55:01.302" v="295"/>
          <ac:inkMkLst>
            <pc:docMk/>
            <pc:sldMk cId="0" sldId="500"/>
            <ac:inkMk id="14" creationId="{2361C0D5-72CD-2253-DA31-52BC6F725696}"/>
          </ac:inkMkLst>
        </pc:inkChg>
      </pc:sldChg>
      <pc:sldChg chg="addSp delSp modSp mod">
        <pc:chgData name="garima chhetri" userId="a9853eacb93182f5" providerId="LiveId" clId="{EFAFE6C2-B219-4043-B08F-758C11401938}" dt="2025-09-12T14:17:33.080" v="347"/>
        <pc:sldMkLst>
          <pc:docMk/>
          <pc:sldMk cId="0" sldId="501"/>
        </pc:sldMkLst>
        <pc:grpChg chg="mod">
          <ac:chgData name="garima chhetri" userId="a9853eacb93182f5" providerId="LiveId" clId="{EFAFE6C2-B219-4043-B08F-758C11401938}" dt="2025-09-12T14:16:50.261" v="324"/>
          <ac:grpSpMkLst>
            <pc:docMk/>
            <pc:sldMk cId="0" sldId="501"/>
            <ac:grpSpMk id="7" creationId="{37D6E438-F241-4D3F-D019-A9E47DD0F846}"/>
          </ac:grpSpMkLst>
        </pc:grpChg>
        <pc:grpChg chg="mod">
          <ac:chgData name="garima chhetri" userId="a9853eacb93182f5" providerId="LiveId" clId="{EFAFE6C2-B219-4043-B08F-758C11401938}" dt="2025-09-12T14:16:56.140" v="329"/>
          <ac:grpSpMkLst>
            <pc:docMk/>
            <pc:sldMk cId="0" sldId="501"/>
            <ac:grpSpMk id="12" creationId="{3EB21D72-C826-B683-78E5-70F0F2C86DCF}"/>
          </ac:grpSpMkLst>
        </pc:grpChg>
        <pc:grpChg chg="mod">
          <ac:chgData name="garima chhetri" userId="a9853eacb93182f5" providerId="LiveId" clId="{EFAFE6C2-B219-4043-B08F-758C11401938}" dt="2025-09-12T14:17:18.309" v="334"/>
          <ac:grpSpMkLst>
            <pc:docMk/>
            <pc:sldMk cId="0" sldId="501"/>
            <ac:grpSpMk id="16" creationId="{AE30A4EF-C5DB-4AFD-F87D-6C246B1A7BA5}"/>
          </ac:grpSpMkLst>
        </pc:grpChg>
        <pc:grpChg chg="mod">
          <ac:chgData name="garima chhetri" userId="a9853eacb93182f5" providerId="LiveId" clId="{EFAFE6C2-B219-4043-B08F-758C11401938}" dt="2025-09-12T14:17:23.986" v="338"/>
          <ac:grpSpMkLst>
            <pc:docMk/>
            <pc:sldMk cId="0" sldId="501"/>
            <ac:grpSpMk id="20" creationId="{809E999C-30A5-C749-BF5C-463EE1392674}"/>
          </ac:grpSpMkLst>
        </pc:grpChg>
        <pc:grpChg chg="del mod">
          <ac:chgData name="garima chhetri" userId="a9853eacb93182f5" providerId="LiveId" clId="{EFAFE6C2-B219-4043-B08F-758C11401938}" dt="2025-09-12T14:17:33.080" v="347"/>
          <ac:grpSpMkLst>
            <pc:docMk/>
            <pc:sldMk cId="0" sldId="501"/>
            <ac:grpSpMk id="24" creationId="{0AA3589F-98EE-7A17-99F5-1D118F035547}"/>
          </ac:grpSpMkLst>
        </pc:grpChg>
        <pc:grpChg chg="mod">
          <ac:chgData name="garima chhetri" userId="a9853eacb93182f5" providerId="LiveId" clId="{EFAFE6C2-B219-4043-B08F-758C11401938}" dt="2025-09-12T14:17:33.080" v="347"/>
          <ac:grpSpMkLst>
            <pc:docMk/>
            <pc:sldMk cId="0" sldId="501"/>
            <ac:grpSpMk id="29" creationId="{B4687E02-2496-D83F-CFC1-AF6D45CE4965}"/>
          </ac:grpSpMkLst>
        </pc:grpChg>
        <pc:picChg chg="mod">
          <ac:chgData name="garima chhetri" userId="a9853eacb93182f5" providerId="LiveId" clId="{EFAFE6C2-B219-4043-B08F-758C11401938}" dt="2025-09-12T14:06:42.088" v="303" actId="1076"/>
          <ac:picMkLst>
            <pc:docMk/>
            <pc:sldMk cId="0" sldId="501"/>
            <ac:picMk id="4" creationId="{00000000-0000-0000-0000-000000000000}"/>
          </ac:picMkLst>
        </pc:picChg>
        <pc:inkChg chg="add mod">
          <ac:chgData name="garima chhetri" userId="a9853eacb93182f5" providerId="LiveId" clId="{EFAFE6C2-B219-4043-B08F-758C11401938}" dt="2025-09-12T14:16:50.261" v="324"/>
          <ac:inkMkLst>
            <pc:docMk/>
            <pc:sldMk cId="0" sldId="501"/>
            <ac:inkMk id="5" creationId="{306041D2-BA94-3DBA-FD45-F0F6C65AA21A}"/>
          </ac:inkMkLst>
        </pc:inkChg>
        <pc:inkChg chg="add mod">
          <ac:chgData name="garima chhetri" userId="a9853eacb93182f5" providerId="LiveId" clId="{EFAFE6C2-B219-4043-B08F-758C11401938}" dt="2025-09-12T14:16:50.261" v="324"/>
          <ac:inkMkLst>
            <pc:docMk/>
            <pc:sldMk cId="0" sldId="501"/>
            <ac:inkMk id="6" creationId="{0191755A-B597-B690-488F-922587DB781A}"/>
          </ac:inkMkLst>
        </pc:inkChg>
        <pc:inkChg chg="add mod">
          <ac:chgData name="garima chhetri" userId="a9853eacb93182f5" providerId="LiveId" clId="{EFAFE6C2-B219-4043-B08F-758C11401938}" dt="2025-09-12T14:16:56.140" v="329"/>
          <ac:inkMkLst>
            <pc:docMk/>
            <pc:sldMk cId="0" sldId="501"/>
            <ac:inkMk id="8" creationId="{91068B34-6294-AB21-44C8-CC5535DE3A98}"/>
          </ac:inkMkLst>
        </pc:inkChg>
        <pc:inkChg chg="add mod">
          <ac:chgData name="garima chhetri" userId="a9853eacb93182f5" providerId="LiveId" clId="{EFAFE6C2-B219-4043-B08F-758C11401938}" dt="2025-09-12T14:16:56.140" v="329"/>
          <ac:inkMkLst>
            <pc:docMk/>
            <pc:sldMk cId="0" sldId="501"/>
            <ac:inkMk id="9" creationId="{3EA72BDB-EB0A-55BB-2C4A-8862FAF8423A}"/>
          </ac:inkMkLst>
        </pc:inkChg>
        <pc:inkChg chg="add mod">
          <ac:chgData name="garima chhetri" userId="a9853eacb93182f5" providerId="LiveId" clId="{EFAFE6C2-B219-4043-B08F-758C11401938}" dt="2025-09-12T14:16:56.140" v="329"/>
          <ac:inkMkLst>
            <pc:docMk/>
            <pc:sldMk cId="0" sldId="501"/>
            <ac:inkMk id="10" creationId="{89E42DF7-E955-7206-F81A-C0AF4287DE5A}"/>
          </ac:inkMkLst>
        </pc:inkChg>
        <pc:inkChg chg="add mod">
          <ac:chgData name="garima chhetri" userId="a9853eacb93182f5" providerId="LiveId" clId="{EFAFE6C2-B219-4043-B08F-758C11401938}" dt="2025-09-12T14:16:56.140" v="329"/>
          <ac:inkMkLst>
            <pc:docMk/>
            <pc:sldMk cId="0" sldId="501"/>
            <ac:inkMk id="11" creationId="{9E79466D-93BF-A9A0-FE2F-EE27072D2CFA}"/>
          </ac:inkMkLst>
        </pc:inkChg>
        <pc:inkChg chg="add del">
          <ac:chgData name="garima chhetri" userId="a9853eacb93182f5" providerId="LiveId" clId="{EFAFE6C2-B219-4043-B08F-758C11401938}" dt="2025-09-12T14:17:03.581" v="331" actId="9405"/>
          <ac:inkMkLst>
            <pc:docMk/>
            <pc:sldMk cId="0" sldId="501"/>
            <ac:inkMk id="13" creationId="{9ABB664B-2D79-AA8F-C31F-4B429CC5CC40}"/>
          </ac:inkMkLst>
        </pc:inkChg>
        <pc:inkChg chg="add mod">
          <ac:chgData name="garima chhetri" userId="a9853eacb93182f5" providerId="LiveId" clId="{EFAFE6C2-B219-4043-B08F-758C11401938}" dt="2025-09-12T14:17:18.309" v="334"/>
          <ac:inkMkLst>
            <pc:docMk/>
            <pc:sldMk cId="0" sldId="501"/>
            <ac:inkMk id="14" creationId="{64AB6321-68D9-BFA5-5E92-E7EB0A831020}"/>
          </ac:inkMkLst>
        </pc:inkChg>
        <pc:inkChg chg="add mod">
          <ac:chgData name="garima chhetri" userId="a9853eacb93182f5" providerId="LiveId" clId="{EFAFE6C2-B219-4043-B08F-758C11401938}" dt="2025-09-12T14:17:18.309" v="334"/>
          <ac:inkMkLst>
            <pc:docMk/>
            <pc:sldMk cId="0" sldId="501"/>
            <ac:inkMk id="15" creationId="{14B39F1A-359A-4CDF-9A1F-6EA0835997F8}"/>
          </ac:inkMkLst>
        </pc:inkChg>
        <pc:inkChg chg="add mod">
          <ac:chgData name="garima chhetri" userId="a9853eacb93182f5" providerId="LiveId" clId="{EFAFE6C2-B219-4043-B08F-758C11401938}" dt="2025-09-12T14:17:23.986" v="338"/>
          <ac:inkMkLst>
            <pc:docMk/>
            <pc:sldMk cId="0" sldId="501"/>
            <ac:inkMk id="17" creationId="{B2912DD9-DA14-84D4-DF11-401B7CFEAD7A}"/>
          </ac:inkMkLst>
        </pc:inkChg>
        <pc:inkChg chg="add mod">
          <ac:chgData name="garima chhetri" userId="a9853eacb93182f5" providerId="LiveId" clId="{EFAFE6C2-B219-4043-B08F-758C11401938}" dt="2025-09-12T14:17:23.986" v="338"/>
          <ac:inkMkLst>
            <pc:docMk/>
            <pc:sldMk cId="0" sldId="501"/>
            <ac:inkMk id="18" creationId="{7663660D-593B-5187-4C24-1BF2DF472981}"/>
          </ac:inkMkLst>
        </pc:inkChg>
        <pc:inkChg chg="add mod">
          <ac:chgData name="garima chhetri" userId="a9853eacb93182f5" providerId="LiveId" clId="{EFAFE6C2-B219-4043-B08F-758C11401938}" dt="2025-09-12T14:17:23.986" v="338"/>
          <ac:inkMkLst>
            <pc:docMk/>
            <pc:sldMk cId="0" sldId="501"/>
            <ac:inkMk id="19" creationId="{2F69E531-913F-E207-992D-4B9EA0ED672D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1" creationId="{8EB246E0-9348-8A3B-1697-2D0165F91119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2" creationId="{FCF7BD04-98BC-CE0F-2F9B-6E648EFF0523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3" creationId="{793FC484-EFC6-00B6-64A5-9EFF15A1DDEF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5" creationId="{57648D09-169B-E00F-68CD-4ACF41A22022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6" creationId="{D02CAF8A-611C-D49C-36F2-BA74C33DC30C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7" creationId="{A864FD7C-1786-75FA-2A72-19564A8096DB}"/>
          </ac:inkMkLst>
        </pc:inkChg>
        <pc:inkChg chg="add mod">
          <ac:chgData name="garima chhetri" userId="a9853eacb93182f5" providerId="LiveId" clId="{EFAFE6C2-B219-4043-B08F-758C11401938}" dt="2025-09-12T14:17:33.080" v="347"/>
          <ac:inkMkLst>
            <pc:docMk/>
            <pc:sldMk cId="0" sldId="501"/>
            <ac:inkMk id="28" creationId="{4E9AA6F4-B458-D368-53C5-FE463C8469C5}"/>
          </ac:inkMkLst>
        </pc:inkChg>
      </pc:sldChg>
      <pc:sldChg chg="addSp delSp modSp mod">
        <pc:chgData name="garima chhetri" userId="a9853eacb93182f5" providerId="LiveId" clId="{EFAFE6C2-B219-4043-B08F-758C11401938}" dt="2025-09-12T15:00:52.804" v="397"/>
        <pc:sldMkLst>
          <pc:docMk/>
          <pc:sldMk cId="0" sldId="502"/>
        </pc:sldMkLst>
        <pc:grpChg chg="del mod">
          <ac:chgData name="garima chhetri" userId="a9853eacb93182f5" providerId="LiveId" clId="{EFAFE6C2-B219-4043-B08F-758C11401938}" dt="2025-09-12T15:00:52.804" v="397"/>
          <ac:grpSpMkLst>
            <pc:docMk/>
            <pc:sldMk cId="0" sldId="502"/>
            <ac:grpSpMk id="8" creationId="{660DE51E-FE0B-814C-85F2-15BA73FA47AD}"/>
          </ac:grpSpMkLst>
        </pc:grpChg>
        <pc:grpChg chg="mod">
          <ac:chgData name="garima chhetri" userId="a9853eacb93182f5" providerId="LiveId" clId="{EFAFE6C2-B219-4043-B08F-758C11401938}" dt="2025-09-12T15:00:52.804" v="397"/>
          <ac:grpSpMkLst>
            <pc:docMk/>
            <pc:sldMk cId="0" sldId="502"/>
            <ac:grpSpMk id="18" creationId="{9C9C59D3-8C98-5F1D-D3EB-E0790B454920}"/>
          </ac:grpSpMkLst>
        </pc:grpChg>
        <pc:picChg chg="mod">
          <ac:chgData name="garima chhetri" userId="a9853eacb93182f5" providerId="LiveId" clId="{EFAFE6C2-B219-4043-B08F-758C11401938}" dt="2025-09-12T15:00:20.295" v="386" actId="1076"/>
          <ac:picMkLst>
            <pc:docMk/>
            <pc:sldMk cId="0" sldId="502"/>
            <ac:picMk id="2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12T15:00:11.880" v="384" actId="1076"/>
          <ac:picMkLst>
            <pc:docMk/>
            <pc:sldMk cId="0" sldId="502"/>
            <ac:picMk id="4" creationId="{00000000-0000-0000-0000-000000000000}"/>
          </ac:picMkLst>
        </pc:pic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6" creationId="{E9ED0749-7779-6326-D073-9F357747E785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7" creationId="{A50E3C2E-B7B2-3DCD-E0FA-24F84FBCDE9A}"/>
          </ac:inkMkLst>
        </pc:inkChg>
        <pc:inkChg chg="add">
          <ac:chgData name="garima chhetri" userId="a9853eacb93182f5" providerId="LiveId" clId="{EFAFE6C2-B219-4043-B08F-758C11401938}" dt="2025-09-12T14:59:27.348" v="382" actId="9405"/>
          <ac:inkMkLst>
            <pc:docMk/>
            <pc:sldMk cId="0" sldId="502"/>
            <ac:inkMk id="9" creationId="{7DB4CE5F-B812-43FF-A9E7-E75B8ECE9D64}"/>
          </ac:inkMkLst>
        </pc:inkChg>
        <pc:inkChg chg="add del">
          <ac:chgData name="garima chhetri" userId="a9853eacb93182f5" providerId="LiveId" clId="{EFAFE6C2-B219-4043-B08F-758C11401938}" dt="2025-09-12T15:00:37.046" v="389" actId="9405"/>
          <ac:inkMkLst>
            <pc:docMk/>
            <pc:sldMk cId="0" sldId="502"/>
            <ac:inkMk id="10" creationId="{98769B92-3EB7-AE67-DC9F-E20719E1E539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1" creationId="{3AFEC1A8-ACC5-3BE2-8C04-5B0848FCC92C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2" creationId="{613CA675-DD12-B298-0663-32D4EC335456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3" creationId="{259B500B-791F-F076-8450-25C44B596B64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4" creationId="{57AF3ABF-2983-EF99-8B50-18B8936757E3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5" creationId="{CCABB8AD-6771-031A-BD2C-550561749B50}"/>
          </ac:inkMkLst>
        </pc:inkChg>
        <pc:inkChg chg="add">
          <ac:chgData name="garima chhetri" userId="a9853eacb93182f5" providerId="LiveId" clId="{EFAFE6C2-B219-4043-B08F-758C11401938}" dt="2025-09-12T15:00:51.455" v="395" actId="9405"/>
          <ac:inkMkLst>
            <pc:docMk/>
            <pc:sldMk cId="0" sldId="502"/>
            <ac:inkMk id="16" creationId="{A8C4761F-43E8-97AC-E5E2-A54680D4C9DE}"/>
          </ac:inkMkLst>
        </pc:inkChg>
        <pc:inkChg chg="add mod">
          <ac:chgData name="garima chhetri" userId="a9853eacb93182f5" providerId="LiveId" clId="{EFAFE6C2-B219-4043-B08F-758C11401938}" dt="2025-09-12T15:00:52.804" v="397"/>
          <ac:inkMkLst>
            <pc:docMk/>
            <pc:sldMk cId="0" sldId="502"/>
            <ac:inkMk id="17" creationId="{0F806D67-19C1-23D5-5B89-7F206EDEF71E}"/>
          </ac:inkMkLst>
        </pc:inkChg>
      </pc:sldChg>
      <pc:sldChg chg="addSp delSp modSp mod">
        <pc:chgData name="garima chhetri" userId="a9853eacb93182f5" providerId="LiveId" clId="{EFAFE6C2-B219-4043-B08F-758C11401938}" dt="2025-09-12T15:36:27.611" v="442"/>
        <pc:sldMkLst>
          <pc:docMk/>
          <pc:sldMk cId="0" sldId="503"/>
        </pc:sldMkLst>
        <pc:spChg chg="del">
          <ac:chgData name="garima chhetri" userId="a9853eacb93182f5" providerId="LiveId" clId="{EFAFE6C2-B219-4043-B08F-758C11401938}" dt="2025-09-12T15:09:17.869" v="424" actId="478"/>
          <ac:spMkLst>
            <pc:docMk/>
            <pc:sldMk cId="0" sldId="503"/>
            <ac:spMk id="2" creationId="{00000000-0000-0000-0000-000000000000}"/>
          </ac:spMkLst>
        </pc:spChg>
        <pc:picChg chg="del">
          <ac:chgData name="garima chhetri" userId="a9853eacb93182f5" providerId="LiveId" clId="{EFAFE6C2-B219-4043-B08F-758C11401938}" dt="2025-09-12T15:09:14.299" v="423" actId="478"/>
          <ac:picMkLst>
            <pc:docMk/>
            <pc:sldMk cId="0" sldId="503"/>
            <ac:picMk id="4" creationId="{00000000-0000-0000-0000-000000000000}"/>
          </ac:picMkLst>
        </pc:picChg>
        <pc:picChg chg="del">
          <ac:chgData name="garima chhetri" userId="a9853eacb93182f5" providerId="LiveId" clId="{EFAFE6C2-B219-4043-B08F-758C11401938}" dt="2025-09-12T15:09:26.702" v="427" actId="478"/>
          <ac:picMkLst>
            <pc:docMk/>
            <pc:sldMk cId="0" sldId="503"/>
            <ac:picMk id="5" creationId="{00000000-0000-0000-0000-000000000000}"/>
          </ac:picMkLst>
        </pc:picChg>
        <pc:picChg chg="del mod">
          <ac:chgData name="garima chhetri" userId="a9853eacb93182f5" providerId="LiveId" clId="{EFAFE6C2-B219-4043-B08F-758C11401938}" dt="2025-09-12T15:10:20.545" v="433" actId="478"/>
          <ac:picMkLst>
            <pc:docMk/>
            <pc:sldMk cId="0" sldId="503"/>
            <ac:picMk id="6" creationId="{00000000-0000-0000-0000-000000000000}"/>
          </ac:picMkLst>
        </pc:picChg>
        <pc:picChg chg="add mod">
          <ac:chgData name="garima chhetri" userId="a9853eacb93182f5" providerId="LiveId" clId="{EFAFE6C2-B219-4043-B08F-758C11401938}" dt="2025-09-12T15:10:28.657" v="437" actId="1076"/>
          <ac:picMkLst>
            <pc:docMk/>
            <pc:sldMk cId="0" sldId="503"/>
            <ac:picMk id="8" creationId="{7AAB1A6B-C97E-5D8C-1E8D-55E7930D1A67}"/>
          </ac:picMkLst>
        </pc:picChg>
        <pc:picChg chg="add mod">
          <ac:chgData name="garima chhetri" userId="a9853eacb93182f5" providerId="LiveId" clId="{EFAFE6C2-B219-4043-B08F-758C11401938}" dt="2025-09-12T15:10:30.758" v="438" actId="1076"/>
          <ac:picMkLst>
            <pc:docMk/>
            <pc:sldMk cId="0" sldId="503"/>
            <ac:picMk id="10" creationId="{951A4C23-75F7-0C6B-FE0A-CB7BB69EC15E}"/>
          </ac:picMkLst>
        </pc:picChg>
        <pc:picChg chg="add mod">
          <ac:chgData name="garima chhetri" userId="a9853eacb93182f5" providerId="LiveId" clId="{EFAFE6C2-B219-4043-B08F-758C11401938}" dt="2025-09-12T15:10:39.180" v="441" actId="14100"/>
          <ac:picMkLst>
            <pc:docMk/>
            <pc:sldMk cId="0" sldId="503"/>
            <ac:picMk id="12" creationId="{DBBC8B64-C7A4-C38C-6C2D-E694A9ECA55F}"/>
          </ac:picMkLst>
        </pc:picChg>
        <pc:inkChg chg="add">
          <ac:chgData name="garima chhetri" userId="a9853eacb93182f5" providerId="LiveId" clId="{EFAFE6C2-B219-4043-B08F-758C11401938}" dt="2025-09-12T15:36:27.611" v="442"/>
          <ac:inkMkLst>
            <pc:docMk/>
            <pc:sldMk cId="0" sldId="503"/>
            <ac:inkMk id="13" creationId="{F57ED68C-32E0-BFCA-08C4-79AA8885EDA4}"/>
          </ac:inkMkLst>
        </pc:inkChg>
      </pc:sldChg>
      <pc:sldChg chg="addSp delSp modSp mod">
        <pc:chgData name="garima chhetri" userId="a9853eacb93182f5" providerId="LiveId" clId="{EFAFE6C2-B219-4043-B08F-758C11401938}" dt="2025-09-12T15:38:57.524" v="476"/>
        <pc:sldMkLst>
          <pc:docMk/>
          <pc:sldMk cId="0" sldId="504"/>
        </pc:sldMkLst>
        <pc:grpChg chg="mod">
          <ac:chgData name="garima chhetri" userId="a9853eacb93182f5" providerId="LiveId" clId="{EFAFE6C2-B219-4043-B08F-758C11401938}" dt="2025-09-12T15:38:08.012" v="450"/>
          <ac:grpSpMkLst>
            <pc:docMk/>
            <pc:sldMk cId="0" sldId="504"/>
            <ac:grpSpMk id="9" creationId="{663D29EB-C057-BCD0-E558-B82F25022F7D}"/>
          </ac:grpSpMkLst>
        </pc:grpChg>
        <pc:grpChg chg="mod">
          <ac:chgData name="garima chhetri" userId="a9853eacb93182f5" providerId="LiveId" clId="{EFAFE6C2-B219-4043-B08F-758C11401938}" dt="2025-09-12T15:38:22.538" v="456"/>
          <ac:grpSpMkLst>
            <pc:docMk/>
            <pc:sldMk cId="0" sldId="504"/>
            <ac:grpSpMk id="13" creationId="{1D0501EE-C92E-DFA0-92F7-67FDF4F4FFFB}"/>
          </ac:grpSpMkLst>
        </pc:grpChg>
        <pc:grpChg chg="del mod">
          <ac:chgData name="garima chhetri" userId="a9853eacb93182f5" providerId="LiveId" clId="{EFAFE6C2-B219-4043-B08F-758C11401938}" dt="2025-09-12T15:38:50.804" v="473"/>
          <ac:grpSpMkLst>
            <pc:docMk/>
            <pc:sldMk cId="0" sldId="504"/>
            <ac:grpSpMk id="22" creationId="{4218A4F5-2F64-FD0D-7D56-19B46A54EEA3}"/>
          </ac:grpSpMkLst>
        </pc:grpChg>
        <pc:grpChg chg="mod">
          <ac:chgData name="garima chhetri" userId="a9853eacb93182f5" providerId="LiveId" clId="{EFAFE6C2-B219-4043-B08F-758C11401938}" dt="2025-09-12T15:38:50.804" v="473"/>
          <ac:grpSpMkLst>
            <pc:docMk/>
            <pc:sldMk cId="0" sldId="504"/>
            <ac:grpSpMk id="27" creationId="{302ADCC8-3EF2-4872-3DF8-8F8EE1D2A05D}"/>
          </ac:grpSpMkLst>
        </pc:grpChg>
        <pc:grpChg chg="mod">
          <ac:chgData name="garima chhetri" userId="a9853eacb93182f5" providerId="LiveId" clId="{EFAFE6C2-B219-4043-B08F-758C11401938}" dt="2025-09-12T15:38:57.524" v="476"/>
          <ac:grpSpMkLst>
            <pc:docMk/>
            <pc:sldMk cId="0" sldId="504"/>
            <ac:grpSpMk id="30" creationId="{95FECD9A-C826-6482-6FEE-B4880D896DD4}"/>
          </ac:grpSpMkLst>
        </pc:grpChg>
        <pc:picChg chg="mod">
          <ac:chgData name="garima chhetri" userId="a9853eacb93182f5" providerId="LiveId" clId="{EFAFE6C2-B219-4043-B08F-758C11401938}" dt="2025-09-12T15:38:01.453" v="446" actId="1076"/>
          <ac:picMkLst>
            <pc:docMk/>
            <pc:sldMk cId="0" sldId="504"/>
            <ac:picMk id="4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12T15:38:00.277" v="445" actId="1076"/>
          <ac:picMkLst>
            <pc:docMk/>
            <pc:sldMk cId="0" sldId="504"/>
            <ac:picMk id="6" creationId="{00000000-0000-0000-0000-000000000000}"/>
          </ac:picMkLst>
        </pc:picChg>
        <pc:inkChg chg="add mod">
          <ac:chgData name="garima chhetri" userId="a9853eacb93182f5" providerId="LiveId" clId="{EFAFE6C2-B219-4043-B08F-758C11401938}" dt="2025-09-12T15:38:08.012" v="450"/>
          <ac:inkMkLst>
            <pc:docMk/>
            <pc:sldMk cId="0" sldId="504"/>
            <ac:inkMk id="5" creationId="{4A6EEDF8-D8B3-D2E0-B740-EF96DCD85D7C}"/>
          </ac:inkMkLst>
        </pc:inkChg>
        <pc:inkChg chg="add mod">
          <ac:chgData name="garima chhetri" userId="a9853eacb93182f5" providerId="LiveId" clId="{EFAFE6C2-B219-4043-B08F-758C11401938}" dt="2025-09-12T15:38:08.012" v="450"/>
          <ac:inkMkLst>
            <pc:docMk/>
            <pc:sldMk cId="0" sldId="504"/>
            <ac:inkMk id="7" creationId="{6D904DBB-66CC-FB27-081B-B2EE5CBEE429}"/>
          </ac:inkMkLst>
        </pc:inkChg>
        <pc:inkChg chg="add mod">
          <ac:chgData name="garima chhetri" userId="a9853eacb93182f5" providerId="LiveId" clId="{EFAFE6C2-B219-4043-B08F-758C11401938}" dt="2025-09-12T15:38:08.012" v="450"/>
          <ac:inkMkLst>
            <pc:docMk/>
            <pc:sldMk cId="0" sldId="504"/>
            <ac:inkMk id="8" creationId="{72139731-DE4A-A382-022E-D35A2B375C87}"/>
          </ac:inkMkLst>
        </pc:inkChg>
        <pc:inkChg chg="add del">
          <ac:chgData name="garima chhetri" userId="a9853eacb93182f5" providerId="LiveId" clId="{EFAFE6C2-B219-4043-B08F-758C11401938}" dt="2025-09-12T15:38:23.655" v="458" actId="9405"/>
          <ac:inkMkLst>
            <pc:docMk/>
            <pc:sldMk cId="0" sldId="504"/>
            <ac:inkMk id="10" creationId="{824EF98A-3625-8342-4393-34C3D8206BB5}"/>
          </ac:inkMkLst>
        </pc:inkChg>
        <pc:inkChg chg="add del mod">
          <ac:chgData name="garima chhetri" userId="a9853eacb93182f5" providerId="LiveId" clId="{EFAFE6C2-B219-4043-B08F-758C11401938}" dt="2025-09-12T15:38:23.067" v="457" actId="9405"/>
          <ac:inkMkLst>
            <pc:docMk/>
            <pc:sldMk cId="0" sldId="504"/>
            <ac:inkMk id="11" creationId="{D4E24378-0221-ABC4-2DCF-FB376A6CF3E6}"/>
          </ac:inkMkLst>
        </pc:inkChg>
        <pc:inkChg chg="add del mod">
          <ac:chgData name="garima chhetri" userId="a9853eacb93182f5" providerId="LiveId" clId="{EFAFE6C2-B219-4043-B08F-758C11401938}" dt="2025-09-12T15:38:22.538" v="456"/>
          <ac:inkMkLst>
            <pc:docMk/>
            <pc:sldMk cId="0" sldId="504"/>
            <ac:inkMk id="12" creationId="{5788CC2E-5CEE-1FFA-9336-BE1DF3F30A4F}"/>
          </ac:inkMkLst>
        </pc:inkChg>
        <pc:inkChg chg="add del">
          <ac:chgData name="garima chhetri" userId="a9853eacb93182f5" providerId="LiveId" clId="{EFAFE6C2-B219-4043-B08F-758C11401938}" dt="2025-09-12T15:38:31.108" v="460" actId="9405"/>
          <ac:inkMkLst>
            <pc:docMk/>
            <pc:sldMk cId="0" sldId="504"/>
            <ac:inkMk id="14" creationId="{3EBC452F-11C3-3D88-0573-91608142233F}"/>
          </ac:inkMkLst>
        </pc:inkChg>
        <pc:inkChg chg="add">
          <ac:chgData name="garima chhetri" userId="a9853eacb93182f5" providerId="LiveId" clId="{EFAFE6C2-B219-4043-B08F-758C11401938}" dt="2025-09-12T15:38:33.684" v="461" actId="9405"/>
          <ac:inkMkLst>
            <pc:docMk/>
            <pc:sldMk cId="0" sldId="504"/>
            <ac:inkMk id="15" creationId="{33D1C0EB-7E4A-41EB-CC16-7397292C0789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16" creationId="{70FC1F2F-5126-2C90-EAA7-66F0CBD1D378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17" creationId="{2E8DA9B8-E4A3-33F3-72F0-400E24A89082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18" creationId="{EFEF0326-584C-8F52-59F7-D063A958CA36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19" creationId="{86C8E4CB-C10C-D466-94C6-7BE41CB94F09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20" creationId="{8B4114A9-F9E9-3407-3008-1E47F901BD4C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21" creationId="{8B5DFB7F-909B-1D10-85DF-F017717A1F6D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23" creationId="{D4D31432-6B65-FFC4-7301-C1A6CDFBA808}"/>
          </ac:inkMkLst>
        </pc:inkChg>
        <pc:inkChg chg="add">
          <ac:chgData name="garima chhetri" userId="a9853eacb93182f5" providerId="LiveId" clId="{EFAFE6C2-B219-4043-B08F-758C11401938}" dt="2025-09-12T15:38:49.196" v="470" actId="9405"/>
          <ac:inkMkLst>
            <pc:docMk/>
            <pc:sldMk cId="0" sldId="504"/>
            <ac:inkMk id="24" creationId="{F6A96D88-76C8-2EA7-63F6-326A437BAE52}"/>
          </ac:inkMkLst>
        </pc:inkChg>
        <pc:inkChg chg="add">
          <ac:chgData name="garima chhetri" userId="a9853eacb93182f5" providerId="LiveId" clId="{EFAFE6C2-B219-4043-B08F-758C11401938}" dt="2025-09-12T15:38:49.399" v="471" actId="9405"/>
          <ac:inkMkLst>
            <pc:docMk/>
            <pc:sldMk cId="0" sldId="504"/>
            <ac:inkMk id="25" creationId="{016DEA76-2C62-FE4A-A84E-D1AAE4F2C520}"/>
          </ac:inkMkLst>
        </pc:inkChg>
        <pc:inkChg chg="add mod">
          <ac:chgData name="garima chhetri" userId="a9853eacb93182f5" providerId="LiveId" clId="{EFAFE6C2-B219-4043-B08F-758C11401938}" dt="2025-09-12T15:38:50.804" v="473"/>
          <ac:inkMkLst>
            <pc:docMk/>
            <pc:sldMk cId="0" sldId="504"/>
            <ac:inkMk id="26" creationId="{40FEC944-64A7-75A1-7929-7ABA1FAC6A46}"/>
          </ac:inkMkLst>
        </pc:inkChg>
        <pc:inkChg chg="add mod">
          <ac:chgData name="garima chhetri" userId="a9853eacb93182f5" providerId="LiveId" clId="{EFAFE6C2-B219-4043-B08F-758C11401938}" dt="2025-09-12T15:38:57.524" v="476"/>
          <ac:inkMkLst>
            <pc:docMk/>
            <pc:sldMk cId="0" sldId="504"/>
            <ac:inkMk id="28" creationId="{526C8A7F-4931-D695-98A8-A8C55C460870}"/>
          </ac:inkMkLst>
        </pc:inkChg>
        <pc:inkChg chg="add mod">
          <ac:chgData name="garima chhetri" userId="a9853eacb93182f5" providerId="LiveId" clId="{EFAFE6C2-B219-4043-B08F-758C11401938}" dt="2025-09-12T15:38:57.524" v="476"/>
          <ac:inkMkLst>
            <pc:docMk/>
            <pc:sldMk cId="0" sldId="504"/>
            <ac:inkMk id="29" creationId="{53FE1955-30C2-A277-4C87-1D0D0F0381C8}"/>
          </ac:inkMkLst>
        </pc:inkChg>
      </pc:sldChg>
      <pc:sldChg chg="addSp delSp modSp mod">
        <pc:chgData name="garima chhetri" userId="a9853eacb93182f5" providerId="LiveId" clId="{EFAFE6C2-B219-4043-B08F-758C11401938}" dt="2025-09-12T16:42:14.474" v="517"/>
        <pc:sldMkLst>
          <pc:docMk/>
          <pc:sldMk cId="0" sldId="505"/>
        </pc:sldMkLst>
        <pc:spChg chg="del">
          <ac:chgData name="garima chhetri" userId="a9853eacb93182f5" providerId="LiveId" clId="{EFAFE6C2-B219-4043-B08F-758C11401938}" dt="2025-09-12T15:46:34.431" v="492" actId="478"/>
          <ac:spMkLst>
            <pc:docMk/>
            <pc:sldMk cId="0" sldId="505"/>
            <ac:spMk id="2" creationId="{00000000-0000-0000-0000-000000000000}"/>
          </ac:spMkLst>
        </pc:spChg>
        <pc:picChg chg="add mod">
          <ac:chgData name="garima chhetri" userId="a9853eacb93182f5" providerId="LiveId" clId="{EFAFE6C2-B219-4043-B08F-758C11401938}" dt="2025-09-12T15:48:52.984" v="512" actId="1076"/>
          <ac:picMkLst>
            <pc:docMk/>
            <pc:sldMk cId="0" sldId="505"/>
            <ac:picMk id="4" creationId="{04770625-DF04-0B5C-9BFA-D2F4A95B94E7}"/>
          </ac:picMkLst>
        </pc:picChg>
        <pc:picChg chg="add del">
          <ac:chgData name="garima chhetri" userId="a9853eacb93182f5" providerId="LiveId" clId="{EFAFE6C2-B219-4043-B08F-758C11401938}" dt="2025-09-12T15:46:31.752" v="491" actId="478"/>
          <ac:picMkLst>
            <pc:docMk/>
            <pc:sldMk cId="0" sldId="505"/>
            <ac:picMk id="5" creationId="{00000000-0000-0000-0000-000000000000}"/>
          </ac:picMkLst>
        </pc:picChg>
        <pc:picChg chg="add mod">
          <ac:chgData name="garima chhetri" userId="a9853eacb93182f5" providerId="LiveId" clId="{EFAFE6C2-B219-4043-B08F-758C11401938}" dt="2025-09-12T15:49:00.127" v="516" actId="1076"/>
          <ac:picMkLst>
            <pc:docMk/>
            <pc:sldMk cId="0" sldId="505"/>
            <ac:picMk id="7" creationId="{B864EB9C-3668-AD51-7DFC-E74B0C48324C}"/>
          </ac:picMkLst>
        </pc:picChg>
        <pc:inkChg chg="add">
          <ac:chgData name="garima chhetri" userId="a9853eacb93182f5" providerId="LiveId" clId="{EFAFE6C2-B219-4043-B08F-758C11401938}" dt="2025-09-12T16:42:14.474" v="517"/>
          <ac:inkMkLst>
            <pc:docMk/>
            <pc:sldMk cId="0" sldId="505"/>
            <ac:inkMk id="8" creationId="{9C239FB7-FE5E-1904-617A-D018AEB9C010}"/>
          </ac:inkMkLst>
        </pc:inkChg>
      </pc:sldChg>
      <pc:sldChg chg="modSp del mod">
        <pc:chgData name="garima chhetri" userId="a9853eacb93182f5" providerId="LiveId" clId="{EFAFE6C2-B219-4043-B08F-758C11401938}" dt="2025-09-12T17:05:08.361" v="589" actId="47"/>
        <pc:sldMkLst>
          <pc:docMk/>
          <pc:sldMk cId="0" sldId="506"/>
        </pc:sldMkLst>
        <pc:picChg chg="mod">
          <ac:chgData name="garima chhetri" userId="a9853eacb93182f5" providerId="LiveId" clId="{EFAFE6C2-B219-4043-B08F-758C11401938}" dt="2025-09-12T16:50:17.204" v="539" actId="1076"/>
          <ac:picMkLst>
            <pc:docMk/>
            <pc:sldMk cId="0" sldId="506"/>
            <ac:picMk id="3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12T16:50:20.662" v="540" actId="1076"/>
          <ac:picMkLst>
            <pc:docMk/>
            <pc:sldMk cId="0" sldId="506"/>
            <ac:picMk id="4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12T16:50:29.974" v="544" actId="1076"/>
          <ac:picMkLst>
            <pc:docMk/>
            <pc:sldMk cId="0" sldId="506"/>
            <ac:picMk id="6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12T16:50:24.973" v="542" actId="1076"/>
          <ac:picMkLst>
            <pc:docMk/>
            <pc:sldMk cId="0" sldId="506"/>
            <ac:picMk id="7" creationId="{00000000-0000-0000-0000-000000000000}"/>
          </ac:picMkLst>
        </pc:picChg>
      </pc:sldChg>
      <pc:sldChg chg="addSp modSp mod">
        <pc:chgData name="garima chhetri" userId="a9853eacb93182f5" providerId="LiveId" clId="{EFAFE6C2-B219-4043-B08F-758C11401938}" dt="2025-09-08T16:59:15.095" v="87"/>
        <pc:sldMkLst>
          <pc:docMk/>
          <pc:sldMk cId="0" sldId="510"/>
        </pc:sldMkLst>
        <pc:spChg chg="mod">
          <ac:chgData name="garima chhetri" userId="a9853eacb93182f5" providerId="LiveId" clId="{EFAFE6C2-B219-4043-B08F-758C11401938}" dt="2025-09-08T16:58:01.376" v="75" actId="1076"/>
          <ac:spMkLst>
            <pc:docMk/>
            <pc:sldMk cId="0" sldId="510"/>
            <ac:spMk id="7" creationId="{00000000-0000-0000-0000-000000000000}"/>
          </ac:spMkLst>
        </pc:spChg>
        <pc:grpChg chg="mod">
          <ac:chgData name="garima chhetri" userId="a9853eacb93182f5" providerId="LiveId" clId="{EFAFE6C2-B219-4043-B08F-758C11401938}" dt="2025-09-08T16:59:04.166" v="81"/>
          <ac:grpSpMkLst>
            <pc:docMk/>
            <pc:sldMk cId="0" sldId="510"/>
            <ac:grpSpMk id="5" creationId="{EB816DE2-A486-4CBD-EA69-453798A407FD}"/>
          </ac:grpSpMkLst>
        </pc:grpChg>
        <pc:grpChg chg="mod">
          <ac:chgData name="garima chhetri" userId="a9853eacb93182f5" providerId="LiveId" clId="{EFAFE6C2-B219-4043-B08F-758C11401938}" dt="2025-09-08T16:59:09.461" v="84"/>
          <ac:grpSpMkLst>
            <pc:docMk/>
            <pc:sldMk cId="0" sldId="510"/>
            <ac:grpSpMk id="10" creationId="{9016A097-1F03-1051-4006-0058F3EA9461}"/>
          </ac:grpSpMkLst>
        </pc:grpChg>
        <pc:grpChg chg="mod">
          <ac:chgData name="garima chhetri" userId="a9853eacb93182f5" providerId="LiveId" clId="{EFAFE6C2-B219-4043-B08F-758C11401938}" dt="2025-09-08T16:59:15.095" v="87"/>
          <ac:grpSpMkLst>
            <pc:docMk/>
            <pc:sldMk cId="0" sldId="510"/>
            <ac:grpSpMk id="13" creationId="{218ACEA4-3526-6811-6392-D8C9CC4A9162}"/>
          </ac:grpSpMkLst>
        </pc:grpChg>
        <pc:picChg chg="mod">
          <ac:chgData name="garima chhetri" userId="a9853eacb93182f5" providerId="LiveId" clId="{EFAFE6C2-B219-4043-B08F-758C11401938}" dt="2025-09-08T16:58:05.329" v="76" actId="1076"/>
          <ac:picMkLst>
            <pc:docMk/>
            <pc:sldMk cId="0" sldId="510"/>
            <ac:picMk id="4" creationId="{00000000-0000-0000-0000-000000000000}"/>
          </ac:picMkLst>
        </pc:picChg>
        <pc:picChg chg="mod">
          <ac:chgData name="garima chhetri" userId="a9853eacb93182f5" providerId="LiveId" clId="{EFAFE6C2-B219-4043-B08F-758C11401938}" dt="2025-09-08T16:58:11.083" v="78" actId="14100"/>
          <ac:picMkLst>
            <pc:docMk/>
            <pc:sldMk cId="0" sldId="510"/>
            <ac:picMk id="8" creationId="{00000000-0000-0000-0000-000000000000}"/>
          </ac:picMkLst>
        </pc:picChg>
        <pc:inkChg chg="add mod">
          <ac:chgData name="garima chhetri" userId="a9853eacb93182f5" providerId="LiveId" clId="{EFAFE6C2-B219-4043-B08F-758C11401938}" dt="2025-09-08T16:59:04.166" v="81"/>
          <ac:inkMkLst>
            <pc:docMk/>
            <pc:sldMk cId="0" sldId="510"/>
            <ac:inkMk id="2" creationId="{54094E36-0ABF-6F57-C984-0095E6F6456A}"/>
          </ac:inkMkLst>
        </pc:inkChg>
        <pc:inkChg chg="add mod">
          <ac:chgData name="garima chhetri" userId="a9853eacb93182f5" providerId="LiveId" clId="{EFAFE6C2-B219-4043-B08F-758C11401938}" dt="2025-09-08T16:59:04.166" v="81"/>
          <ac:inkMkLst>
            <pc:docMk/>
            <pc:sldMk cId="0" sldId="510"/>
            <ac:inkMk id="3" creationId="{0C3044CC-5A6A-0BF9-8035-5C145EB59575}"/>
          </ac:inkMkLst>
        </pc:inkChg>
        <pc:inkChg chg="add mod">
          <ac:chgData name="garima chhetri" userId="a9853eacb93182f5" providerId="LiveId" clId="{EFAFE6C2-B219-4043-B08F-758C11401938}" dt="2025-09-08T16:59:09.461" v="84"/>
          <ac:inkMkLst>
            <pc:docMk/>
            <pc:sldMk cId="0" sldId="510"/>
            <ac:inkMk id="6" creationId="{7BADEEE6-BA3B-4B34-FC13-4A51CDA4FD06}"/>
          </ac:inkMkLst>
        </pc:inkChg>
        <pc:inkChg chg="add mod">
          <ac:chgData name="garima chhetri" userId="a9853eacb93182f5" providerId="LiveId" clId="{EFAFE6C2-B219-4043-B08F-758C11401938}" dt="2025-09-08T16:59:09.461" v="84"/>
          <ac:inkMkLst>
            <pc:docMk/>
            <pc:sldMk cId="0" sldId="510"/>
            <ac:inkMk id="9" creationId="{E05DABAB-9AA0-7180-7E1F-69FFF198B804}"/>
          </ac:inkMkLst>
        </pc:inkChg>
        <pc:inkChg chg="add mod">
          <ac:chgData name="garima chhetri" userId="a9853eacb93182f5" providerId="LiveId" clId="{EFAFE6C2-B219-4043-B08F-758C11401938}" dt="2025-09-08T16:59:15.095" v="87"/>
          <ac:inkMkLst>
            <pc:docMk/>
            <pc:sldMk cId="0" sldId="510"/>
            <ac:inkMk id="11" creationId="{0871CE41-0285-4F98-EEEC-C25CA79B5591}"/>
          </ac:inkMkLst>
        </pc:inkChg>
        <pc:inkChg chg="add mod">
          <ac:chgData name="garima chhetri" userId="a9853eacb93182f5" providerId="LiveId" clId="{EFAFE6C2-B219-4043-B08F-758C11401938}" dt="2025-09-08T16:59:15.095" v="87"/>
          <ac:inkMkLst>
            <pc:docMk/>
            <pc:sldMk cId="0" sldId="510"/>
            <ac:inkMk id="12" creationId="{28D03A96-DC0C-1C03-AF3C-D474AB80CC3E}"/>
          </ac:inkMkLst>
        </pc:inkChg>
      </pc:sldChg>
      <pc:sldChg chg="ord">
        <pc:chgData name="garima chhetri" userId="a9853eacb93182f5" providerId="LiveId" clId="{EFAFE6C2-B219-4043-B08F-758C11401938}" dt="2025-09-13T03:29:13.741" v="846"/>
        <pc:sldMkLst>
          <pc:docMk/>
          <pc:sldMk cId="703860116" sldId="511"/>
        </pc:sldMkLst>
      </pc:sldChg>
      <pc:sldChg chg="addSp delSp modSp mod">
        <pc:chgData name="garima chhetri" userId="a9853eacb93182f5" providerId="LiveId" clId="{EFAFE6C2-B219-4043-B08F-758C11401938}" dt="2025-09-12T13:40:21.015" v="205"/>
        <pc:sldMkLst>
          <pc:docMk/>
          <pc:sldMk cId="656962092" sldId="539"/>
        </pc:sldMkLst>
        <pc:grpChg chg="mod">
          <ac:chgData name="garima chhetri" userId="a9853eacb93182f5" providerId="LiveId" clId="{EFAFE6C2-B219-4043-B08F-758C11401938}" dt="2025-09-12T13:40:06.682" v="190"/>
          <ac:grpSpMkLst>
            <pc:docMk/>
            <pc:sldMk cId="656962092" sldId="539"/>
            <ac:grpSpMk id="13" creationId="{36E8A235-92A4-E60B-4F83-45BCF2A16C76}"/>
          </ac:grpSpMkLst>
        </pc:grpChg>
        <pc:grpChg chg="mod">
          <ac:chgData name="garima chhetri" userId="a9853eacb93182f5" providerId="LiveId" clId="{EFAFE6C2-B219-4043-B08F-758C11401938}" dt="2025-09-12T13:40:13.047" v="193"/>
          <ac:grpSpMkLst>
            <pc:docMk/>
            <pc:sldMk cId="656962092" sldId="539"/>
            <ac:grpSpMk id="16" creationId="{47415E9A-861C-1E0C-7508-424344DA21C2}"/>
          </ac:grpSpMkLst>
        </pc:grpChg>
        <pc:grpChg chg="del mod">
          <ac:chgData name="garima chhetri" userId="a9853eacb93182f5" providerId="LiveId" clId="{EFAFE6C2-B219-4043-B08F-758C11401938}" dt="2025-09-12T13:40:21.015" v="205"/>
          <ac:grpSpMkLst>
            <pc:docMk/>
            <pc:sldMk cId="656962092" sldId="539"/>
            <ac:grpSpMk id="28" creationId="{DF1191A6-6CB3-30EB-0E39-C5371F000685}"/>
          </ac:grpSpMkLst>
        </pc:grpChg>
        <pc:grpChg chg="mod">
          <ac:chgData name="garima chhetri" userId="a9853eacb93182f5" providerId="LiveId" clId="{EFAFE6C2-B219-4043-B08F-758C11401938}" dt="2025-09-12T13:40:21.015" v="205"/>
          <ac:grpSpMkLst>
            <pc:docMk/>
            <pc:sldMk cId="656962092" sldId="539"/>
            <ac:grpSpMk id="29" creationId="{F574B600-0894-8E3E-8066-A3275BEECEDA}"/>
          </ac:grpSpMkLst>
        </pc:grp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2" creationId="{E6B110B2-870A-2A44-AEE0-9E61B43FE0DA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3" creationId="{1A3B9817-4E17-7F85-422D-20F489AE6954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4" creationId="{EB576B5D-41A9-EDAF-903C-78135EA1D3AD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6" creationId="{D9FAEBEC-0C64-B42E-F8D4-65B40F6FECAB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8" creationId="{7A257B4C-CC39-DB9B-DC48-C1F96F8F9F47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10" creationId="{1820BA46-4F46-85D5-23E1-4E3D13AE1265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11" creationId="{D81CD38D-0BDF-C6C2-E5C1-92F2BB7AC96E}"/>
          </ac:inkMkLst>
        </pc:inkChg>
        <pc:inkChg chg="add mod">
          <ac:chgData name="garima chhetri" userId="a9853eacb93182f5" providerId="LiveId" clId="{EFAFE6C2-B219-4043-B08F-758C11401938}" dt="2025-09-12T13:40:06.682" v="190"/>
          <ac:inkMkLst>
            <pc:docMk/>
            <pc:sldMk cId="656962092" sldId="539"/>
            <ac:inkMk id="12" creationId="{904A0D2D-5E8E-E8CD-D193-1DA065FD853A}"/>
          </ac:inkMkLst>
        </pc:inkChg>
        <pc:inkChg chg="add mod">
          <ac:chgData name="garima chhetri" userId="a9853eacb93182f5" providerId="LiveId" clId="{EFAFE6C2-B219-4043-B08F-758C11401938}" dt="2025-09-12T13:40:13.047" v="193"/>
          <ac:inkMkLst>
            <pc:docMk/>
            <pc:sldMk cId="656962092" sldId="539"/>
            <ac:inkMk id="14" creationId="{60A9FBD1-B502-0A2A-BC12-9EBCD2F6172C}"/>
          </ac:inkMkLst>
        </pc:inkChg>
        <pc:inkChg chg="add mod">
          <ac:chgData name="garima chhetri" userId="a9853eacb93182f5" providerId="LiveId" clId="{EFAFE6C2-B219-4043-B08F-758C11401938}" dt="2025-09-12T13:40:13.047" v="193"/>
          <ac:inkMkLst>
            <pc:docMk/>
            <pc:sldMk cId="656962092" sldId="539"/>
            <ac:inkMk id="15" creationId="{DB3F8D8A-CDF6-D008-86E1-E1B68EDB9178}"/>
          </ac:inkMkLst>
        </pc:inkChg>
        <pc:inkChg chg="add">
          <ac:chgData name="garima chhetri" userId="a9853eacb93182f5" providerId="LiveId" clId="{EFAFE6C2-B219-4043-B08F-758C11401938}" dt="2025-09-12T13:40:13.565" v="194" actId="9405"/>
          <ac:inkMkLst>
            <pc:docMk/>
            <pc:sldMk cId="656962092" sldId="539"/>
            <ac:inkMk id="17" creationId="{55BCECF4-5BA7-3E01-472D-40C308F7E45F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18" creationId="{62516F4F-F695-57A4-ADEA-2529C786CE84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19" creationId="{85A63A85-EF2E-D756-E265-EBF1E987C92C}"/>
          </ac:inkMkLst>
        </pc:inkChg>
        <pc:inkChg chg="add">
          <ac:chgData name="garima chhetri" userId="a9853eacb93182f5" providerId="LiveId" clId="{EFAFE6C2-B219-4043-B08F-758C11401938}" dt="2025-09-12T13:40:16.724" v="197" actId="9405"/>
          <ac:inkMkLst>
            <pc:docMk/>
            <pc:sldMk cId="656962092" sldId="539"/>
            <ac:inkMk id="20" creationId="{679EA3DE-D19F-2D73-CF0D-D140E03734F7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1" creationId="{56EFB143-64C1-F44A-528E-D4C7F4D8C631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2" creationId="{4DB49AC8-C88A-9AF9-B520-F08CA5E923C3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3" creationId="{1506C5F2-932C-6CA7-E310-45798937118F}"/>
          </ac:inkMkLst>
        </pc:inkChg>
        <pc:inkChg chg="add">
          <ac:chgData name="garima chhetri" userId="a9853eacb93182f5" providerId="LiveId" clId="{EFAFE6C2-B219-4043-B08F-758C11401938}" dt="2025-09-12T13:40:18.990" v="201" actId="9405"/>
          <ac:inkMkLst>
            <pc:docMk/>
            <pc:sldMk cId="656962092" sldId="539"/>
            <ac:inkMk id="24" creationId="{7AB6E054-34E2-98ED-2608-0ECE58BEA262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5" creationId="{18483368-AF4A-783C-0B37-41C1ACB73400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6" creationId="{79475BC3-021B-DE6D-A34E-6999601AB49E}"/>
          </ac:inkMkLst>
        </pc:inkChg>
        <pc:inkChg chg="add mod">
          <ac:chgData name="garima chhetri" userId="a9853eacb93182f5" providerId="LiveId" clId="{EFAFE6C2-B219-4043-B08F-758C11401938}" dt="2025-09-12T13:40:21.015" v="205"/>
          <ac:inkMkLst>
            <pc:docMk/>
            <pc:sldMk cId="656962092" sldId="539"/>
            <ac:inkMk id="27" creationId="{9871EF81-1FA3-688D-CAC9-33D8E163E08C}"/>
          </ac:inkMkLst>
        </pc:inkChg>
      </pc:sldChg>
      <pc:sldChg chg="addSp delSp modSp new mod">
        <pc:chgData name="garima chhetri" userId="a9853eacb93182f5" providerId="LiveId" clId="{EFAFE6C2-B219-4043-B08F-758C11401938}" dt="2025-09-11T09:36:02.020" v="181" actId="1076"/>
        <pc:sldMkLst>
          <pc:docMk/>
          <pc:sldMk cId="3447192888" sldId="541"/>
        </pc:sldMkLst>
        <pc:spChg chg="add mod">
          <ac:chgData name="garima chhetri" userId="a9853eacb93182f5" providerId="LiveId" clId="{EFAFE6C2-B219-4043-B08F-758C11401938}" dt="2025-09-11T09:35:15.357" v="177" actId="14100"/>
          <ac:spMkLst>
            <pc:docMk/>
            <pc:sldMk cId="3447192888" sldId="541"/>
            <ac:spMk id="5" creationId="{C4A7EF3D-A126-D13C-C90A-D0A60977A1DD}"/>
          </ac:spMkLst>
        </pc:spChg>
        <pc:spChg chg="add mod">
          <ac:chgData name="garima chhetri" userId="a9853eacb93182f5" providerId="LiveId" clId="{EFAFE6C2-B219-4043-B08F-758C11401938}" dt="2025-09-11T09:36:02.020" v="181" actId="1076"/>
          <ac:spMkLst>
            <pc:docMk/>
            <pc:sldMk cId="3447192888" sldId="541"/>
            <ac:spMk id="7" creationId="{6D1C256C-B5FB-E567-A39F-B1E16598822B}"/>
          </ac:spMkLst>
        </pc:spChg>
      </pc:sldChg>
      <pc:sldChg chg="modSp new mod ord">
        <pc:chgData name="garima chhetri" userId="a9853eacb93182f5" providerId="LiveId" clId="{EFAFE6C2-B219-4043-B08F-758C11401938}" dt="2025-09-12T13:50:12.756" v="277"/>
        <pc:sldMkLst>
          <pc:docMk/>
          <pc:sldMk cId="2630102344" sldId="542"/>
        </pc:sldMkLst>
        <pc:spChg chg="mod">
          <ac:chgData name="garima chhetri" userId="a9853eacb93182f5" providerId="LiveId" clId="{EFAFE6C2-B219-4043-B08F-758C11401938}" dt="2025-09-12T13:47:56.881" v="267"/>
          <ac:spMkLst>
            <pc:docMk/>
            <pc:sldMk cId="2630102344" sldId="542"/>
            <ac:spMk id="2" creationId="{010ECCE6-E7F4-C0AE-BAB3-7DB51E391A49}"/>
          </ac:spMkLst>
        </pc:spChg>
        <pc:spChg chg="mod">
          <ac:chgData name="garima chhetri" userId="a9853eacb93182f5" providerId="LiveId" clId="{EFAFE6C2-B219-4043-B08F-758C11401938}" dt="2025-09-12T13:48:46.639" v="275" actId="20577"/>
          <ac:spMkLst>
            <pc:docMk/>
            <pc:sldMk cId="2630102344" sldId="542"/>
            <ac:spMk id="3" creationId="{FC78BD30-0131-B216-8CE7-87C5FB66B68A}"/>
          </ac:spMkLst>
        </pc:spChg>
      </pc:sldChg>
      <pc:sldChg chg="modSp new mod">
        <pc:chgData name="garima chhetri" userId="a9853eacb93182f5" providerId="LiveId" clId="{EFAFE6C2-B219-4043-B08F-758C11401938}" dt="2025-09-12T14:08:32.385" v="315" actId="20577"/>
        <pc:sldMkLst>
          <pc:docMk/>
          <pc:sldMk cId="4264147269" sldId="543"/>
        </pc:sldMkLst>
        <pc:spChg chg="mod">
          <ac:chgData name="garima chhetri" userId="a9853eacb93182f5" providerId="LiveId" clId="{EFAFE6C2-B219-4043-B08F-758C11401938}" dt="2025-09-12T14:07:45.374" v="306"/>
          <ac:spMkLst>
            <pc:docMk/>
            <pc:sldMk cId="4264147269" sldId="543"/>
            <ac:spMk id="2" creationId="{46D20C57-C671-9DA4-B141-CE4A3B00993F}"/>
          </ac:spMkLst>
        </pc:spChg>
        <pc:spChg chg="mod">
          <ac:chgData name="garima chhetri" userId="a9853eacb93182f5" providerId="LiveId" clId="{EFAFE6C2-B219-4043-B08F-758C11401938}" dt="2025-09-12T14:08:32.385" v="315" actId="20577"/>
          <ac:spMkLst>
            <pc:docMk/>
            <pc:sldMk cId="4264147269" sldId="543"/>
            <ac:spMk id="3" creationId="{8B02FD58-FC3E-8833-EBD4-DBA2BFB127CF}"/>
          </ac:spMkLst>
        </pc:spChg>
      </pc:sldChg>
      <pc:sldChg chg="addSp delSp modSp new mod">
        <pc:chgData name="garima chhetri" userId="a9853eacb93182f5" providerId="LiveId" clId="{EFAFE6C2-B219-4043-B08F-758C11401938}" dt="2025-09-12T14:16:05.206" v="321" actId="1076"/>
        <pc:sldMkLst>
          <pc:docMk/>
          <pc:sldMk cId="918792063" sldId="544"/>
        </pc:sldMkLst>
        <pc:spChg chg="del">
          <ac:chgData name="garima chhetri" userId="a9853eacb93182f5" providerId="LiveId" clId="{EFAFE6C2-B219-4043-B08F-758C11401938}" dt="2025-09-12T14:15:58.251" v="318" actId="478"/>
          <ac:spMkLst>
            <pc:docMk/>
            <pc:sldMk cId="918792063" sldId="544"/>
            <ac:spMk id="2" creationId="{93D27743-3E8D-31B8-5D2B-673FB558DDBE}"/>
          </ac:spMkLst>
        </pc:spChg>
        <pc:spChg chg="del">
          <ac:chgData name="garima chhetri" userId="a9853eacb93182f5" providerId="LiveId" clId="{EFAFE6C2-B219-4043-B08F-758C11401938}" dt="2025-09-12T14:15:54.958" v="317" actId="478"/>
          <ac:spMkLst>
            <pc:docMk/>
            <pc:sldMk cId="918792063" sldId="544"/>
            <ac:spMk id="3" creationId="{E46F312A-FAD3-9DB2-1148-7ACE84BEACDC}"/>
          </ac:spMkLst>
        </pc:spChg>
        <pc:picChg chg="add mod">
          <ac:chgData name="garima chhetri" userId="a9853eacb93182f5" providerId="LiveId" clId="{EFAFE6C2-B219-4043-B08F-758C11401938}" dt="2025-09-12T14:16:05.206" v="321" actId="1076"/>
          <ac:picMkLst>
            <pc:docMk/>
            <pc:sldMk cId="918792063" sldId="544"/>
            <ac:picMk id="5" creationId="{E9F618AC-BAA9-6CCF-955D-370FD11C661F}"/>
          </ac:picMkLst>
        </pc:picChg>
      </pc:sldChg>
      <pc:sldChg chg="modSp new mod">
        <pc:chgData name="garima chhetri" userId="a9853eacb93182f5" providerId="LiveId" clId="{EFAFE6C2-B219-4043-B08F-758C11401938}" dt="2025-09-12T14:54:50.261" v="353" actId="5793"/>
        <pc:sldMkLst>
          <pc:docMk/>
          <pc:sldMk cId="3243339728" sldId="545"/>
        </pc:sldMkLst>
        <pc:spChg chg="mod">
          <ac:chgData name="garima chhetri" userId="a9853eacb93182f5" providerId="LiveId" clId="{EFAFE6C2-B219-4043-B08F-758C11401938}" dt="2025-09-12T14:54:21.789" v="350"/>
          <ac:spMkLst>
            <pc:docMk/>
            <pc:sldMk cId="3243339728" sldId="545"/>
            <ac:spMk id="2" creationId="{33DCB9DC-7F3E-B69A-F967-4E48C0107C29}"/>
          </ac:spMkLst>
        </pc:spChg>
        <pc:spChg chg="mod">
          <ac:chgData name="garima chhetri" userId="a9853eacb93182f5" providerId="LiveId" clId="{EFAFE6C2-B219-4043-B08F-758C11401938}" dt="2025-09-12T14:54:50.261" v="353" actId="5793"/>
          <ac:spMkLst>
            <pc:docMk/>
            <pc:sldMk cId="3243339728" sldId="545"/>
            <ac:spMk id="3" creationId="{A0A0CE55-CE0A-4661-CC4E-334FCE2C7ED1}"/>
          </ac:spMkLst>
        </pc:spChg>
      </pc:sldChg>
      <pc:sldChg chg="addSp delSp modSp add mod">
        <pc:chgData name="garima chhetri" userId="a9853eacb93182f5" providerId="LiveId" clId="{EFAFE6C2-B219-4043-B08F-758C11401938}" dt="2025-09-12T15:01:14.762" v="403"/>
        <pc:sldMkLst>
          <pc:docMk/>
          <pc:sldMk cId="542948768" sldId="546"/>
        </pc:sldMkLst>
        <pc:spChg chg="del">
          <ac:chgData name="garima chhetri" userId="a9853eacb93182f5" providerId="LiveId" clId="{EFAFE6C2-B219-4043-B08F-758C11401938}" dt="2025-09-12T14:56:39.200" v="356" actId="478"/>
          <ac:spMkLst>
            <pc:docMk/>
            <pc:sldMk cId="542948768" sldId="546"/>
            <ac:spMk id="5" creationId="{ED89F047-854A-03DA-99E1-DB6A268FED2E}"/>
          </ac:spMkLst>
        </pc:spChg>
        <pc:grpChg chg="mod">
          <ac:chgData name="garima chhetri" userId="a9853eacb93182f5" providerId="LiveId" clId="{EFAFE6C2-B219-4043-B08F-758C11401938}" dt="2025-09-12T15:01:05.596" v="400"/>
          <ac:grpSpMkLst>
            <pc:docMk/>
            <pc:sldMk cId="542948768" sldId="546"/>
            <ac:grpSpMk id="13" creationId="{4C6C69EE-8B4F-ACD4-CD3A-1202C8403BA4}"/>
          </ac:grpSpMkLst>
        </pc:grpChg>
        <pc:grpChg chg="mod">
          <ac:chgData name="garima chhetri" userId="a9853eacb93182f5" providerId="LiveId" clId="{EFAFE6C2-B219-4043-B08F-758C11401938}" dt="2025-09-12T15:01:14.762" v="403"/>
          <ac:grpSpMkLst>
            <pc:docMk/>
            <pc:sldMk cId="542948768" sldId="546"/>
            <ac:grpSpMk id="16" creationId="{48B8EEF3-559B-CF5B-5444-50673058C7EA}"/>
          </ac:grpSpMkLst>
        </pc:grpChg>
        <pc:picChg chg="del">
          <ac:chgData name="garima chhetri" userId="a9853eacb93182f5" providerId="LiveId" clId="{EFAFE6C2-B219-4043-B08F-758C11401938}" dt="2025-09-12T14:56:40.646" v="357" actId="478"/>
          <ac:picMkLst>
            <pc:docMk/>
            <pc:sldMk cId="542948768" sldId="546"/>
            <ac:picMk id="2" creationId="{98B1DEAA-1115-9287-43F5-ADA7DA812104}"/>
          </ac:picMkLst>
        </pc:picChg>
        <pc:picChg chg="del">
          <ac:chgData name="garima chhetri" userId="a9853eacb93182f5" providerId="LiveId" clId="{EFAFE6C2-B219-4043-B08F-758C11401938}" dt="2025-09-12T14:56:37.294" v="355" actId="478"/>
          <ac:picMkLst>
            <pc:docMk/>
            <pc:sldMk cId="542948768" sldId="546"/>
            <ac:picMk id="4" creationId="{D1FC6D4F-BCFC-C61B-5C2C-57B943F47CA0}"/>
          </ac:picMkLst>
        </pc:picChg>
        <pc:picChg chg="add mod">
          <ac:chgData name="garima chhetri" userId="a9853eacb93182f5" providerId="LiveId" clId="{EFAFE6C2-B219-4043-B08F-758C11401938}" dt="2025-09-12T14:58:27.636" v="372" actId="1076"/>
          <ac:picMkLst>
            <pc:docMk/>
            <pc:sldMk cId="542948768" sldId="546"/>
            <ac:picMk id="7" creationId="{DDBF852F-8201-BD92-6300-9AB7D6C866E7}"/>
          </ac:picMkLst>
        </pc:picChg>
        <pc:picChg chg="add mod">
          <ac:chgData name="garima chhetri" userId="a9853eacb93182f5" providerId="LiveId" clId="{EFAFE6C2-B219-4043-B08F-758C11401938}" dt="2025-09-12T14:58:32.401" v="374" actId="1076"/>
          <ac:picMkLst>
            <pc:docMk/>
            <pc:sldMk cId="542948768" sldId="546"/>
            <ac:picMk id="9" creationId="{E113425B-C9B0-B6BA-35CF-2659350BBD1D}"/>
          </ac:picMkLst>
        </pc:picChg>
        <pc:picChg chg="add mod">
          <ac:chgData name="garima chhetri" userId="a9853eacb93182f5" providerId="LiveId" clId="{EFAFE6C2-B219-4043-B08F-758C11401938}" dt="2025-09-12T14:58:38.177" v="376" actId="1076"/>
          <ac:picMkLst>
            <pc:docMk/>
            <pc:sldMk cId="542948768" sldId="546"/>
            <ac:picMk id="10" creationId="{F778AB93-D3AA-B149-949C-0178692C5177}"/>
          </ac:picMkLst>
        </pc:picChg>
        <pc:inkChg chg="add mod">
          <ac:chgData name="garima chhetri" userId="a9853eacb93182f5" providerId="LiveId" clId="{EFAFE6C2-B219-4043-B08F-758C11401938}" dt="2025-09-12T15:01:05.596" v="400"/>
          <ac:inkMkLst>
            <pc:docMk/>
            <pc:sldMk cId="542948768" sldId="546"/>
            <ac:inkMk id="11" creationId="{A3D2EE99-01E8-73CE-3AC2-99F3936F1A16}"/>
          </ac:inkMkLst>
        </pc:inkChg>
        <pc:inkChg chg="add mod">
          <ac:chgData name="garima chhetri" userId="a9853eacb93182f5" providerId="LiveId" clId="{EFAFE6C2-B219-4043-B08F-758C11401938}" dt="2025-09-12T15:01:05.596" v="400"/>
          <ac:inkMkLst>
            <pc:docMk/>
            <pc:sldMk cId="542948768" sldId="546"/>
            <ac:inkMk id="12" creationId="{B22B145E-AA37-DB99-294F-4D0C9628D5D9}"/>
          </ac:inkMkLst>
        </pc:inkChg>
        <pc:inkChg chg="add mod">
          <ac:chgData name="garima chhetri" userId="a9853eacb93182f5" providerId="LiveId" clId="{EFAFE6C2-B219-4043-B08F-758C11401938}" dt="2025-09-12T15:01:14.762" v="403"/>
          <ac:inkMkLst>
            <pc:docMk/>
            <pc:sldMk cId="542948768" sldId="546"/>
            <ac:inkMk id="14" creationId="{4F6AB548-D773-7F7D-5655-E78B20169419}"/>
          </ac:inkMkLst>
        </pc:inkChg>
        <pc:inkChg chg="add mod">
          <ac:chgData name="garima chhetri" userId="a9853eacb93182f5" providerId="LiveId" clId="{EFAFE6C2-B219-4043-B08F-758C11401938}" dt="2025-09-12T15:01:14.762" v="403"/>
          <ac:inkMkLst>
            <pc:docMk/>
            <pc:sldMk cId="542948768" sldId="546"/>
            <ac:inkMk id="15" creationId="{20A0EE3F-A9E6-0E78-8518-D41FFFF8F21F}"/>
          </ac:inkMkLst>
        </pc:inkChg>
      </pc:sldChg>
      <pc:sldChg chg="addSp delSp modSp new mod">
        <pc:chgData name="garima chhetri" userId="a9853eacb93182f5" providerId="LiveId" clId="{EFAFE6C2-B219-4043-B08F-758C11401938}" dt="2025-09-12T15:01:20.859" v="406"/>
        <pc:sldMkLst>
          <pc:docMk/>
          <pc:sldMk cId="2537461207" sldId="547"/>
        </pc:sldMkLst>
        <pc:spChg chg="del">
          <ac:chgData name="garima chhetri" userId="a9853eacb93182f5" providerId="LiveId" clId="{EFAFE6C2-B219-4043-B08F-758C11401938}" dt="2025-09-12T14:58:13.534" v="367" actId="478"/>
          <ac:spMkLst>
            <pc:docMk/>
            <pc:sldMk cId="2537461207" sldId="547"/>
            <ac:spMk id="2" creationId="{E8DDFE84-D669-7A6A-03AD-AF5D43045172}"/>
          </ac:spMkLst>
        </pc:spChg>
        <pc:spChg chg="del">
          <ac:chgData name="garima chhetri" userId="a9853eacb93182f5" providerId="LiveId" clId="{EFAFE6C2-B219-4043-B08F-758C11401938}" dt="2025-09-12T14:58:11.579" v="366" actId="478"/>
          <ac:spMkLst>
            <pc:docMk/>
            <pc:sldMk cId="2537461207" sldId="547"/>
            <ac:spMk id="3" creationId="{3819B857-21AC-9EED-4512-8370B1A8285E}"/>
          </ac:spMkLst>
        </pc:spChg>
        <pc:grpChg chg="mod">
          <ac:chgData name="garima chhetri" userId="a9853eacb93182f5" providerId="LiveId" clId="{EFAFE6C2-B219-4043-B08F-758C11401938}" dt="2025-09-12T15:01:20.859" v="406"/>
          <ac:grpSpMkLst>
            <pc:docMk/>
            <pc:sldMk cId="2537461207" sldId="547"/>
            <ac:grpSpMk id="10" creationId="{0121D655-16D3-79FE-99F5-03A52686FE81}"/>
          </ac:grpSpMkLst>
        </pc:grpChg>
        <pc:picChg chg="add del mod">
          <ac:chgData name="garima chhetri" userId="a9853eacb93182f5" providerId="LiveId" clId="{EFAFE6C2-B219-4043-B08F-758C11401938}" dt="2025-09-12T14:58:48.618" v="377" actId="478"/>
          <ac:picMkLst>
            <pc:docMk/>
            <pc:sldMk cId="2537461207" sldId="547"/>
            <ac:picMk id="5" creationId="{417E640E-02D0-5AB9-3630-D978FEC4B55E}"/>
          </ac:picMkLst>
        </pc:picChg>
        <pc:picChg chg="add">
          <ac:chgData name="garima chhetri" userId="a9853eacb93182f5" providerId="LiveId" clId="{EFAFE6C2-B219-4043-B08F-758C11401938}" dt="2025-09-12T14:58:59.192" v="378" actId="22"/>
          <ac:picMkLst>
            <pc:docMk/>
            <pc:sldMk cId="2537461207" sldId="547"/>
            <ac:picMk id="7" creationId="{148AA67C-BEB0-5A26-9A84-B1577F114817}"/>
          </ac:picMkLst>
        </pc:picChg>
        <pc:inkChg chg="add mod">
          <ac:chgData name="garima chhetri" userId="a9853eacb93182f5" providerId="LiveId" clId="{EFAFE6C2-B219-4043-B08F-758C11401938}" dt="2025-09-12T15:01:20.859" v="406"/>
          <ac:inkMkLst>
            <pc:docMk/>
            <pc:sldMk cId="2537461207" sldId="547"/>
            <ac:inkMk id="8" creationId="{1C6484B3-AA58-DFE0-FEFD-24DBEEB154A2}"/>
          </ac:inkMkLst>
        </pc:inkChg>
        <pc:inkChg chg="add mod">
          <ac:chgData name="garima chhetri" userId="a9853eacb93182f5" providerId="LiveId" clId="{EFAFE6C2-B219-4043-B08F-758C11401938}" dt="2025-09-12T15:01:20.859" v="406"/>
          <ac:inkMkLst>
            <pc:docMk/>
            <pc:sldMk cId="2537461207" sldId="547"/>
            <ac:inkMk id="9" creationId="{E4025F6E-BA1D-F7F8-9C1E-018D4EB4929B}"/>
          </ac:inkMkLst>
        </pc:inkChg>
      </pc:sldChg>
      <pc:sldChg chg="addSp delSp modSp new mod">
        <pc:chgData name="garima chhetri" userId="a9853eacb93182f5" providerId="LiveId" clId="{EFAFE6C2-B219-4043-B08F-758C11401938}" dt="2025-09-12T15:05:09.948" v="422"/>
        <pc:sldMkLst>
          <pc:docMk/>
          <pc:sldMk cId="3992762438" sldId="548"/>
        </pc:sldMkLst>
        <pc:spChg chg="mod">
          <ac:chgData name="garima chhetri" userId="a9853eacb93182f5" providerId="LiveId" clId="{EFAFE6C2-B219-4043-B08F-758C11401938}" dt="2025-09-12T15:04:11.451" v="413"/>
          <ac:spMkLst>
            <pc:docMk/>
            <pc:sldMk cId="3992762438" sldId="548"/>
            <ac:spMk id="2" creationId="{FEB004F0-7539-2946-AC55-01C8D2C5FEB3}"/>
          </ac:spMkLst>
        </pc:spChg>
        <pc:spChg chg="mod">
          <ac:chgData name="garima chhetri" userId="a9853eacb93182f5" providerId="LiveId" clId="{EFAFE6C2-B219-4043-B08F-758C11401938}" dt="2025-09-12T15:05:06.886" v="420" actId="5793"/>
          <ac:spMkLst>
            <pc:docMk/>
            <pc:sldMk cId="3992762438" sldId="548"/>
            <ac:spMk id="3" creationId="{B9F4F7AA-31A4-2F12-282C-1C33FF1FB17C}"/>
          </ac:spMkLst>
        </pc:spChg>
        <pc:spChg chg="add del mod">
          <ac:chgData name="garima chhetri" userId="a9853eacb93182f5" providerId="LiveId" clId="{EFAFE6C2-B219-4043-B08F-758C11401938}" dt="2025-09-12T15:05:09.948" v="422"/>
          <ac:spMkLst>
            <pc:docMk/>
            <pc:sldMk cId="3992762438" sldId="548"/>
            <ac:spMk id="4" creationId="{90678E05-4C35-8BE6-F841-2875032DEF1F}"/>
          </ac:spMkLst>
        </pc:spChg>
      </pc:sldChg>
      <pc:sldChg chg="addSp delSp modSp new mod">
        <pc:chgData name="garima chhetri" userId="a9853eacb93182f5" providerId="LiveId" clId="{EFAFE6C2-B219-4043-B08F-758C11401938}" dt="2025-09-12T15:41:35.650" v="488"/>
        <pc:sldMkLst>
          <pc:docMk/>
          <pc:sldMk cId="3959768985" sldId="549"/>
        </pc:sldMkLst>
        <pc:spChg chg="mod">
          <ac:chgData name="garima chhetri" userId="a9853eacb93182f5" providerId="LiveId" clId="{EFAFE6C2-B219-4043-B08F-758C11401938}" dt="2025-09-12T15:40:30.492" v="479"/>
          <ac:spMkLst>
            <pc:docMk/>
            <pc:sldMk cId="3959768985" sldId="549"/>
            <ac:spMk id="2" creationId="{D8DE4FF7-72A1-F653-EBD9-3ADE885131C1}"/>
          </ac:spMkLst>
        </pc:spChg>
        <pc:spChg chg="mod">
          <ac:chgData name="garima chhetri" userId="a9853eacb93182f5" providerId="LiveId" clId="{EFAFE6C2-B219-4043-B08F-758C11401938}" dt="2025-09-12T15:41:33.168" v="486" actId="20577"/>
          <ac:spMkLst>
            <pc:docMk/>
            <pc:sldMk cId="3959768985" sldId="549"/>
            <ac:spMk id="3" creationId="{FAB7825B-D374-93FE-F6A0-C342FA488809}"/>
          </ac:spMkLst>
        </pc:spChg>
        <pc:spChg chg="add del mod">
          <ac:chgData name="garima chhetri" userId="a9853eacb93182f5" providerId="LiveId" clId="{EFAFE6C2-B219-4043-B08F-758C11401938}" dt="2025-09-12T15:41:35.650" v="488"/>
          <ac:spMkLst>
            <pc:docMk/>
            <pc:sldMk cId="3959768985" sldId="549"/>
            <ac:spMk id="4" creationId="{5374654D-FF95-101F-A70F-DC91AC0FBF14}"/>
          </ac:spMkLst>
        </pc:spChg>
      </pc:sldChg>
      <pc:sldChg chg="delSp modSp new mod ord">
        <pc:chgData name="garima chhetri" userId="a9853eacb93182f5" providerId="LiveId" clId="{EFAFE6C2-B219-4043-B08F-758C11401938}" dt="2025-09-12T15:48:18.623" v="511" actId="27636"/>
        <pc:sldMkLst>
          <pc:docMk/>
          <pc:sldMk cId="2669369270" sldId="550"/>
        </pc:sldMkLst>
        <pc:spChg chg="del">
          <ac:chgData name="garima chhetri" userId="a9853eacb93182f5" providerId="LiveId" clId="{EFAFE6C2-B219-4043-B08F-758C11401938}" dt="2025-09-12T15:47:25.098" v="497" actId="478"/>
          <ac:spMkLst>
            <pc:docMk/>
            <pc:sldMk cId="2669369270" sldId="550"/>
            <ac:spMk id="2" creationId="{F208557D-8A55-965B-737A-77E4942D6D05}"/>
          </ac:spMkLst>
        </pc:spChg>
        <pc:spChg chg="mod">
          <ac:chgData name="garima chhetri" userId="a9853eacb93182f5" providerId="LiveId" clId="{EFAFE6C2-B219-4043-B08F-758C11401938}" dt="2025-09-12T15:48:18.623" v="511" actId="27636"/>
          <ac:spMkLst>
            <pc:docMk/>
            <pc:sldMk cId="2669369270" sldId="550"/>
            <ac:spMk id="3" creationId="{8EE43E62-9BD4-0EB2-82C6-842CAD116322}"/>
          </ac:spMkLst>
        </pc:spChg>
      </pc:sldChg>
      <pc:sldChg chg="addSp delSp modSp new mod">
        <pc:chgData name="garima chhetri" userId="a9853eacb93182f5" providerId="LiveId" clId="{EFAFE6C2-B219-4043-B08F-758C11401938}" dt="2025-09-12T17:13:57.772" v="711"/>
        <pc:sldMkLst>
          <pc:docMk/>
          <pc:sldMk cId="1896352799" sldId="551"/>
        </pc:sldMkLst>
        <pc:spChg chg="del">
          <ac:chgData name="garima chhetri" userId="a9853eacb93182f5" providerId="LiveId" clId="{EFAFE6C2-B219-4043-B08F-758C11401938}" dt="2025-09-12T16:44:30.765" v="520" actId="478"/>
          <ac:spMkLst>
            <pc:docMk/>
            <pc:sldMk cId="1896352799" sldId="551"/>
            <ac:spMk id="2" creationId="{7BC7965B-BC49-FAE7-EE63-E76A62DFF7E3}"/>
          </ac:spMkLst>
        </pc:spChg>
        <pc:spChg chg="del">
          <ac:chgData name="garima chhetri" userId="a9853eacb93182f5" providerId="LiveId" clId="{EFAFE6C2-B219-4043-B08F-758C11401938}" dt="2025-09-12T16:44:28.486" v="519" actId="478"/>
          <ac:spMkLst>
            <pc:docMk/>
            <pc:sldMk cId="1896352799" sldId="551"/>
            <ac:spMk id="3" creationId="{5B7A7E4E-917D-FB97-2418-07AF70C8D92B}"/>
          </ac:spMkLst>
        </pc:spChg>
        <pc:grpChg chg="del mod">
          <ac:chgData name="garima chhetri" userId="a9853eacb93182f5" providerId="LiveId" clId="{EFAFE6C2-B219-4043-B08F-758C11401938}" dt="2025-09-12T17:13:43.411" v="705"/>
          <ac:grpSpMkLst>
            <pc:docMk/>
            <pc:sldMk cId="1896352799" sldId="551"/>
            <ac:grpSpMk id="8" creationId="{22F0071F-2D77-7E37-3826-737BD3770455}"/>
          </ac:grpSpMkLst>
        </pc:grpChg>
        <pc:grpChg chg="add del mod">
          <ac:chgData name="garima chhetri" userId="a9853eacb93182f5" providerId="LiveId" clId="{EFAFE6C2-B219-4043-B08F-758C11401938}" dt="2025-09-12T17:13:57.772" v="711"/>
          <ac:grpSpMkLst>
            <pc:docMk/>
            <pc:sldMk cId="1896352799" sldId="551"/>
            <ac:grpSpMk id="21" creationId="{EB0F9FB3-5704-8627-AC1F-3F5E82C3FF02}"/>
          </ac:grpSpMkLst>
        </pc:grpChg>
        <pc:grpChg chg="mod">
          <ac:chgData name="garima chhetri" userId="a9853eacb93182f5" providerId="LiveId" clId="{EFAFE6C2-B219-4043-B08F-758C11401938}" dt="2025-09-12T17:13:54.213" v="709"/>
          <ac:grpSpMkLst>
            <pc:docMk/>
            <pc:sldMk cId="1896352799" sldId="551"/>
            <ac:grpSpMk id="23" creationId="{EE89521D-7F15-E470-DA1E-05A9445856A1}"/>
          </ac:grpSpMkLst>
        </pc:grpChg>
        <pc:grpChg chg="mod">
          <ac:chgData name="garima chhetri" userId="a9853eacb93182f5" providerId="LiveId" clId="{EFAFE6C2-B219-4043-B08F-758C11401938}" dt="2025-09-12T17:13:57.772" v="711"/>
          <ac:grpSpMkLst>
            <pc:docMk/>
            <pc:sldMk cId="1896352799" sldId="551"/>
            <ac:grpSpMk id="25" creationId="{F4A9188C-A9D7-8428-4155-96896888402E}"/>
          </ac:grpSpMkLst>
        </pc:grpChg>
        <pc:picChg chg="add mod">
          <ac:chgData name="garima chhetri" userId="a9853eacb93182f5" providerId="LiveId" clId="{EFAFE6C2-B219-4043-B08F-758C11401938}" dt="2025-09-12T17:13:12.040" v="689" actId="1076"/>
          <ac:picMkLst>
            <pc:docMk/>
            <pc:sldMk cId="1896352799" sldId="551"/>
            <ac:picMk id="5" creationId="{E0D35055-BF11-C145-BB87-5576AA7A15AA}"/>
          </ac:picMkLst>
        </pc:pic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6" creationId="{BA0D495D-D67D-1A06-1E0F-382E42470A16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7" creationId="{C6D08F9A-1F92-6972-8250-827BB1216FC6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9" creationId="{EC3EF77E-8595-F4D6-E58C-AB5619A1AA93}"/>
          </ac:inkMkLst>
        </pc:inkChg>
        <pc:inkChg chg="add">
          <ac:chgData name="garima chhetri" userId="a9853eacb93182f5" providerId="LiveId" clId="{EFAFE6C2-B219-4043-B08F-758C11401938}" dt="2025-09-12T17:13:34.595" v="694" actId="9405"/>
          <ac:inkMkLst>
            <pc:docMk/>
            <pc:sldMk cId="1896352799" sldId="551"/>
            <ac:inkMk id="10" creationId="{4EA31001-E798-4D29-DD7B-36C384C915A2}"/>
          </ac:inkMkLst>
        </pc:inkChg>
        <pc:inkChg chg="add mod">
          <ac:chgData name="garima chhetri" userId="a9853eacb93182f5" providerId="LiveId" clId="{EFAFE6C2-B219-4043-B08F-758C11401938}" dt="2025-09-12T17:13:54.213" v="709"/>
          <ac:inkMkLst>
            <pc:docMk/>
            <pc:sldMk cId="1896352799" sldId="551"/>
            <ac:inkMk id="11" creationId="{E6622998-B6C7-DCB3-52C1-B07E1775959B}"/>
          </ac:inkMkLst>
        </pc:inkChg>
        <pc:inkChg chg="add mod">
          <ac:chgData name="garima chhetri" userId="a9853eacb93182f5" providerId="LiveId" clId="{EFAFE6C2-B219-4043-B08F-758C11401938}" dt="2025-09-12T17:13:54.213" v="709"/>
          <ac:inkMkLst>
            <pc:docMk/>
            <pc:sldMk cId="1896352799" sldId="551"/>
            <ac:inkMk id="12" creationId="{CDB5F43C-37C2-331B-49A3-2E7562DDE798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13" creationId="{A382B83B-DD45-C57A-E44C-32D35550FBC4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14" creationId="{A8746EFC-6890-3D65-B354-7DF19C4EE074}"/>
          </ac:inkMkLst>
        </pc:inkChg>
        <pc:inkChg chg="add mod">
          <ac:chgData name="garima chhetri" userId="a9853eacb93182f5" providerId="LiveId" clId="{EFAFE6C2-B219-4043-B08F-758C11401938}" dt="2025-09-12T17:13:54.213" v="709"/>
          <ac:inkMkLst>
            <pc:docMk/>
            <pc:sldMk cId="1896352799" sldId="551"/>
            <ac:inkMk id="15" creationId="{B9FF3E4B-7594-A9B8-41CC-3057C48DACF4}"/>
          </ac:inkMkLst>
        </pc:inkChg>
        <pc:inkChg chg="add">
          <ac:chgData name="garima chhetri" userId="a9853eacb93182f5" providerId="LiveId" clId="{EFAFE6C2-B219-4043-B08F-758C11401938}" dt="2025-09-12T17:13:39.408" v="700" actId="9405"/>
          <ac:inkMkLst>
            <pc:docMk/>
            <pc:sldMk cId="1896352799" sldId="551"/>
            <ac:inkMk id="16" creationId="{F06823D1-B05F-848D-0046-D5EAD552DE15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17" creationId="{7F3958A8-B97E-1CAB-29B7-F4E935957447}"/>
          </ac:inkMkLst>
        </pc:inkChg>
        <pc:inkChg chg="add">
          <ac:chgData name="garima chhetri" userId="a9853eacb93182f5" providerId="LiveId" clId="{EFAFE6C2-B219-4043-B08F-758C11401938}" dt="2025-09-12T17:13:40.853" v="702" actId="9405"/>
          <ac:inkMkLst>
            <pc:docMk/>
            <pc:sldMk cId="1896352799" sldId="551"/>
            <ac:inkMk id="18" creationId="{6E2C7AEA-78B2-878F-BAB5-39A7C86331B3}"/>
          </ac:inkMkLst>
        </pc:inkChg>
        <pc:inkChg chg="add mod">
          <ac:chgData name="garima chhetri" userId="a9853eacb93182f5" providerId="LiveId" clId="{EFAFE6C2-B219-4043-B08F-758C11401938}" dt="2025-09-12T17:13:54.213" v="709"/>
          <ac:inkMkLst>
            <pc:docMk/>
            <pc:sldMk cId="1896352799" sldId="551"/>
            <ac:inkMk id="19" creationId="{EDF2A349-318A-CEF5-0387-6DF4631CD15E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20" creationId="{7D8BC0B2-5C6D-0505-AEE6-71ED6BEC4D1B}"/>
          </ac:inkMkLst>
        </pc:inkChg>
        <pc:inkChg chg="add del mod">
          <ac:chgData name="garima chhetri" userId="a9853eacb93182f5" providerId="LiveId" clId="{EFAFE6C2-B219-4043-B08F-758C11401938}" dt="2025-09-12T17:13:54.213" v="709"/>
          <ac:inkMkLst>
            <pc:docMk/>
            <pc:sldMk cId="1896352799" sldId="551"/>
            <ac:inkMk id="22" creationId="{8461983F-1002-33A7-6B91-B3099879BA55}"/>
          </ac:inkMkLst>
        </pc:inkChg>
        <pc:inkChg chg="add mod">
          <ac:chgData name="garima chhetri" userId="a9853eacb93182f5" providerId="LiveId" clId="{EFAFE6C2-B219-4043-B08F-758C11401938}" dt="2025-09-12T17:13:57.772" v="711"/>
          <ac:inkMkLst>
            <pc:docMk/>
            <pc:sldMk cId="1896352799" sldId="551"/>
            <ac:inkMk id="24" creationId="{79E9DC1E-3F66-F7F4-5887-559F01BA79DC}"/>
          </ac:inkMkLst>
        </pc:inkChg>
      </pc:sldChg>
      <pc:sldChg chg="add del ord">
        <pc:chgData name="garima chhetri" userId="a9853eacb93182f5" providerId="LiveId" clId="{EFAFE6C2-B219-4043-B08F-758C11401938}" dt="2025-09-12T17:05:32.748" v="590" actId="47"/>
        <pc:sldMkLst>
          <pc:docMk/>
          <pc:sldMk cId="819932830" sldId="552"/>
        </pc:sldMkLst>
      </pc:sldChg>
      <pc:sldChg chg="addSp modSp add mod">
        <pc:chgData name="garima chhetri" userId="a9853eacb93182f5" providerId="LiveId" clId="{EFAFE6C2-B219-4043-B08F-758C11401938}" dt="2025-09-12T17:14:17.388" v="717"/>
        <pc:sldMkLst>
          <pc:docMk/>
          <pc:sldMk cId="2203469278" sldId="553"/>
        </pc:sldMkLst>
        <pc:grpChg chg="mod">
          <ac:chgData name="garima chhetri" userId="a9853eacb93182f5" providerId="LiveId" clId="{EFAFE6C2-B219-4043-B08F-758C11401938}" dt="2025-09-12T17:14:14.541" v="714"/>
          <ac:grpSpMkLst>
            <pc:docMk/>
            <pc:sldMk cId="2203469278" sldId="553"/>
            <ac:grpSpMk id="6" creationId="{1628E51B-58EC-9743-5EC5-8BD898725683}"/>
          </ac:grpSpMkLst>
        </pc:grpChg>
        <pc:grpChg chg="mod">
          <ac:chgData name="garima chhetri" userId="a9853eacb93182f5" providerId="LiveId" clId="{EFAFE6C2-B219-4043-B08F-758C11401938}" dt="2025-09-12T17:14:17.388" v="717"/>
          <ac:grpSpMkLst>
            <pc:docMk/>
            <pc:sldMk cId="2203469278" sldId="553"/>
            <ac:grpSpMk id="9" creationId="{CC5A023C-FAA9-6D47-0D29-B3AD731C978B}"/>
          </ac:grpSpMkLst>
        </pc:grpChg>
        <pc:picChg chg="add mod">
          <ac:chgData name="garima chhetri" userId="a9853eacb93182f5" providerId="LiveId" clId="{EFAFE6C2-B219-4043-B08F-758C11401938}" dt="2025-09-12T17:06:55.482" v="615" actId="1076"/>
          <ac:picMkLst>
            <pc:docMk/>
            <pc:sldMk cId="2203469278" sldId="553"/>
            <ac:picMk id="3" creationId="{7EA87131-94B2-F32E-5F1E-F29358395998}"/>
          </ac:picMkLst>
        </pc:picChg>
        <pc:inkChg chg="add mod">
          <ac:chgData name="garima chhetri" userId="a9853eacb93182f5" providerId="LiveId" clId="{EFAFE6C2-B219-4043-B08F-758C11401938}" dt="2025-09-12T17:14:14.541" v="714"/>
          <ac:inkMkLst>
            <pc:docMk/>
            <pc:sldMk cId="2203469278" sldId="553"/>
            <ac:inkMk id="4" creationId="{1F47FA6E-F9F6-86D9-2B09-2B3AAFAED807}"/>
          </ac:inkMkLst>
        </pc:inkChg>
        <pc:inkChg chg="add mod">
          <ac:chgData name="garima chhetri" userId="a9853eacb93182f5" providerId="LiveId" clId="{EFAFE6C2-B219-4043-B08F-758C11401938}" dt="2025-09-12T17:14:14.541" v="714"/>
          <ac:inkMkLst>
            <pc:docMk/>
            <pc:sldMk cId="2203469278" sldId="553"/>
            <ac:inkMk id="5" creationId="{736576C6-1285-5A73-7DAB-4F3B4533C8A6}"/>
          </ac:inkMkLst>
        </pc:inkChg>
        <pc:inkChg chg="add mod">
          <ac:chgData name="garima chhetri" userId="a9853eacb93182f5" providerId="LiveId" clId="{EFAFE6C2-B219-4043-B08F-758C11401938}" dt="2025-09-12T17:14:17.388" v="717"/>
          <ac:inkMkLst>
            <pc:docMk/>
            <pc:sldMk cId="2203469278" sldId="553"/>
            <ac:inkMk id="7" creationId="{65BBB00A-F695-4BB4-D4A5-8E4A28B9559B}"/>
          </ac:inkMkLst>
        </pc:inkChg>
        <pc:inkChg chg="add mod">
          <ac:chgData name="garima chhetri" userId="a9853eacb93182f5" providerId="LiveId" clId="{EFAFE6C2-B219-4043-B08F-758C11401938}" dt="2025-09-12T17:14:17.388" v="717"/>
          <ac:inkMkLst>
            <pc:docMk/>
            <pc:sldMk cId="2203469278" sldId="553"/>
            <ac:inkMk id="8" creationId="{AC9B0C31-E5BE-4AC5-7676-D8BFD80FC4B8}"/>
          </ac:inkMkLst>
        </pc:inkChg>
      </pc:sldChg>
      <pc:sldChg chg="addSp delSp modSp add mod">
        <pc:chgData name="garima chhetri" userId="a9853eacb93182f5" providerId="LiveId" clId="{EFAFE6C2-B219-4043-B08F-758C11401938}" dt="2025-09-12T17:15:03.015" v="742"/>
        <pc:sldMkLst>
          <pc:docMk/>
          <pc:sldMk cId="248895492" sldId="554"/>
        </pc:sldMkLst>
        <pc:grpChg chg="del mod">
          <ac:chgData name="garima chhetri" userId="a9853eacb93182f5" providerId="LiveId" clId="{EFAFE6C2-B219-4043-B08F-758C11401938}" dt="2025-09-12T17:14:29.441" v="727"/>
          <ac:grpSpMkLst>
            <pc:docMk/>
            <pc:sldMk cId="248895492" sldId="554"/>
            <ac:grpSpMk id="15" creationId="{C3C61DEC-EEB5-0966-8C9C-E5130161879F}"/>
          </ac:grpSpMkLst>
        </pc:grpChg>
        <pc:grpChg chg="mod">
          <ac:chgData name="garima chhetri" userId="a9853eacb93182f5" providerId="LiveId" clId="{EFAFE6C2-B219-4043-B08F-758C11401938}" dt="2025-09-12T17:14:29.441" v="727"/>
          <ac:grpSpMkLst>
            <pc:docMk/>
            <pc:sldMk cId="248895492" sldId="554"/>
            <ac:grpSpMk id="17" creationId="{F694B0EC-28B8-5870-19E0-5D74ADCE31AE}"/>
          </ac:grpSpMkLst>
        </pc:grpChg>
        <pc:grpChg chg="mod">
          <ac:chgData name="garima chhetri" userId="a9853eacb93182f5" providerId="LiveId" clId="{EFAFE6C2-B219-4043-B08F-758C11401938}" dt="2025-09-12T17:14:37.496" v="730"/>
          <ac:grpSpMkLst>
            <pc:docMk/>
            <pc:sldMk cId="248895492" sldId="554"/>
            <ac:grpSpMk id="20" creationId="{86CF20EF-5966-3F7D-3517-DC0C62B502ED}"/>
          </ac:grpSpMkLst>
        </pc:grpChg>
        <pc:grpChg chg="mod">
          <ac:chgData name="garima chhetri" userId="a9853eacb93182f5" providerId="LiveId" clId="{EFAFE6C2-B219-4043-B08F-758C11401938}" dt="2025-09-12T17:14:43.133" v="733"/>
          <ac:grpSpMkLst>
            <pc:docMk/>
            <pc:sldMk cId="248895492" sldId="554"/>
            <ac:grpSpMk id="23" creationId="{58370547-D38B-220A-4157-BAD2818F033D}"/>
          </ac:grpSpMkLst>
        </pc:grpChg>
        <pc:grpChg chg="mod">
          <ac:chgData name="garima chhetri" userId="a9853eacb93182f5" providerId="LiveId" clId="{EFAFE6C2-B219-4043-B08F-758C11401938}" dt="2025-09-12T17:14:45.374" v="736"/>
          <ac:grpSpMkLst>
            <pc:docMk/>
            <pc:sldMk cId="248895492" sldId="554"/>
            <ac:grpSpMk id="26" creationId="{C96C7DDA-4653-1BA5-EDC9-D3A6DE84A071}"/>
          </ac:grpSpMkLst>
        </pc:grpChg>
        <pc:grpChg chg="mod">
          <ac:chgData name="garima chhetri" userId="a9853eacb93182f5" providerId="LiveId" clId="{EFAFE6C2-B219-4043-B08F-758C11401938}" dt="2025-09-12T17:14:47.603" v="739"/>
          <ac:grpSpMkLst>
            <pc:docMk/>
            <pc:sldMk cId="248895492" sldId="554"/>
            <ac:grpSpMk id="29" creationId="{A95936CC-91A5-FC90-A057-341228321267}"/>
          </ac:grpSpMkLst>
        </pc:grpChg>
        <pc:grpChg chg="mod">
          <ac:chgData name="garima chhetri" userId="a9853eacb93182f5" providerId="LiveId" clId="{EFAFE6C2-B219-4043-B08F-758C11401938}" dt="2025-09-12T17:15:03.015" v="742"/>
          <ac:grpSpMkLst>
            <pc:docMk/>
            <pc:sldMk cId="248895492" sldId="554"/>
            <ac:grpSpMk id="32" creationId="{5791815B-42C4-554F-DF94-C9D3B682E3D0}"/>
          </ac:grpSpMkLst>
        </pc:grpChg>
        <pc:picChg chg="add mod">
          <ac:chgData name="garima chhetri" userId="a9853eacb93182f5" providerId="LiveId" clId="{EFAFE6C2-B219-4043-B08F-758C11401938}" dt="2025-09-12T17:07:49.494" v="619" actId="1076"/>
          <ac:picMkLst>
            <pc:docMk/>
            <pc:sldMk cId="248895492" sldId="554"/>
            <ac:picMk id="3" creationId="{D468E1B1-D336-2B92-3E09-96227129E870}"/>
          </ac:picMkLst>
        </pc:picChg>
        <pc:picChg chg="add mod">
          <ac:chgData name="garima chhetri" userId="a9853eacb93182f5" providerId="LiveId" clId="{EFAFE6C2-B219-4043-B08F-758C11401938}" dt="2025-09-12T17:08:36.857" v="623" actId="1076"/>
          <ac:picMkLst>
            <pc:docMk/>
            <pc:sldMk cId="248895492" sldId="554"/>
            <ac:picMk id="5" creationId="{4772800B-E90F-010B-A075-052E982D0CF1}"/>
          </ac:picMkLst>
        </pc:picChg>
        <pc:picChg chg="add mod">
          <ac:chgData name="garima chhetri" userId="a9853eacb93182f5" providerId="LiveId" clId="{EFAFE6C2-B219-4043-B08F-758C11401938}" dt="2025-09-12T17:09:10.698" v="625" actId="1076"/>
          <ac:picMkLst>
            <pc:docMk/>
            <pc:sldMk cId="248895492" sldId="554"/>
            <ac:picMk id="7" creationId="{EC6F105C-9649-F006-A159-BB94A4BB0F38}"/>
          </ac:picMkLst>
        </pc:pic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8" creationId="{59D7C9A0-94A9-3ED3-D1CE-7F2F7687BDED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9" creationId="{59D7AB85-313F-F8E8-C72F-ABB33DE91299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0" creationId="{034C55F9-1922-4D5A-E620-69D4BD79A460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1" creationId="{872AE40B-6B85-6385-2B54-D782A362758C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2" creationId="{7F5464C5-C4FC-D315-ADC9-3F4328C08E6D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3" creationId="{C5D7832F-36E1-1180-19B6-B574BCE4D8C0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4" creationId="{60A5349A-A248-B1AF-1754-9ADFFF52F37D}"/>
          </ac:inkMkLst>
        </pc:inkChg>
        <pc:inkChg chg="add mod">
          <ac:chgData name="garima chhetri" userId="a9853eacb93182f5" providerId="LiveId" clId="{EFAFE6C2-B219-4043-B08F-758C11401938}" dt="2025-09-12T17:14:29.441" v="727"/>
          <ac:inkMkLst>
            <pc:docMk/>
            <pc:sldMk cId="248895492" sldId="554"/>
            <ac:inkMk id="16" creationId="{D9F8D72F-6B5C-D970-ACB8-7378580918FF}"/>
          </ac:inkMkLst>
        </pc:inkChg>
        <pc:inkChg chg="add mod">
          <ac:chgData name="garima chhetri" userId="a9853eacb93182f5" providerId="LiveId" clId="{EFAFE6C2-B219-4043-B08F-758C11401938}" dt="2025-09-12T17:14:37.496" v="730"/>
          <ac:inkMkLst>
            <pc:docMk/>
            <pc:sldMk cId="248895492" sldId="554"/>
            <ac:inkMk id="18" creationId="{BE54008C-458C-5AC7-2DDF-176E86E4FF66}"/>
          </ac:inkMkLst>
        </pc:inkChg>
        <pc:inkChg chg="add mod">
          <ac:chgData name="garima chhetri" userId="a9853eacb93182f5" providerId="LiveId" clId="{EFAFE6C2-B219-4043-B08F-758C11401938}" dt="2025-09-12T17:14:37.496" v="730"/>
          <ac:inkMkLst>
            <pc:docMk/>
            <pc:sldMk cId="248895492" sldId="554"/>
            <ac:inkMk id="19" creationId="{CE42DD90-F867-5FDA-70E9-43681BE7BBA6}"/>
          </ac:inkMkLst>
        </pc:inkChg>
        <pc:inkChg chg="add mod">
          <ac:chgData name="garima chhetri" userId="a9853eacb93182f5" providerId="LiveId" clId="{EFAFE6C2-B219-4043-B08F-758C11401938}" dt="2025-09-12T17:14:43.133" v="733"/>
          <ac:inkMkLst>
            <pc:docMk/>
            <pc:sldMk cId="248895492" sldId="554"/>
            <ac:inkMk id="21" creationId="{DC170217-1402-2449-B182-1BE3019EA654}"/>
          </ac:inkMkLst>
        </pc:inkChg>
        <pc:inkChg chg="add mod">
          <ac:chgData name="garima chhetri" userId="a9853eacb93182f5" providerId="LiveId" clId="{EFAFE6C2-B219-4043-B08F-758C11401938}" dt="2025-09-12T17:14:43.133" v="733"/>
          <ac:inkMkLst>
            <pc:docMk/>
            <pc:sldMk cId="248895492" sldId="554"/>
            <ac:inkMk id="22" creationId="{4BC4CD5B-0690-DB23-87D3-4483379CA656}"/>
          </ac:inkMkLst>
        </pc:inkChg>
        <pc:inkChg chg="add mod">
          <ac:chgData name="garima chhetri" userId="a9853eacb93182f5" providerId="LiveId" clId="{EFAFE6C2-B219-4043-B08F-758C11401938}" dt="2025-09-12T17:14:45.374" v="736"/>
          <ac:inkMkLst>
            <pc:docMk/>
            <pc:sldMk cId="248895492" sldId="554"/>
            <ac:inkMk id="24" creationId="{98AD0612-78E2-4F74-811E-D7CCCDDBFF0C}"/>
          </ac:inkMkLst>
        </pc:inkChg>
        <pc:inkChg chg="add mod">
          <ac:chgData name="garima chhetri" userId="a9853eacb93182f5" providerId="LiveId" clId="{EFAFE6C2-B219-4043-B08F-758C11401938}" dt="2025-09-12T17:14:45.374" v="736"/>
          <ac:inkMkLst>
            <pc:docMk/>
            <pc:sldMk cId="248895492" sldId="554"/>
            <ac:inkMk id="25" creationId="{6FAD7F99-32D3-319F-9948-86135B7289E1}"/>
          </ac:inkMkLst>
        </pc:inkChg>
        <pc:inkChg chg="add mod">
          <ac:chgData name="garima chhetri" userId="a9853eacb93182f5" providerId="LiveId" clId="{EFAFE6C2-B219-4043-B08F-758C11401938}" dt="2025-09-12T17:14:47.603" v="739"/>
          <ac:inkMkLst>
            <pc:docMk/>
            <pc:sldMk cId="248895492" sldId="554"/>
            <ac:inkMk id="27" creationId="{CF505726-089C-0186-C9A7-218C75C5E849}"/>
          </ac:inkMkLst>
        </pc:inkChg>
        <pc:inkChg chg="add mod">
          <ac:chgData name="garima chhetri" userId="a9853eacb93182f5" providerId="LiveId" clId="{EFAFE6C2-B219-4043-B08F-758C11401938}" dt="2025-09-12T17:14:47.603" v="739"/>
          <ac:inkMkLst>
            <pc:docMk/>
            <pc:sldMk cId="248895492" sldId="554"/>
            <ac:inkMk id="28" creationId="{6A9BB193-2554-096E-B813-135BCFD2FF8B}"/>
          </ac:inkMkLst>
        </pc:inkChg>
        <pc:inkChg chg="add mod">
          <ac:chgData name="garima chhetri" userId="a9853eacb93182f5" providerId="LiveId" clId="{EFAFE6C2-B219-4043-B08F-758C11401938}" dt="2025-09-12T17:15:03.015" v="742"/>
          <ac:inkMkLst>
            <pc:docMk/>
            <pc:sldMk cId="248895492" sldId="554"/>
            <ac:inkMk id="30" creationId="{5461A929-898E-4421-E813-E2483228CDFC}"/>
          </ac:inkMkLst>
        </pc:inkChg>
        <pc:inkChg chg="add mod">
          <ac:chgData name="garima chhetri" userId="a9853eacb93182f5" providerId="LiveId" clId="{EFAFE6C2-B219-4043-B08F-758C11401938}" dt="2025-09-12T17:15:03.015" v="742"/>
          <ac:inkMkLst>
            <pc:docMk/>
            <pc:sldMk cId="248895492" sldId="554"/>
            <ac:inkMk id="31" creationId="{E296691A-C8D7-9D27-6DB8-E25B08DEB6D5}"/>
          </ac:inkMkLst>
        </pc:inkChg>
      </pc:sldChg>
      <pc:sldChg chg="addSp modSp add mod">
        <pc:chgData name="garima chhetri" userId="a9853eacb93182f5" providerId="LiveId" clId="{EFAFE6C2-B219-4043-B08F-758C11401938}" dt="2025-09-12T17:15:09.726" v="745"/>
        <pc:sldMkLst>
          <pc:docMk/>
          <pc:sldMk cId="3966050804" sldId="555"/>
        </pc:sldMkLst>
        <pc:grpChg chg="mod">
          <ac:chgData name="garima chhetri" userId="a9853eacb93182f5" providerId="LiveId" clId="{EFAFE6C2-B219-4043-B08F-758C11401938}" dt="2025-09-12T17:15:09.726" v="745"/>
          <ac:grpSpMkLst>
            <pc:docMk/>
            <pc:sldMk cId="3966050804" sldId="555"/>
            <ac:grpSpMk id="6" creationId="{826DE0A8-E574-28FF-301E-7877BB92CB03}"/>
          </ac:grpSpMkLst>
        </pc:grpChg>
        <pc:picChg chg="add mod">
          <ac:chgData name="garima chhetri" userId="a9853eacb93182f5" providerId="LiveId" clId="{EFAFE6C2-B219-4043-B08F-758C11401938}" dt="2025-09-12T17:09:35.583" v="628" actId="1076"/>
          <ac:picMkLst>
            <pc:docMk/>
            <pc:sldMk cId="3966050804" sldId="555"/>
            <ac:picMk id="3" creationId="{E4E4F1BD-3CC2-9060-3962-71C40A5814FA}"/>
          </ac:picMkLst>
        </pc:picChg>
        <pc:inkChg chg="add mod">
          <ac:chgData name="garima chhetri" userId="a9853eacb93182f5" providerId="LiveId" clId="{EFAFE6C2-B219-4043-B08F-758C11401938}" dt="2025-09-12T17:15:09.726" v="745"/>
          <ac:inkMkLst>
            <pc:docMk/>
            <pc:sldMk cId="3966050804" sldId="555"/>
            <ac:inkMk id="4" creationId="{31F1AA4D-6B9E-2E94-7FBE-4FD17CFD69DF}"/>
          </ac:inkMkLst>
        </pc:inkChg>
        <pc:inkChg chg="add mod">
          <ac:chgData name="garima chhetri" userId="a9853eacb93182f5" providerId="LiveId" clId="{EFAFE6C2-B219-4043-B08F-758C11401938}" dt="2025-09-12T17:15:09.726" v="745"/>
          <ac:inkMkLst>
            <pc:docMk/>
            <pc:sldMk cId="3966050804" sldId="555"/>
            <ac:inkMk id="5" creationId="{3C0DFCB9-BB3E-A934-B620-4DA7C665D80B}"/>
          </ac:inkMkLst>
        </pc:inkChg>
      </pc:sldChg>
      <pc:sldChg chg="add del">
        <pc:chgData name="garima chhetri" userId="a9853eacb93182f5" providerId="LiveId" clId="{EFAFE6C2-B219-4043-B08F-758C11401938}" dt="2025-09-12T17:09:39.716" v="629" actId="47"/>
        <pc:sldMkLst>
          <pc:docMk/>
          <pc:sldMk cId="4256590629" sldId="556"/>
        </pc:sldMkLst>
      </pc:sldChg>
      <pc:sldChg chg="add del">
        <pc:chgData name="garima chhetri" userId="a9853eacb93182f5" providerId="LiveId" clId="{EFAFE6C2-B219-4043-B08F-758C11401938}" dt="2025-09-12T17:09:40.678" v="630" actId="47"/>
        <pc:sldMkLst>
          <pc:docMk/>
          <pc:sldMk cId="1751082516" sldId="557"/>
        </pc:sldMkLst>
      </pc:sldChg>
      <pc:sldChg chg="addSp delSp modSp add mod ord">
        <pc:chgData name="garima chhetri" userId="a9853eacb93182f5" providerId="LiveId" clId="{EFAFE6C2-B219-4043-B08F-758C11401938}" dt="2025-09-12T17:10:38.745" v="644"/>
        <pc:sldMkLst>
          <pc:docMk/>
          <pc:sldMk cId="1251431354" sldId="558"/>
        </pc:sldMkLst>
        <pc:grpChg chg="mod">
          <ac:chgData name="garima chhetri" userId="a9853eacb93182f5" providerId="LiveId" clId="{EFAFE6C2-B219-4043-B08F-758C11401938}" dt="2025-09-12T17:10:28.717" v="636"/>
          <ac:grpSpMkLst>
            <pc:docMk/>
            <pc:sldMk cId="1251431354" sldId="558"/>
            <ac:grpSpMk id="15" creationId="{892B3B06-BC77-AD7A-F84A-E4B100DAFE5D}"/>
          </ac:grpSpMkLst>
        </pc:grpChg>
        <pc:grpChg chg="mod">
          <ac:chgData name="garima chhetri" userId="a9853eacb93182f5" providerId="LiveId" clId="{EFAFE6C2-B219-4043-B08F-758C11401938}" dt="2025-09-12T17:10:38.745" v="644"/>
          <ac:grpSpMkLst>
            <pc:docMk/>
            <pc:sldMk cId="1251431354" sldId="558"/>
            <ac:grpSpMk id="21" creationId="{0759525A-F35F-ACED-AF78-094D22A1411C}"/>
          </ac:grpSpMkLst>
        </pc:grpChg>
        <pc:picChg chg="add del">
          <ac:chgData name="garima chhetri" userId="a9853eacb93182f5" providerId="LiveId" clId="{EFAFE6C2-B219-4043-B08F-758C11401938}" dt="2025-09-12T16:57:49.599" v="550" actId="22"/>
          <ac:picMkLst>
            <pc:docMk/>
            <pc:sldMk cId="1251431354" sldId="558"/>
            <ac:picMk id="3" creationId="{1F5FAC75-FED5-BB45-2C49-496C493E845B}"/>
          </ac:picMkLst>
        </pc:picChg>
        <pc:picChg chg="add mod">
          <ac:chgData name="garima chhetri" userId="a9853eacb93182f5" providerId="LiveId" clId="{EFAFE6C2-B219-4043-B08F-758C11401938}" dt="2025-09-12T16:58:19.892" v="552" actId="1076"/>
          <ac:picMkLst>
            <pc:docMk/>
            <pc:sldMk cId="1251431354" sldId="558"/>
            <ac:picMk id="5" creationId="{87E86D20-BCD0-7B21-350D-BE538706ADDE}"/>
          </ac:picMkLst>
        </pc:picChg>
        <pc:picChg chg="add mod">
          <ac:chgData name="garima chhetri" userId="a9853eacb93182f5" providerId="LiveId" clId="{EFAFE6C2-B219-4043-B08F-758C11401938}" dt="2025-09-12T16:58:42.789" v="554" actId="1076"/>
          <ac:picMkLst>
            <pc:docMk/>
            <pc:sldMk cId="1251431354" sldId="558"/>
            <ac:picMk id="7" creationId="{1BA69837-13A6-3601-6414-FC9F4708DEB4}"/>
          </ac:picMkLst>
        </pc:picChg>
        <pc:picChg chg="add mod">
          <ac:chgData name="garima chhetri" userId="a9853eacb93182f5" providerId="LiveId" clId="{EFAFE6C2-B219-4043-B08F-758C11401938}" dt="2025-09-12T16:59:06.251" v="557" actId="14100"/>
          <ac:picMkLst>
            <pc:docMk/>
            <pc:sldMk cId="1251431354" sldId="558"/>
            <ac:picMk id="9" creationId="{AC9C069F-280C-2621-8AAA-578C9E1E1F30}"/>
          </ac:picMkLst>
        </pc:picChg>
        <pc:picChg chg="add mod">
          <ac:chgData name="garima chhetri" userId="a9853eacb93182f5" providerId="LiveId" clId="{EFAFE6C2-B219-4043-B08F-758C11401938}" dt="2025-09-12T16:59:36.806" v="560" actId="14100"/>
          <ac:picMkLst>
            <pc:docMk/>
            <pc:sldMk cId="1251431354" sldId="558"/>
            <ac:picMk id="11" creationId="{0EFBB7F3-3D2A-6DC7-2F58-581088D7E5C8}"/>
          </ac:picMkLst>
        </pc:picChg>
        <pc:inkChg chg="add del mod">
          <ac:chgData name="garima chhetri" userId="a9853eacb93182f5" providerId="LiveId" clId="{EFAFE6C2-B219-4043-B08F-758C11401938}" dt="2025-09-12T17:10:29.565" v="638" actId="9405"/>
          <ac:inkMkLst>
            <pc:docMk/>
            <pc:sldMk cId="1251431354" sldId="558"/>
            <ac:inkMk id="12" creationId="{606C24A1-B49F-62EB-90DD-F470020AA980}"/>
          </ac:inkMkLst>
        </pc:inkChg>
        <pc:inkChg chg="add del mod">
          <ac:chgData name="garima chhetri" userId="a9853eacb93182f5" providerId="LiveId" clId="{EFAFE6C2-B219-4043-B08F-758C11401938}" dt="2025-09-12T17:10:29.105" v="637" actId="9405"/>
          <ac:inkMkLst>
            <pc:docMk/>
            <pc:sldMk cId="1251431354" sldId="558"/>
            <ac:inkMk id="13" creationId="{F06FD088-05D3-0FAD-B683-16883568C245}"/>
          </ac:inkMkLst>
        </pc:inkChg>
        <pc:inkChg chg="add del mod">
          <ac:chgData name="garima chhetri" userId="a9853eacb93182f5" providerId="LiveId" clId="{EFAFE6C2-B219-4043-B08F-758C11401938}" dt="2025-09-12T17:10:28.717" v="636"/>
          <ac:inkMkLst>
            <pc:docMk/>
            <pc:sldMk cId="1251431354" sldId="558"/>
            <ac:inkMk id="14" creationId="{28D274F7-B6E4-BA5E-3F91-8FED1663109A}"/>
          </ac:inkMkLst>
        </pc:inkChg>
        <pc:inkChg chg="add mod">
          <ac:chgData name="garima chhetri" userId="a9853eacb93182f5" providerId="LiveId" clId="{EFAFE6C2-B219-4043-B08F-758C11401938}" dt="2025-09-12T17:10:38.745" v="644"/>
          <ac:inkMkLst>
            <pc:docMk/>
            <pc:sldMk cId="1251431354" sldId="558"/>
            <ac:inkMk id="16" creationId="{CC60D512-57BA-D9D6-E017-FE912D32BD75}"/>
          </ac:inkMkLst>
        </pc:inkChg>
        <pc:inkChg chg="add mod">
          <ac:chgData name="garima chhetri" userId="a9853eacb93182f5" providerId="LiveId" clId="{EFAFE6C2-B219-4043-B08F-758C11401938}" dt="2025-09-12T17:10:38.745" v="644"/>
          <ac:inkMkLst>
            <pc:docMk/>
            <pc:sldMk cId="1251431354" sldId="558"/>
            <ac:inkMk id="17" creationId="{89FC480C-07F1-FE30-AFC7-EA8F14B93A6A}"/>
          </ac:inkMkLst>
        </pc:inkChg>
        <pc:inkChg chg="add mod">
          <ac:chgData name="garima chhetri" userId="a9853eacb93182f5" providerId="LiveId" clId="{EFAFE6C2-B219-4043-B08F-758C11401938}" dt="2025-09-12T17:10:38.745" v="644"/>
          <ac:inkMkLst>
            <pc:docMk/>
            <pc:sldMk cId="1251431354" sldId="558"/>
            <ac:inkMk id="18" creationId="{B4A459EB-5534-F2FE-FA3A-B9F98D4DAFC3}"/>
          </ac:inkMkLst>
        </pc:inkChg>
        <pc:inkChg chg="add mod">
          <ac:chgData name="garima chhetri" userId="a9853eacb93182f5" providerId="LiveId" clId="{EFAFE6C2-B219-4043-B08F-758C11401938}" dt="2025-09-12T17:10:38.745" v="644"/>
          <ac:inkMkLst>
            <pc:docMk/>
            <pc:sldMk cId="1251431354" sldId="558"/>
            <ac:inkMk id="19" creationId="{EE127E67-08F2-5182-7F9C-5BE88E33E176}"/>
          </ac:inkMkLst>
        </pc:inkChg>
        <pc:inkChg chg="add mod">
          <ac:chgData name="garima chhetri" userId="a9853eacb93182f5" providerId="LiveId" clId="{EFAFE6C2-B219-4043-B08F-758C11401938}" dt="2025-09-12T17:10:38.745" v="644"/>
          <ac:inkMkLst>
            <pc:docMk/>
            <pc:sldMk cId="1251431354" sldId="558"/>
            <ac:inkMk id="20" creationId="{B7092695-7615-C104-40D1-B76F2B02AAFD}"/>
          </ac:inkMkLst>
        </pc:inkChg>
      </pc:sldChg>
      <pc:sldChg chg="addSp delSp modSp new mod">
        <pc:chgData name="garima chhetri" userId="a9853eacb93182f5" providerId="LiveId" clId="{EFAFE6C2-B219-4043-B08F-758C11401938}" dt="2025-09-12T16:50:09.930" v="538"/>
        <pc:sldMkLst>
          <pc:docMk/>
          <pc:sldMk cId="189894521" sldId="559"/>
        </pc:sldMkLst>
        <pc:spChg chg="mod">
          <ac:chgData name="garima chhetri" userId="a9853eacb93182f5" providerId="LiveId" clId="{EFAFE6C2-B219-4043-B08F-758C11401938}" dt="2025-09-12T16:49:22.187" v="533"/>
          <ac:spMkLst>
            <pc:docMk/>
            <pc:sldMk cId="189894521" sldId="559"/>
            <ac:spMk id="2" creationId="{71A935F9-1962-13CB-F33C-D9430F7A3B3B}"/>
          </ac:spMkLst>
        </pc:spChg>
        <pc:spChg chg="mod">
          <ac:chgData name="garima chhetri" userId="a9853eacb93182f5" providerId="LiveId" clId="{EFAFE6C2-B219-4043-B08F-758C11401938}" dt="2025-09-12T16:49:49.792" v="536"/>
          <ac:spMkLst>
            <pc:docMk/>
            <pc:sldMk cId="189894521" sldId="559"/>
            <ac:spMk id="3" creationId="{0440918F-A122-7C7A-C0B1-6F2A4FFE7790}"/>
          </ac:spMkLst>
        </pc:spChg>
        <pc:spChg chg="add del mod">
          <ac:chgData name="garima chhetri" userId="a9853eacb93182f5" providerId="LiveId" clId="{EFAFE6C2-B219-4043-B08F-758C11401938}" dt="2025-09-12T16:50:09.930" v="538"/>
          <ac:spMkLst>
            <pc:docMk/>
            <pc:sldMk cId="189894521" sldId="559"/>
            <ac:spMk id="4" creationId="{37F7CBBB-6E0F-40F5-699F-BE951307D683}"/>
          </ac:spMkLst>
        </pc:spChg>
      </pc:sldChg>
      <pc:sldChg chg="addSp delSp modSp new mod">
        <pc:chgData name="garima chhetri" userId="a9853eacb93182f5" providerId="LiveId" clId="{EFAFE6C2-B219-4043-B08F-758C11401938}" dt="2025-09-12T17:11:28.682" v="668"/>
        <pc:sldMkLst>
          <pc:docMk/>
          <pc:sldMk cId="1358317514" sldId="560"/>
        </pc:sldMkLst>
        <pc:spChg chg="del">
          <ac:chgData name="garima chhetri" userId="a9853eacb93182f5" providerId="LiveId" clId="{EFAFE6C2-B219-4043-B08F-758C11401938}" dt="2025-09-12T16:59:47.039" v="563" actId="478"/>
          <ac:spMkLst>
            <pc:docMk/>
            <pc:sldMk cId="1358317514" sldId="560"/>
            <ac:spMk id="2" creationId="{3BD75A76-C737-455C-6971-20E46101EE25}"/>
          </ac:spMkLst>
        </pc:spChg>
        <pc:spChg chg="del">
          <ac:chgData name="garima chhetri" userId="a9853eacb93182f5" providerId="LiveId" clId="{EFAFE6C2-B219-4043-B08F-758C11401938}" dt="2025-09-12T16:59:44.292" v="562" actId="478"/>
          <ac:spMkLst>
            <pc:docMk/>
            <pc:sldMk cId="1358317514" sldId="560"/>
            <ac:spMk id="3" creationId="{3C685459-BAF7-A921-BC4E-B3B7A6B07BE5}"/>
          </ac:spMkLst>
        </pc:spChg>
        <pc:grpChg chg="del mod">
          <ac:chgData name="garima chhetri" userId="a9853eacb93182f5" providerId="LiveId" clId="{EFAFE6C2-B219-4043-B08F-758C11401938}" dt="2025-09-12T17:10:56.626" v="656"/>
          <ac:grpSpMkLst>
            <pc:docMk/>
            <pc:sldMk cId="1358317514" sldId="560"/>
            <ac:grpSpMk id="9" creationId="{0961440F-74C0-4DBB-D0AC-17EFB53C8174}"/>
          </ac:grpSpMkLst>
        </pc:grpChg>
        <pc:grpChg chg="mod">
          <ac:chgData name="garima chhetri" userId="a9853eacb93182f5" providerId="LiveId" clId="{EFAFE6C2-B219-4043-B08F-758C11401938}" dt="2025-09-12T17:10:56.626" v="656"/>
          <ac:grpSpMkLst>
            <pc:docMk/>
            <pc:sldMk cId="1358317514" sldId="560"/>
            <ac:grpSpMk id="17" creationId="{56527D45-6CA9-A2D8-A2ED-F913C202B9D8}"/>
          </ac:grpSpMkLst>
        </pc:grpChg>
        <pc:grpChg chg="mod">
          <ac:chgData name="garima chhetri" userId="a9853eacb93182f5" providerId="LiveId" clId="{EFAFE6C2-B219-4043-B08F-758C11401938}" dt="2025-09-12T17:11:06.814" v="659"/>
          <ac:grpSpMkLst>
            <pc:docMk/>
            <pc:sldMk cId="1358317514" sldId="560"/>
            <ac:grpSpMk id="20" creationId="{F365236D-C656-1A4A-3088-4198E79ED875}"/>
          </ac:grpSpMkLst>
        </pc:grpChg>
        <pc:grpChg chg="del mod">
          <ac:chgData name="garima chhetri" userId="a9853eacb93182f5" providerId="LiveId" clId="{EFAFE6C2-B219-4043-B08F-758C11401938}" dt="2025-09-12T17:11:28.682" v="668"/>
          <ac:grpSpMkLst>
            <pc:docMk/>
            <pc:sldMk cId="1358317514" sldId="560"/>
            <ac:grpSpMk id="27" creationId="{861B3C08-BCCE-EFFF-AA7D-5F87902D5885}"/>
          </ac:grpSpMkLst>
        </pc:grpChg>
        <pc:grpChg chg="mod">
          <ac:chgData name="garima chhetri" userId="a9853eacb93182f5" providerId="LiveId" clId="{EFAFE6C2-B219-4043-B08F-758C11401938}" dt="2025-09-12T17:11:28.682" v="668"/>
          <ac:grpSpMkLst>
            <pc:docMk/>
            <pc:sldMk cId="1358317514" sldId="560"/>
            <ac:grpSpMk id="29" creationId="{3D279F3C-7678-BDA5-ACAA-FBF4A96AEC62}"/>
          </ac:grpSpMkLst>
        </pc:grpChg>
        <pc:picChg chg="add mod">
          <ac:chgData name="garima chhetri" userId="a9853eacb93182f5" providerId="LiveId" clId="{EFAFE6C2-B219-4043-B08F-758C11401938}" dt="2025-09-12T17:01:58.009" v="567" actId="1076"/>
          <ac:picMkLst>
            <pc:docMk/>
            <pc:sldMk cId="1358317514" sldId="560"/>
            <ac:picMk id="5" creationId="{FE295E19-3B66-1E2E-834A-BD82156A0A83}"/>
          </ac:picMkLst>
        </pc:pic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6" creationId="{CFC5F014-1EBD-CD8F-E13E-B3ABE917D30B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7" creationId="{21F29482-A7D9-4780-15FF-2AB92BE80A54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8" creationId="{2A3D7B05-95C2-FA24-C60C-178C38D49D78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10" creationId="{933CE8DC-C48B-FB52-1DB3-CEFAB1846A3E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11" creationId="{849A7CDC-8DB9-CDA5-D636-0B7175F31FC9}"/>
          </ac:inkMkLst>
        </pc:inkChg>
        <pc:inkChg chg="add">
          <ac:chgData name="garima chhetri" userId="a9853eacb93182f5" providerId="LiveId" clId="{EFAFE6C2-B219-4043-B08F-758C11401938}" dt="2025-09-12T17:10:53.113" v="651" actId="9405"/>
          <ac:inkMkLst>
            <pc:docMk/>
            <pc:sldMk cId="1358317514" sldId="560"/>
            <ac:inkMk id="12" creationId="{6C6CB871-0A4E-6C6B-8DB6-3D24B0509FC5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13" creationId="{1927C829-A078-0FD0-690B-6CA94FFDE0CC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14" creationId="{B329B34B-180D-D933-11BC-314BF2F5AC1D}"/>
          </ac:inkMkLst>
        </pc:inkChg>
        <pc:inkChg chg="add">
          <ac:chgData name="garima chhetri" userId="a9853eacb93182f5" providerId="LiveId" clId="{EFAFE6C2-B219-4043-B08F-758C11401938}" dt="2025-09-12T17:10:55.863" v="654" actId="9405"/>
          <ac:inkMkLst>
            <pc:docMk/>
            <pc:sldMk cId="1358317514" sldId="560"/>
            <ac:inkMk id="15" creationId="{EB2BAF0C-0AAE-2E2A-A207-509618A0CE95}"/>
          </ac:inkMkLst>
        </pc:inkChg>
        <pc:inkChg chg="add mod">
          <ac:chgData name="garima chhetri" userId="a9853eacb93182f5" providerId="LiveId" clId="{EFAFE6C2-B219-4043-B08F-758C11401938}" dt="2025-09-12T17:10:56.626" v="656"/>
          <ac:inkMkLst>
            <pc:docMk/>
            <pc:sldMk cId="1358317514" sldId="560"/>
            <ac:inkMk id="16" creationId="{7ADC0A4D-3F65-702C-4BCD-8029008D73DD}"/>
          </ac:inkMkLst>
        </pc:inkChg>
        <pc:inkChg chg="add mod">
          <ac:chgData name="garima chhetri" userId="a9853eacb93182f5" providerId="LiveId" clId="{EFAFE6C2-B219-4043-B08F-758C11401938}" dt="2025-09-12T17:11:06.814" v="659"/>
          <ac:inkMkLst>
            <pc:docMk/>
            <pc:sldMk cId="1358317514" sldId="560"/>
            <ac:inkMk id="18" creationId="{E8486C9E-4C17-4971-36D9-C8EE15C25FA9}"/>
          </ac:inkMkLst>
        </pc:inkChg>
        <pc:inkChg chg="add mod">
          <ac:chgData name="garima chhetri" userId="a9853eacb93182f5" providerId="LiveId" clId="{EFAFE6C2-B219-4043-B08F-758C11401938}" dt="2025-09-12T17:11:06.814" v="659"/>
          <ac:inkMkLst>
            <pc:docMk/>
            <pc:sldMk cId="1358317514" sldId="560"/>
            <ac:inkMk id="19" creationId="{41954BD9-14A9-7774-9327-68894EDAD87D}"/>
          </ac:inkMkLst>
        </pc:inkChg>
        <pc:inkChg chg="add">
          <ac:chgData name="garima chhetri" userId="a9853eacb93182f5" providerId="LiveId" clId="{EFAFE6C2-B219-4043-B08F-758C11401938}" dt="2025-09-12T17:11:08.074" v="660" actId="9405"/>
          <ac:inkMkLst>
            <pc:docMk/>
            <pc:sldMk cId="1358317514" sldId="560"/>
            <ac:inkMk id="21" creationId="{AF0D0BE4-0233-E8E7-B7E5-993EF8E1F367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2" creationId="{1DA62F8D-B615-7096-3568-9E27847D19EA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3" creationId="{DF7D47DE-2168-C934-73EC-0A2704AE7787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4" creationId="{0793B833-74EC-7BCE-6FB8-FEADC13EA891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5" creationId="{C86B987B-0051-5040-0C7B-A3220425A21D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6" creationId="{44FA997D-E54C-5958-2373-AAB392C64CF0}"/>
          </ac:inkMkLst>
        </pc:inkChg>
        <pc:inkChg chg="add mod">
          <ac:chgData name="garima chhetri" userId="a9853eacb93182f5" providerId="LiveId" clId="{EFAFE6C2-B219-4043-B08F-758C11401938}" dt="2025-09-12T17:11:28.682" v="668"/>
          <ac:inkMkLst>
            <pc:docMk/>
            <pc:sldMk cId="1358317514" sldId="560"/>
            <ac:inkMk id="28" creationId="{4A2BCC13-82DD-D6F4-9E25-841146FBECB9}"/>
          </ac:inkMkLst>
        </pc:inkChg>
      </pc:sldChg>
      <pc:sldChg chg="addSp modSp add mod">
        <pc:chgData name="garima chhetri" userId="a9853eacb93182f5" providerId="LiveId" clId="{EFAFE6C2-B219-4043-B08F-758C11401938}" dt="2025-09-12T17:15:33.169" v="748" actId="1035"/>
        <pc:sldMkLst>
          <pc:docMk/>
          <pc:sldMk cId="3702308152" sldId="561"/>
        </pc:sldMkLst>
        <pc:grpChg chg="mod">
          <ac:chgData name="garima chhetri" userId="a9853eacb93182f5" providerId="LiveId" clId="{EFAFE6C2-B219-4043-B08F-758C11401938}" dt="2025-09-12T17:11:50.370" v="671"/>
          <ac:grpSpMkLst>
            <pc:docMk/>
            <pc:sldMk cId="3702308152" sldId="561"/>
            <ac:grpSpMk id="6" creationId="{8B46EA73-50D4-4763-38B7-3BBBCC20DDC2}"/>
          </ac:grpSpMkLst>
        </pc:grpChg>
        <pc:picChg chg="add mod">
          <ac:chgData name="garima chhetri" userId="a9853eacb93182f5" providerId="LiveId" clId="{EFAFE6C2-B219-4043-B08F-758C11401938}" dt="2025-09-12T17:15:33.169" v="748" actId="1035"/>
          <ac:picMkLst>
            <pc:docMk/>
            <pc:sldMk cId="3702308152" sldId="561"/>
            <ac:picMk id="3" creationId="{80725061-A17F-ECB6-8CD6-5DE508DB7B55}"/>
          </ac:picMkLst>
        </pc:picChg>
        <pc:inkChg chg="add mod">
          <ac:chgData name="garima chhetri" userId="a9853eacb93182f5" providerId="LiveId" clId="{EFAFE6C2-B219-4043-B08F-758C11401938}" dt="2025-09-12T17:11:50.370" v="671"/>
          <ac:inkMkLst>
            <pc:docMk/>
            <pc:sldMk cId="3702308152" sldId="561"/>
            <ac:inkMk id="4" creationId="{F2803C01-5C5C-CD3F-5A8F-3446FD2808F8}"/>
          </ac:inkMkLst>
        </pc:inkChg>
        <pc:inkChg chg="add mod">
          <ac:chgData name="garima chhetri" userId="a9853eacb93182f5" providerId="LiveId" clId="{EFAFE6C2-B219-4043-B08F-758C11401938}" dt="2025-09-12T17:11:50.370" v="671"/>
          <ac:inkMkLst>
            <pc:docMk/>
            <pc:sldMk cId="3702308152" sldId="561"/>
            <ac:inkMk id="5" creationId="{0A8D6791-AB1C-8DA7-6D4F-3C99BD5C5C8D}"/>
          </ac:inkMkLst>
        </pc:inkChg>
      </pc:sldChg>
      <pc:sldChg chg="addSp modSp add mod">
        <pc:chgData name="garima chhetri" userId="a9853eacb93182f5" providerId="LiveId" clId="{EFAFE6C2-B219-4043-B08F-758C11401938}" dt="2025-09-12T17:12:34.427" v="687"/>
        <pc:sldMkLst>
          <pc:docMk/>
          <pc:sldMk cId="3595079255" sldId="562"/>
        </pc:sldMkLst>
        <pc:grpChg chg="mod">
          <ac:chgData name="garima chhetri" userId="a9853eacb93182f5" providerId="LiveId" clId="{EFAFE6C2-B219-4043-B08F-758C11401938}" dt="2025-09-12T17:12:34.427" v="687"/>
          <ac:grpSpMkLst>
            <pc:docMk/>
            <pc:sldMk cId="3595079255" sldId="562"/>
            <ac:grpSpMk id="6" creationId="{E6C2D25A-9BBB-F172-216C-5960D5729B53}"/>
          </ac:grpSpMkLst>
        </pc:grpChg>
        <pc:picChg chg="add">
          <ac:chgData name="garima chhetri" userId="a9853eacb93182f5" providerId="LiveId" clId="{EFAFE6C2-B219-4043-B08F-758C11401938}" dt="2025-09-12T17:04:48.674" v="588" actId="22"/>
          <ac:picMkLst>
            <pc:docMk/>
            <pc:sldMk cId="3595079255" sldId="562"/>
            <ac:picMk id="3" creationId="{A75E1AF6-8FAB-8BD6-2D2D-48CC65385205}"/>
          </ac:picMkLst>
        </pc:picChg>
        <pc:inkChg chg="add mod">
          <ac:chgData name="garima chhetri" userId="a9853eacb93182f5" providerId="LiveId" clId="{EFAFE6C2-B219-4043-B08F-758C11401938}" dt="2025-09-12T17:12:34.427" v="687"/>
          <ac:inkMkLst>
            <pc:docMk/>
            <pc:sldMk cId="3595079255" sldId="562"/>
            <ac:inkMk id="4" creationId="{E292B58E-9FEC-AA7F-99C7-77497A5F474B}"/>
          </ac:inkMkLst>
        </pc:inkChg>
        <pc:inkChg chg="add mod">
          <ac:chgData name="garima chhetri" userId="a9853eacb93182f5" providerId="LiveId" clId="{EFAFE6C2-B219-4043-B08F-758C11401938}" dt="2025-09-12T17:12:34.427" v="687"/>
          <ac:inkMkLst>
            <pc:docMk/>
            <pc:sldMk cId="3595079255" sldId="562"/>
            <ac:inkMk id="5" creationId="{67B77AE7-BC9B-B330-16B2-876AAA8FD8B8}"/>
          </ac:inkMkLst>
        </pc:inkChg>
      </pc:sldChg>
      <pc:sldChg chg="addSp delSp modSp add mod">
        <pc:chgData name="garima chhetri" userId="a9853eacb93182f5" providerId="LiveId" clId="{EFAFE6C2-B219-4043-B08F-758C11401938}" dt="2025-09-12T17:12:24.126" v="684"/>
        <pc:sldMkLst>
          <pc:docMk/>
          <pc:sldMk cId="1832171132" sldId="563"/>
        </pc:sldMkLst>
        <pc:grpChg chg="mod">
          <ac:chgData name="garima chhetri" userId="a9853eacb93182f5" providerId="LiveId" clId="{EFAFE6C2-B219-4043-B08F-758C11401938}" dt="2025-09-12T17:12:02.266" v="674"/>
          <ac:grpSpMkLst>
            <pc:docMk/>
            <pc:sldMk cId="1832171132" sldId="563"/>
            <ac:grpSpMk id="8" creationId="{2393E130-EF56-EF6A-3624-D949CD7316F4}"/>
          </ac:grpSpMkLst>
        </pc:grpChg>
        <pc:grpChg chg="mod">
          <ac:chgData name="garima chhetri" userId="a9853eacb93182f5" providerId="LiveId" clId="{EFAFE6C2-B219-4043-B08F-758C11401938}" dt="2025-09-12T17:12:15.838" v="679"/>
          <ac:grpSpMkLst>
            <pc:docMk/>
            <pc:sldMk cId="1832171132" sldId="563"/>
            <ac:grpSpMk id="12" creationId="{A8D272C4-8149-996E-C11E-15D940D0B76E}"/>
          </ac:grpSpMkLst>
        </pc:grpChg>
        <pc:grpChg chg="mod">
          <ac:chgData name="garima chhetri" userId="a9853eacb93182f5" providerId="LiveId" clId="{EFAFE6C2-B219-4043-B08F-758C11401938}" dt="2025-09-12T17:12:24.126" v="684"/>
          <ac:grpSpMkLst>
            <pc:docMk/>
            <pc:sldMk cId="1832171132" sldId="563"/>
            <ac:grpSpMk id="17" creationId="{3DB56872-B316-C807-D6F0-FD0A891C1206}"/>
          </ac:grpSpMkLst>
        </pc:grpChg>
        <pc:picChg chg="add mod">
          <ac:chgData name="garima chhetri" userId="a9853eacb93182f5" providerId="LiveId" clId="{EFAFE6C2-B219-4043-B08F-758C11401938}" dt="2025-09-12T17:03:32.930" v="583" actId="1076"/>
          <ac:picMkLst>
            <pc:docMk/>
            <pc:sldMk cId="1832171132" sldId="563"/>
            <ac:picMk id="3" creationId="{348D3365-2D2B-DED7-1534-64ACC1B5C993}"/>
          </ac:picMkLst>
        </pc:picChg>
        <pc:picChg chg="add mod">
          <ac:chgData name="garima chhetri" userId="a9853eacb93182f5" providerId="LiveId" clId="{EFAFE6C2-B219-4043-B08F-758C11401938}" dt="2025-09-12T17:04:30.240" v="587" actId="1076"/>
          <ac:picMkLst>
            <pc:docMk/>
            <pc:sldMk cId="1832171132" sldId="563"/>
            <ac:picMk id="5" creationId="{ADFF0EED-DEFE-BF85-EC0B-1E0D89150CA6}"/>
          </ac:picMkLst>
        </pc:picChg>
        <pc:inkChg chg="add mod">
          <ac:chgData name="garima chhetri" userId="a9853eacb93182f5" providerId="LiveId" clId="{EFAFE6C2-B219-4043-B08F-758C11401938}" dt="2025-09-12T17:12:02.266" v="674"/>
          <ac:inkMkLst>
            <pc:docMk/>
            <pc:sldMk cId="1832171132" sldId="563"/>
            <ac:inkMk id="6" creationId="{C7B2C807-6D3A-C770-0F71-97CF79BAAC14}"/>
          </ac:inkMkLst>
        </pc:inkChg>
        <pc:inkChg chg="add mod">
          <ac:chgData name="garima chhetri" userId="a9853eacb93182f5" providerId="LiveId" clId="{EFAFE6C2-B219-4043-B08F-758C11401938}" dt="2025-09-12T17:12:02.266" v="674"/>
          <ac:inkMkLst>
            <pc:docMk/>
            <pc:sldMk cId="1832171132" sldId="563"/>
            <ac:inkMk id="7" creationId="{FC7F6564-0849-FD30-D70E-1227A86A2254}"/>
          </ac:inkMkLst>
        </pc:inkChg>
        <pc:inkChg chg="add del">
          <ac:chgData name="garima chhetri" userId="a9853eacb93182f5" providerId="LiveId" clId="{EFAFE6C2-B219-4043-B08F-758C11401938}" dt="2025-09-12T17:12:10.034" v="676" actId="9405"/>
          <ac:inkMkLst>
            <pc:docMk/>
            <pc:sldMk cId="1832171132" sldId="563"/>
            <ac:inkMk id="9" creationId="{56FBE868-E920-E8D7-3ADA-AC6D52E59785}"/>
          </ac:inkMkLst>
        </pc:inkChg>
        <pc:inkChg chg="add mod">
          <ac:chgData name="garima chhetri" userId="a9853eacb93182f5" providerId="LiveId" clId="{EFAFE6C2-B219-4043-B08F-758C11401938}" dt="2025-09-12T17:12:15.838" v="679"/>
          <ac:inkMkLst>
            <pc:docMk/>
            <pc:sldMk cId="1832171132" sldId="563"/>
            <ac:inkMk id="10" creationId="{7FD71CF0-584D-3D40-1BFD-D88E7D69A9F7}"/>
          </ac:inkMkLst>
        </pc:inkChg>
        <pc:inkChg chg="add mod">
          <ac:chgData name="garima chhetri" userId="a9853eacb93182f5" providerId="LiveId" clId="{EFAFE6C2-B219-4043-B08F-758C11401938}" dt="2025-09-12T17:12:15.838" v="679"/>
          <ac:inkMkLst>
            <pc:docMk/>
            <pc:sldMk cId="1832171132" sldId="563"/>
            <ac:inkMk id="11" creationId="{66C0BA55-9289-ADE4-FFB5-06EA38BFAFD7}"/>
          </ac:inkMkLst>
        </pc:inkChg>
        <pc:inkChg chg="add mod">
          <ac:chgData name="garima chhetri" userId="a9853eacb93182f5" providerId="LiveId" clId="{EFAFE6C2-B219-4043-B08F-758C11401938}" dt="2025-09-12T17:12:24.126" v="684"/>
          <ac:inkMkLst>
            <pc:docMk/>
            <pc:sldMk cId="1832171132" sldId="563"/>
            <ac:inkMk id="13" creationId="{F70DE536-8AA5-3596-0406-506193613CAE}"/>
          </ac:inkMkLst>
        </pc:inkChg>
        <pc:inkChg chg="add mod">
          <ac:chgData name="garima chhetri" userId="a9853eacb93182f5" providerId="LiveId" clId="{EFAFE6C2-B219-4043-B08F-758C11401938}" dt="2025-09-12T17:12:24.126" v="684"/>
          <ac:inkMkLst>
            <pc:docMk/>
            <pc:sldMk cId="1832171132" sldId="563"/>
            <ac:inkMk id="14" creationId="{A1547728-0FFA-A39E-F984-81F1BAE4C380}"/>
          </ac:inkMkLst>
        </pc:inkChg>
        <pc:inkChg chg="add mod">
          <ac:chgData name="garima chhetri" userId="a9853eacb93182f5" providerId="LiveId" clId="{EFAFE6C2-B219-4043-B08F-758C11401938}" dt="2025-09-12T17:12:24.126" v="684"/>
          <ac:inkMkLst>
            <pc:docMk/>
            <pc:sldMk cId="1832171132" sldId="563"/>
            <ac:inkMk id="15" creationId="{94312251-825F-B3FB-27B6-CDFDEF00150E}"/>
          </ac:inkMkLst>
        </pc:inkChg>
        <pc:inkChg chg="add mod">
          <ac:chgData name="garima chhetri" userId="a9853eacb93182f5" providerId="LiveId" clId="{EFAFE6C2-B219-4043-B08F-758C11401938}" dt="2025-09-12T17:12:24.126" v="684"/>
          <ac:inkMkLst>
            <pc:docMk/>
            <pc:sldMk cId="1832171132" sldId="563"/>
            <ac:inkMk id="16" creationId="{3B56603F-1D6D-3E60-C0E2-807EC62362E1}"/>
          </ac:inkMkLst>
        </pc:inkChg>
      </pc:sldChg>
      <pc:sldChg chg="delSp modSp new mod">
        <pc:chgData name="garima chhetri" userId="a9853eacb93182f5" providerId="LiveId" clId="{EFAFE6C2-B219-4043-B08F-758C11401938}" dt="2025-09-12T17:06:00.084" v="612" actId="1076"/>
        <pc:sldMkLst>
          <pc:docMk/>
          <pc:sldMk cId="2326062550" sldId="564"/>
        </pc:sldMkLst>
        <pc:spChg chg="mod">
          <ac:chgData name="garima chhetri" userId="a9853eacb93182f5" providerId="LiveId" clId="{EFAFE6C2-B219-4043-B08F-758C11401938}" dt="2025-09-12T17:06:00.084" v="612" actId="1076"/>
          <ac:spMkLst>
            <pc:docMk/>
            <pc:sldMk cId="2326062550" sldId="564"/>
            <ac:spMk id="2" creationId="{FF4E9200-C197-0220-F1D7-221204F7846D}"/>
          </ac:spMkLst>
        </pc:spChg>
        <pc:spChg chg="del">
          <ac:chgData name="garima chhetri" userId="a9853eacb93182f5" providerId="LiveId" clId="{EFAFE6C2-B219-4043-B08F-758C11401938}" dt="2025-09-12T17:05:51.294" v="609" actId="478"/>
          <ac:spMkLst>
            <pc:docMk/>
            <pc:sldMk cId="2326062550" sldId="564"/>
            <ac:spMk id="3" creationId="{E2C5E644-68CC-71C9-6060-4C8466EDBAA8}"/>
          </ac:spMkLst>
        </pc:spChg>
      </pc:sldChg>
      <pc:sldChg chg="delSp modSp new mod">
        <pc:chgData name="garima chhetri" userId="a9853eacb93182f5" providerId="LiveId" clId="{EFAFE6C2-B219-4043-B08F-758C11401938}" dt="2025-09-12T17:16:14.029" v="825" actId="478"/>
        <pc:sldMkLst>
          <pc:docMk/>
          <pc:sldMk cId="833262581" sldId="565"/>
        </pc:sldMkLst>
        <pc:spChg chg="del">
          <ac:chgData name="garima chhetri" userId="a9853eacb93182f5" providerId="LiveId" clId="{EFAFE6C2-B219-4043-B08F-758C11401938}" dt="2025-09-12T17:16:14.029" v="825" actId="478"/>
          <ac:spMkLst>
            <pc:docMk/>
            <pc:sldMk cId="833262581" sldId="565"/>
            <ac:spMk id="2" creationId="{2369D81E-F463-02F3-9105-3AFD1D32890C}"/>
          </ac:spMkLst>
        </pc:spChg>
        <pc:spChg chg="mod">
          <ac:chgData name="garima chhetri" userId="a9853eacb93182f5" providerId="LiveId" clId="{EFAFE6C2-B219-4043-B08F-758C11401938}" dt="2025-09-12T17:16:11.035" v="824" actId="20577"/>
          <ac:spMkLst>
            <pc:docMk/>
            <pc:sldMk cId="833262581" sldId="565"/>
            <ac:spMk id="3" creationId="{D01FF51E-9AFD-838B-8DF4-4AA0ABFDFE70}"/>
          </ac:spMkLst>
        </pc:spChg>
      </pc:sldChg>
      <pc:sldChg chg="addSp delSp modSp new mod">
        <pc:chgData name="garima chhetri" userId="a9853eacb93182f5" providerId="LiveId" clId="{EFAFE6C2-B219-4043-B08F-758C11401938}" dt="2025-09-12T17:17:33.502" v="844" actId="14100"/>
        <pc:sldMkLst>
          <pc:docMk/>
          <pc:sldMk cId="7149619" sldId="566"/>
        </pc:sldMkLst>
        <pc:spChg chg="mod">
          <ac:chgData name="garima chhetri" userId="a9853eacb93182f5" providerId="LiveId" clId="{EFAFE6C2-B219-4043-B08F-758C11401938}" dt="2025-09-12T17:17:24.216" v="839" actId="20577"/>
          <ac:spMkLst>
            <pc:docMk/>
            <pc:sldMk cId="7149619" sldId="566"/>
            <ac:spMk id="2" creationId="{B623F5C5-5879-76A9-FF46-05053440E2E7}"/>
          </ac:spMkLst>
        </pc:spChg>
        <pc:spChg chg="del">
          <ac:chgData name="garima chhetri" userId="a9853eacb93182f5" providerId="LiveId" clId="{EFAFE6C2-B219-4043-B08F-758C11401938}" dt="2025-09-12T17:17:26.320" v="840" actId="478"/>
          <ac:spMkLst>
            <pc:docMk/>
            <pc:sldMk cId="7149619" sldId="566"/>
            <ac:spMk id="3" creationId="{251EE8F7-94B3-8271-6C62-D4D114BA31E3}"/>
          </ac:spMkLst>
        </pc:spChg>
        <pc:picChg chg="add mod">
          <ac:chgData name="garima chhetri" userId="a9853eacb93182f5" providerId="LiveId" clId="{EFAFE6C2-B219-4043-B08F-758C11401938}" dt="2025-09-12T17:17:33.502" v="844" actId="14100"/>
          <ac:picMkLst>
            <pc:docMk/>
            <pc:sldMk cId="7149619" sldId="566"/>
            <ac:picMk id="5" creationId="{EF9E40B0-5453-EF57-013A-C3E833A5C53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3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 60 1728,'2'-2'503,"0"0"-1,0-1 1,0 0-1,0 0 1,0 1-1,-1-1 0,1 0 1,-1 0-1,0-1 1,0 1-1,0 0 1,0 0-1,0 0 1,-1-1-1,0 1 1,1-4-1,-1 2 946,-1 10-462,0 8-193,-2-10-649,2-2-117,1-1 0,-1 0 0,1 1 0,-1-1-1,1 0 1,0 1 0,-1-1 0,1 1 0,0-1 0,-1 1 0,1-1-1,0 1 1,0-1 0,-1 1 0,1-1 0,0 1 0,0-1 0,0 1-1,0-1 1,0 1 0,0 0 0,0-1 0,0 1-1,0-1 1,0 1 0,-1-1 0,1 1-1,0-1 1,0 1 0,0-1 0,0 1-1,0-1 1,-1 1 0,1-1-1,0 0 1,0 1 0,-1-1 0,1 1-1,0-1 1,-1 0 0,1 1 0,0-1-1,-1 0 1,1 1 0,-1-1 0,1 1-1,-1-1 1,1 0 0,-1 0 0,1 1-1,0-1 1,-1 0 0,1 1 0,0-1-1,0 1 1,-1-1 0,1 0 0,0 1 0,0-1-1,-1 1 1,1-1 0,0 1 0,0-1-1,0 1 1,0-1 0,0 0 0,0 1 0,0-1-1,0 2 1,-1-1 24,1 0 0,0 0 0,0 0 0,-1 0 0,1 0 0,-1 0-1,1 0 1,-1 0 0,1 0 0,-1 0 0,0-1 0,1 1 0,-1 0 0,0 0 0,0 0 0,1-1 0,-2 2 0,1-2-5,0 1 0,0 0 1,0-1-1,0 1 1,1 0-1,-1 0 1,0 0-1,1 0 0,-1 0 1,1-1-1,-1 1 1,1 0-1,-1 0 1,1 0-1,-1 0 0,1 1 1,0 0-1,0-1-25,0-1 1,-1 1-1,1-1 0,0 1 0,0-1 1,0 1-1,0 0 0,-1-1 0,1 1 1,0-1-1,0 1 0,-1-1 0,1 1 0,0-1 1,-1 1-1,1-1 0,-1 0 0,1 1 1,-1-1-1,1 1 0,-1-1 0,1 0 0,-1 0 1,0 1-1,0 0 17,1-1-18,0 0 0,0 0-1,-1 1 1,1-1 0,0 0 0,0 1 0,0-1-1,-1 0 1,1 1 0,0-1 0,0 0 0,0 1-1,0-1 1,0 0 0,0 1 0,0-1 0,0 0-1,0 1 1,0-1 0,0 0 0,0 1 0,0-1-1,0 1 1,-1 5 87,-43 56 502,15-27-265,25-21-247,-9 2-53,10-14-31,1 0 0,0 0 0,0 1 0,0-1 0,0 1 0,0 0 0,1-1 0,-3 6 0,0 0 40,-1 0 0,-8 12 0,-7 10 75,16-23-96,-1 0-1,-9 11 0,-7 12 43,-4 9-24,17-27-15,1 0-1,-8 15 1,10-15-13,3-7-3,0 1-1,-1-1 0,0 0 1,-6 9-1,-2 2 32,0 0 0,1 1 0,-11 22 0,18-33-38,0-1 0,0 0-1,-1 1 1,-6 7 0,5-8 1,1 0 0,0 1 0,-4 6 0,3-1 2,-67 114 175,62-105-167,-2 3-2,11-22-20,0 1 1,0-1 0,0 1 0,0-1 0,0 1 0,0-1 0,0 1 0,0 3 0,-1 21-12,2-21 1,9-4-7,-3 1 18,0 0 1,-1-1-1,1 0 1,0 0-1,10 1 1,5 0 3,-13 0-19,-1-2 0,1 1 0,0-1 0,12-1 0,-12 0-36,0 0 0,-1 1-1,1 0 1,13 3 0,-16-2-25,1 1 0,-1-1 0,1-1 1,-1 1-1,1-1 0,-1 0 1,1 0-1,-1-1 0,1 1 1,0-1-1,-1 0 0,6-2 0,2-3-187,25-10-1168,-22 6 270,-1 1-1214,24-19 0,-13 9-121,-18 13 1343,1 0 0,10-10 0,-5 0-1113,7-3-240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3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22 1544,'0'-1'172,"1"1"0,-1-1 0,0 1 0,0-1 0,0 1 0,0-1 0,0 0 0,1 1 0,-1-1 0,0 1 0,0-1 0,1 1-1,-1-1 1,0 1 0,1-1 0,-1 1 0,1 0 0,-1-1 0,0 1 0,1-1 0,-1 1 0,1 0 0,-1 0 0,2-1 0,-1 0-242,-1 1 104,0 0-1,0 0 1,0 0 0,0 0-1,0 0 1,1 0-1,-1 0 1,0 0 0,0 0-1,0 0 1,0 0 0,0-1-1,0 1 1,1 0-1,-1 0 1,0 0 0,0 0-1,0 0 1,0 0-1,0-1 1,0 1 0,0 0-1,0 0 1,0 0 0,0 0-1,0-1 1,0 1-1,0 0 1,0 0 0,0 0-1,0 0 1,0 0-1,0-1 1,0 1 0,0 0-1,0 0 1,0 0 0,0 0-1,0 0 1,0-1-1,0 1 1,0 0 0,0 0-1,0 0 1,-1 0-1,1 0 1,0-1 0,0 1-1,0 0 1,0 0-1,0 0 1,0 0 0,0 0-1,-1 0 1,1 0 0,0 0-1,0 0 1,0 0-1,0 0 1,0 0 0,-1-1-1,1 1 1,0 0-1,0 0 1,0 0 0,-9-2 1740,8 2-1506,0 1-1,0-1 1,0 0-1,0 1 1,0-1-1,0 1 0,0-1 1,0 1-1,0-1 1,0 1-1,0 0 1,1-1-1,-1 1 1,0 0-1,-1 1 1,-15 10 240,16-11-467,0 0 0,0 0 0,0 0 0,0 0 0,0 1 1,0-1-1,0 0 0,0 0 0,0 1 0,0-1 0,0 1 0,0 2 0,-8 11 292,3-8-120,0 1 1,1 0-1,0 0 0,0 0 0,0 0 0,-5 15 0,7-14-90,1 1-1,-1-1 1,2 1 0,-1 0-1,1 19 1,0-21-88,1-4-22,-1 0 1,1-1 0,0 1 0,0 0-1,1 0 1,-1 0 0,2 5 0,0-5-9,0 0 0,1 1 0,-1-1 0,1 0 0,-1 0 0,1 0 1,4 3-1,-4-5-5,-1 0 1,0-1 0,0 0 0,0 1 0,1-1-1,-1 0 1,1 0 0,-1-1 0,1 1-1,-1 0 1,1-1 0,-1 0 0,1 1-1,-1-1 1,4 0 0,0 0-3,0 0-1,-1 0 1,1-1 0,-1 0-1,1 0 1,-1 0 0,9-3-1,-1-2-7,0-1 0,0 1-1,-1-2 1,16-12 0,-10 6 3,14-11 10,-29 22 1,0 0-1,0 1 1,-1-1 0,1 0 0,-1 0 0,0 0 0,3-7 0,8-10 27,-4 7-18,-8 11-10,-1 1 0,1-1 1,-1 1-1,1-1 0,-1 1 1,0-1-1,0 1 0,0-1 1,0 0-1,0 1 0,0-1 1,0 1-1,-1-1 0,1 1 1,0-1-1,-1 1 0,1-1 1,-1 1-1,0-1 0,1 1 1,-3-2-1,0-4-1,2 3 0,-1 0-1,0 1 1,1-1-1,-1 1 1,-1-1 0,1 1-1,0 0 1,-1 0 0,1 0-1,-1 0 1,0 1-1,0-1 1,0 1 0,-1 0-1,1 0 1,0 0-1,-1 0 1,-7-3 0,-8-3 6,16 6-10,0 1 0,0-1 0,-1 1-1,1 0 1,0 0 0,0 0 0,-1 0 0,-6 0-1,8 1 2,-1 0-1,1 0 0,-1 0 0,0 0 0,1 0 1,-1 1-1,1-1 0,-1 1 0,1-1 1,-1 1-1,1 0 0,-1 0 0,1 1 1,0-1-1,0 0 0,-4 4 0,-5 1-13,10-6 1,0 1 0,0-1 0,0 1 0,0-1 0,0 1 0,0-1 0,1 1 1,-1-1-1,0 1 0,0 0 0,0 0 0,-5 6-169,5-6-69,-1 1 0,1-1 1,0 1-1,-1 0 0,1-1 1,0 1-1,0 0 0,1-1 1,-1 1-1,0 0 0,0 0 0,1 0 1,-1 0-1,1 0 0,0 0 1,0 0-1,-1 0 0,1 2 0,0-3-26,0 1 0,0-1-1,0 1 1,1-1 0,-1 1-1,0-1 1,1 1 0,-1-1-1,0 1 1,1-1 0,0 0-1,-1 1 1,1-1-1,0 0 1,0 0 0,0 1-1,1 0 1,-2 1-392,3 2-3168,6 1 1156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4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232 472 824,'0'-1'77,"0"1"-1,-1-1 1,1 0-1,0 1 1,0-1-1,0 0 0,1 1 1,-1-1-1,0 1 1,0-1-1,0 0 1,0 1-1,0-1 1,1 0-1,-1 1 1,0-1-1,1 1 1,-1-1-1,0 1 1,1-1-1,-1 1 1,1-1-1,-1 1 1,1-1-1,-1 1 1,1 0-1,-1-1 1,1 1-1,-1 0 1,1-1-1,-1 1 1,1 0-1,0 0 1,0-1-1,8-3 739,-9 4-767,0 0-1,1-1 1,-1 1-1,0-1 1,0 1-1,0 0 1,1-1-1,-1 1 1,0 0-1,0-1 1,0 1-1,0-1 1,0 1-1,0 0 1,0-1-1,0 1 1,0-1-1,0 1 1,0-1-1,0 1 1,0-1-1,0 1-3,0-1-1,-1 1 0,1-1 1,0 1-1,0 0 1,0-1-1,0 1 0,0-1 1,0 1-1,0 0 1,0-1-1,1 1 0,-1-1 1,0 1-1,0 0 1,0-1-1,0 1 0,1-1 1,-1 1-1,0 0 1,1-1-1,-1 1-20,8-7 1047,-7-7 1135,-2 14-2107,1-1-1,-1 0 0,1 1 1,-1-1-1,1 0 0,-1 1 1,1-1-1,-1 1 0,0-1 0,1 1 1,-1-1-1,-1 0 0,2 1 38,-1-6 461,1 5-527,0 1 0,0 0 1,0-1-1,0 1 0,0 0 0,0-1 1,0 1-1,0-1 0,0 1 1,0 0-1,-1-1 0,1 1 1,0 0-1,0-1 0,0 1 1,0 0-1,0-1 0,-1 1 1,1 0-1,0-1 0,0 1 1,-1 0-1,1-1 0,-3-1 200,-1 1 1,1-1-1,-1 1 0,1-1 0,-1 1 0,1 0 0,-1 1 1,0-1-1,0 0 0,1 1 0,-1 0 0,0 0 1,0 0-1,0 1 0,1-1 0,-1 1 0,0 0 1,-5 2-1,2-1-236,0 1 0,1 0 1,0 1-1,-1 0 0,1 0 1,0 0-1,1 1 0,-1 0 1,1 0-1,0 0 0,0 1 1,1-1-1,-1 1 0,-3 8 1,6-11-34,-1 0 1,1 1 0,-1-1-1,0-1 1,-6 5 0,8-5-1,-1-1-1,0 1 1,0-1 0,0 1 0,1 0 0,-1-1 0,1 1 0,0 0 0,-1 0 0,1 0 0,0 0 0,-1 3 0,-24 52 37,19-38-39,5-14-7,0 0-1,0 0 1,0 0-1,1 0 1,-1 0-1,1 0 1,0 9-1,1-13-5,0-1-1,0 1 0,0 0 0,0-1 0,0 1 0,0 0 1,0 0-1,0-1 0,0 1 0,0 0 0,0-1 1,0 1-1,1 0 0,-1-1 0,0 1 0,0 0 0,1-1 1,-1 1-1,1 0 0,-1-1 0,1 1 0,-1-1 0,1 1 1,-1-1-1,1 1 0,-1-1 0,1 1 0,-1-1 1,1 0-1,0 1 0,-1-1 0,1 0 0,0 0 0,-1 1 1,1-1-1,0 0 0,-1 0 0,1 0 0,0 0 0,-1 0 1,1 0-1,0 0 0,0 0 0,-1 0 0,1 0 1,0 0-1,-1 0 0,2-1 0,33-18-1077,18-10-260,-48 26 1254,0 0 1,-1 0-1,1 0 1,-1-1-1,0 0 1,0 0-1,0 0 1,5-8-1,-7 10 75,-1 0-1,1 0 1,0 1 0,0-1 0,0 0-1,4-1 1,-4 2 18,-1 0 0,0 0 1,0 0-1,1 0 0,-1 0 0,0 0 0,0 0 0,0 0 0,0 0 0,0-1 0,0 1 1,0 0-1,0-1 0,-1 1 0,2-2 0,-1 0 3,1 1 1,-1-1 0,1 1-1,0-1 1,-1 1-1,5-4 1,-3 3 13,0 0 1,0 0 0,0 0 0,3-7-1,1-1 34,-5 9-11,-1 1 0,0-1 0,0 0 0,1 0 0,-1 0 0,0 0-1,0 0 1,-1 0 0,1 0 0,0 0 0,0-4 0,8-2 674,-9 8-707,-1 0 0,1 0 0,-1 0 1,1 0-1,0 0 0,-1 0 0,1 0 0,-1 0 1,1 0-1,0 0 0,-1 1 0,1-1 0,0 0 1,-1 0-1,1 0 0,0 1 0,-1-1 0,1 0 1,0 0-1,0 1 0,-1-1 0,1 0 0,0 1 1,0-1-1,-1 0 0,1 1 0,0-1 0,0 0 1,0 1-1,0-1 0,0 1 0,-1-1 0,1 0 1,0 2-1,1 18 25,-1-17-24,1 0 0,-1-1 0,0 1 1,0 0-1,0 0 0,0 0 0,0-1 0,-1 1 0,1 0 1,-2 3-1,0-1 6,0 0 1,1 1-1,-1-1 1,1 1-1,0-1 1,1 1-1,-1-1 1,2 12-1,-1-13-7,0-1 0,0 1 0,0-1 0,1 1 0,0 0-1,-1-1 1,1 0 0,1 1 0,-1-1 0,2 4-1,-2-5-3,1 0 0,-1 0-1,1 0 1,0 0-1,0 0 1,-1-1 0,1 1-1,0 0 1,0-1-1,1 0 1,-1 1 0,0-1-1,0 0 1,1 0 0,3 1-1,-2-1-31,0-1 0,0 1 1,0-1-1,0 1 0,1-1 0,-1 0 0,4-1 0,11 0-189,4 0-310,31-6 0,1 0-299,-19 4 598,0-2 1,-1-2 0,1-1-1,61-23 1,-70 22 224,-21 7 7,-1 1 1,1-1-1,-1 0 0,1-1 0,-1 0 0,0 1 1,9-8-1,-1 0-1,-8 7-19,0-1 0,0 1 0,-1-1 0,6-6 0,-2 0 24,-6 9 13,-1 0 0,0 0 1,0 0-1,0 0 1,0 0-1,0 0 1,0 0-1,-1-1 1,1 1-1,0 0 1,-1-1-1,1 1 0,-1 0 1,1-1-1,-1 1 1,1-1-1,-1-2 1,0 1 89,0 1 1,0-1-1,1 0 1,-1 1 0,1-1-1,0 0 1,0 1-1,0-1 1,0 1-1,2-5 1,-3 6-78,1 1 0,-1-1 0,0 1 0,0-1 0,0 1 1,0-1-1,1 1 0,-1-1 0,0 0 0,0 1 0,0-1 0,0 1 0,-1-1 0,1 1 1,0-1-1,0 0 0,0 1 0,0-1 0,0 1 0,-1-1 0,1 1 0,0-1 0,-1 1 1,1-1-1,0 1 0,-1-1 0,1 1 0,0 0 0,-1-1 0,0 0 21,1 0 0,-1 1-1,1-1 1,-1 0-1,1 1 1,-1-1 0,1 0-1,-1 0 1,1 0 0,0 1-1,0-1 1,-1 0-1,1-2 1,0 2 17,0 0 0,0-1 0,0 1 0,0-1-1,0 1 1,0 0 0,0-1 0,-1 1 0,1 0 0,0-1 0,-1 1 0,1 0-1,-1-1 1,0 1 0,1 0 0,-1 0 0,0 0 0,0-1 0,-1 0-1,-2-11 617,2 12-561,-1-1 0,1 0 0,-1 0 0,1 0 1,-4-4-1,4 5-85,1 0 1,-1 0-1,1 0 0,-1 1 1,1-1-1,-1 0 0,0 1 1,0-1-1,1 1 0,-1-1 1,0 1-1,0 0 0,1-1 1,-1 1-1,0 0 0,-3 1 1,1-1-23,1 0-1,-1 1 1,1-1 0,-1 1 0,1 0 0,0 0 0,-1 0 0,-4 2 0,-3 4 20,1 1 0,-13 11 1,2-4 8,18-13-36,0 0 0,1 0 0,-1 0 0,0 1 0,1-1 0,-5 5 0,4-2 2,-1 0 0,1 0 0,0 0 0,0 0 1,0 0-1,-2 6 0,-8 8-3,11-16-5,0-1 0,0 0 0,0 1 0,0-1 0,1 1 0,-1-1 0,-1 5 0,1-1-1,-2 8-12,-12 25-1,16-38 12,-1 0 0,1-1-1,0 1 1,-1 0 0,1-1-1,0 1 1,0 0 0,0 0 0,-1 0-1,1-1 1,0 1 0,0 0-1,0 0 1,0 0 0,0-1-1,0 1 1,1 0 0,-1 0-1,0-1 1,0 1 0,1 0-1,-1 0 1,0-1 0,1 1-1,-1 0 1,0-1 0,1 1 0,-1 0-1,1-1 1,1 2 0,-2-1-8,1-1 1,-1 1 0,1-1 0,-1 1 0,1 0 0,-1 0 0,0-1 0,1 1-1,-1 0 1,0 0 0,1-1 0,-1 1 0,0 0 0,0 1 0,0-2-6,0 1 1,1 0 0,-1-1-1,0 1 1,0-1 0,0 1-1,0 0 1,1-1 0,-1 1-1,0-1 1,0 1 0,1-1-1,-1 1 1,1-1 0,-1 1-1,0-1 1,1 1 0,-1-1-1,1 1 1,-1-1 0,1 0-1,-1 1 1,1-1 0,-1 0-1,1 0 1,0 1 0,-1-1-1,1 0 1,-1 0 0,1 0-1,0 1 1,-1-1 0,1 0-1,0 0 1,-1 0 0,1 0-1,1-1 1,28-3-754,-23 3 543,6-2-232,1 0-1,-2-1 1,1-1-1,0 0 1,-1 0-1,0-1 1,0-1-1,-1 0 1,12-9-1,-3 0 111,0-1-1,-2 0 0,31-38 0,-36 39 322,0-1 103,18-26 0,-24 31 13,28-50 1221,-17 29-30,-13 25-863,-1 0 0,0-1 0,0 1 0,3-10 0,-3 3 212,1 1 1,10-20-1,-7 16-168,17-25 1,-5-3-75,-17 31-230,-3 15-155,0-1-1,-1 1 0,1 0 1,0-1-1,0 1 0,0 0 1,0-1-1,0 1 0,0-1 1,0 1-1,0 0 1,0-1-1,1 1 0,-1 0 1,0-1-1,0 1 0,0 0 1,0-1-1,0 1 0,1 0 1,-1-1-1,0 1 0,0 0 1,0-1-1,1 1 0,-1 0 1,0 0-1,1-1 0,-1 1 1,0 0-1,1 0 1,-1-1-1,0 1 0,1 0 1,-1 0-1,0 0 0,1 0 1,-1 0-1,0 0 0,1 0 1,0-1-1,-1 2 0,1 0-1,-1 0 0,0 0 1,1 1-1,-1-1 1,0 0-1,0 0 1,0 0-1,0 0 1,0 0-1,0 0 1,0 2-1,0 0 0,-1 11 62,-1 1 0,0-1-1,-1 1 1,-1-1 0,0 0-1,-11 23 1,2-1 121,-1-2 86,-23 40 0,9-19-72,-12 8-58,7-2-81,26-48-49,1 0 1,0 0-1,-4 17 0,-7 17 1,-25 50-121,41-96 99,1 0 0,-1 0 1,1 0-1,-1 0 0,1 0 0,0 0 0,0 0 0,-1 0 0,1 0 1,0 0-1,0 0 0,0 0 0,0 0 0,0 0 0,0 1 0,0-1 0,1 0 1,-1 0-1,0 0 0,0 0 0,1 0 0,-1 0 0,1 0 0,0 2 1,1-3-54,-1 1 0,0 0 0,0 0 0,0-1 0,1 1 0,-1-1 0,0 1 0,1-1 0,-1 1 0,1-1 0,-1 0 0,0 0 0,1 0 0,-1 0 0,1 0 1,1 0-1,7-1-701,0 0 1,-1-1 0,1-1 0,14-5-1,44-22-3770,18-6-1169,-33 21 2388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63 844,'13'-4'1832,"-4"1"-294,-9-2-718,0 5-777,0-1 0,0 1 0,0 0 0,0-1-1,0 1 1,0-1 0,0 1 0,0-1 0,0 1 0,0 0 0,0-1 0,0 1 0,0-1 0,0 1 0,0-1 0,0 1-1,0 0 1,0-1 0,1 1 0,-1-1 0,0 1 0,0 0 0,1-1 0,0 0 125,0 0 0,0 0-1,-1 0 1,1 0 0,0 0 0,0 0 0,-1 0 0,1 0 0,-1 0-1,1 0 1,-1-1 0,1 1 0,-1 0 0,0 0 0,1-1 0,-1 1-1,0 0 1,0 0 0,0-1 0,0 1 0,0 0 0,0-1 0,-1-1-1,1-1 1226,0 3-1342,0 1 0,0 0 1,0-1-1,0 1 0,0 0 0,-1 0 1,1-1-1,0 1 0,0 0 0,0-1 0,0 1 1,-1 0-1,1 0 0,0 0 0,0-1 1,0 1-1,-1 0 0,1 0 0,0 0 0,0-1 1,-1 1-1,1 0 0,0 0 0,-1 0 1,-5 0 5467,-7 14-5060,-18 13-121,12-6-162,14-17-135,1 0 0,0 0-1,1 1 1,-6 6 0,-55 77 460,-26 51 105,-19 23-167,83-119-338,20-32-71,0 1-1,-11 13 1,7-12 4,2 0 1,-12 25-1,12-23-10,1-1 0,-17 23 0,22-35-23,1-1-1,0 1 1,0-1-1,0 1 0,0 0 1,0 0-1,1-1 1,-1 1-1,0 0 1,1 0-1,-1 0 0,1 0 1,0 0-1,0 0 1,0 0-1,0 2 1,0-3-2,-1-1 1,1 0-1,0 1 1,0-1-1,0 0 1,0 0-1,0 1 1,-1-1-1,1 0 1,0 0-1,0 1 1,-1-1-1,1 0 1,0 0-1,0 0 1,-1 1-1,1-1 1,0 0-1,0 0 1,-1 0-1,1 0 1,0 0-1,-1 0 1,1 1 0,0-1-1,-1 0 1,1 0-1,-1 0 1,-2 1-91,3-2 59,1 1-1,0-1 1,-1 0 0,1 0-1,0 1 1,0-1 0,0 0 0,0 1-1,-1-1 1,1 0 0,0 1-1,0 0 1,0-1 0,0 1-1,1-1 1,17-9-554,-7-3-132,-7 8 199,0 0 0,0 0 0,1 0 0,6-4 0,-12 9 517,9-5-958,0-1 1,0 0-1,-1-1 0,11-10 1,20-19-4468,-25 24 3510,9-14-1935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6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52 492,'0'-2'467,"-1"0"0,1 0 0,0 0 0,-1-1 0,1 1 0,-1 0 1,0 0-1,0 0 0,0 0 0,0 0 0,0 0 0,0 0 0,0 0 0,-1 0 0,1 1 0,-2-3 0,-1-1 100,3 5-429,1-1 1,0 1 0,0 0-1,-1-1 1,1 1 0,0-1-1,0 1 1,0-1 0,0 1-1,0-1 1,-1 1 0,1-1-1,0 1 1,0-1 0,1-3 3147,-3 9-2354,-1 1-729,-4 7 384,0 0 1,-1 0-1,-18 23 1,2-13 83,2 0-169,-33 43-1,-77 119 462,121-168-899,-10 23 0,0-2 49,16-29-86,-47 84 145,33-58-130,13-25-35,1 0 0,-7 17 0,12-25-7,-2 4-17,0 0-1,0-1 1,0 1-1,-1-1 1,1 1-1,-7 8 1,9-13-33,-1 0 0,1 0 0,0 0 0,-1 0 0,1 0 0,0 0 0,0 1 0,0-1 0,0 0 0,0 0 0,0 0 0,0 2 0,0 0-113,0-2-94,2-1 13,4-1 138,0-1-1,0 0 1,0 0 0,0-1-1,0 1 1,9-8-1,19-14-433,-24 17 380,-1 0 0,15-8 0,-14 9 82,-1 1 0,0-1 0,9-8-1,17-11-60,-30 21 131,1 1 8,0-1 0,-1 1 0,0-1 0,0 0 0,7-8 0,-2 7 1,-9 5-1,-1 0 0,1 0 0,-1 0 0,0 0 0,1 0 0,-1 0 0,1-1 0,-1 1 0,1 0 0,-1 0 0,0 0 1,1-1-1,-1 1 0,0 0 0,1-1 0,-1 1 0,1 0 0,-1 0 0,0-1 0,0 1 0,1-1 0,-1 1 0,0 0 0,0-1 0,1 1 1,-1-1-1,0 1-11,1-1 0,-1 1 1,1 0-1,-1 0 0,1 0 1,-1 0-1,1 0 0,-1-1 1,1 1-1,-1 0 0,1 0 1,-1 0-1,1 1 0,-1-1 1,1 0-1,0 0 0,-1 0 1,0 0-1,1 0 0,0 1 1,-1 3 37,1-2 8,-1-1 1,0 1-1,0 0 0,0-1 0,0 1 0,0 0 0,0-1 0,-1 1 1,1 0-1,-1-1 0,0 3 0,0-3 4,0 0 0,0 0 0,0 0 0,1 1-1,-1-1 1,0 0 0,1 0 0,-1 0 0,1 1 0,-1-1 0,1 0 0,-1 1 0,1-1 0,0 1-1,0-1 1,0 0 0,0 1 0,0-1 0,0 3 0,0-4-23,0 1-1,0 0 1,-1 0 0,1 0-1,0 0 1,0 0 0,-1 0-1,1-1 1,0 1 0,-1 0-1,1 0 1,-1 0 0,-1 1-1,2-2-10,-1 1 0,1 0-1,-1 0 1,1-1 0,-1 1-1,1 0 1,0 0 0,-1 0-1,1 0 1,0-1 0,-1 1-1,1 0 1,0 2 0,0 67 113,0-70-117,0 1 0,0-1 0,0 0 0,1 1 1,-1-1-1,0 1 0,0-1 0,0 1 0,1-1 0,-1 0 0,0 1 1,1-1-1,-1 0 0,0 1 0,1-1 0,-1 0 0,0 1 1,1-1-1,-1 0 0,1 0 0,-1 0 0,0 1 0,1-1 1,-1 0-1,1 0 0,-1 0 0,1 0 0,-1 0 0,1 0 0,9 5 16,-9-3-15,0-1-1,0 0 1,1 0-1,-1 0 1,0 0 0,1 0-1,-1 0 1,0 0-1,1 0 1,-1 0-1,1-1 1,0 1 0,-1 0-1,1-1 1,-1 0-1,1 1 1,0-1 0,-1 0-1,1 0 1,0 0-1,-1 0 1,1 0 0,3-1-1,4 1 0,7-1-16,1-1 0,0-1-1,-1 0 1,0-2 0,26-9 0,-3 1-5,-34 11-25,0 0-1,0-1 1,-1 1-1,1-1 1,8-7-1,5-2-94,-8 5 129,1-1 0,-1 1 0,0-2 0,0 1 0,-1-2 0,0 1 0,9-15 0,9-12 149,-20 27-130,-1 0 0,1 0-1,-2-1 1,8-14 0,-12 19-2,0-1 0,-1 1 0,1-1 0,-1 0 0,0 1 0,-1-9 0,0 2 7,1 11-12,0 1 0,0-1-1,0 1 1,0 0-1,0-1 1,0 1 0,-1 0-1,1-1 1,0 1-1,0-1 1,-1 1-1,1 0 1,0 0 0,0-1-1,-1 1 1,1 0-1,0-1 1,-1 1 0,1 0-1,0 0 1,-1 0-1,1-1 1,-1 1 0,1 0-1,0 0 1,-1 0-1,-4-3 13,4 3-14,0-1 1,-1 0-1,1 1 1,0-1-1,0 1 0,0-1 1,0 1-1,0-1 1,-1 1-1,1 0 0,0 0 1,0 0-1,-1 0 1,1 0-1,0 0 0,0 0 1,-1 0-1,1 0 1,0 0-1,0 1 1,0-1-1,-2 1 0,-1 1 4,1 0-1,0 0 0,0 1 1,0-1-1,-5 6 0,-16 13 23,12-14-7,0 1 0,1 1 1,0 0-1,0 0 1,1 1-1,0 0 0,1 1 1,0 0-1,1 1 0,-8 14 1,6-9-4,7-12-11,0-1 0,0 0-1,1 1 1,0 0 0,0 0 0,0 0-1,0-1 1,1 2 0,0-1 0,-1 7-1,-4 13 11,5-22-14,0-1 0,0 1 0,0 0 0,1-1 0,-1 1 0,1-1 0,0 1 0,-1 0 0,1 0 0,0-1 0,1 1 0,-1 0 0,2 5 0,-1-5-3,0 0 0,0 0 0,1 1-1,-1-1 1,1 0 0,0 0-1,0 0 1,0-1 0,0 1 0,0 0-1,1-1 1,-1 0 0,1 1 0,0-1-1,0 0 1,0 0 0,0-1 0,0 1-1,0 0 1,4 0 0,2 1-66,1-1-1,0 0 1,0-1 0,0 0 0,0-1 0,0 0 0,11-2-1,1-1-401,13-2-1824,0-1 0,0-2 1,46-17-1,-15-2-2937,-33 13 2326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6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83 372,'0'0'118,"0"0"0,0 0 0,0 1 0,0-1 0,0 0 0,0 0 0,0 1-1,0-1 1,0 0 0,0 0 0,0 0 0,0 1 0,0-1 0,0 0 0,0 0 0,0 1 0,0-1 0,0 0 0,0 0 0,0 0 0,0 1-1,0-1 1,-1 0 0,1 0 0,0 0 0,0 1 0,0-1 0,0 0 0,0 0 0,-1 0 0,1 1 0,-5-1 1075,7 2 259,5 1-1282,-4-2-79,0 0 0,0-1 0,1 1 1,-1-1-1,1 0 0,-1 0 0,6-1 1,1 0 23,10 1 32,-1-2 0,1-1 0,0 0 0,-1-2 0,26-8 0,-19 6-77,32-4 0,-34 7-55,30-2 10,3-1-14,53-9-100,-79 12-86,6 1-313,-22 3-765,25-6 0,-22 1-287,-5 4-501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7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 84,'9'0'579,"-7"0"559,-2 8-477,0-4 1504,1-3-2119,-1 0 1,0 1-1,0-1 0,0 0 0,0 0 0,0 1 0,0-1 1,0 0-1,0 1 0,0-1 0,-1 0 0,1 1 0,0-1 1,-2 2-1,1-2-17,-1 0 28,0 0 0,1 0-1,-1 0 1,0 1 0,1-1 0,-1 0 0,1 1-1,0 0 1,-1-1 0,1 1 0,0 0-1,-2 3 1,0-2 8,1 1 0,-1-1-1,-1 1 1,1-1 0,0 0-1,-1 0 1,-7 4-1,6-4-8,0 1-1,0-1 0,1 1 0,-6 6 0,-1 8 246,10-15-267,0 0 0,0-1 0,0 0 0,-1 1 0,1-1 0,-1 0 0,-2 3 0,3-4 1,-1 1 0,1 0 0,-1-1 0,1 1 0,0 0 0,0 0 0,-2 4 1,3-4-16,-1-1 0,0 1 0,0 0 0,0 0 1,0-1-1,0 1 0,-3 2 0,3-2 3,-1-1 0,0 1 0,1 0 0,0 0 0,-1 0-1,1 0 1,-2 4 0,-6 10 74,3-8-58,-7 9 245,-23 21 1,35-36-259,0-1 1,-1 1-1,1 0 1,0-1-1,0 1 1,0 0-1,-1 3 1,1-3 3,0 0 1,0 0 0,0 0 0,0-1 0,0 1 0,-1 0 0,-2 3 0,-20 28 190,24-33-221,-1 1 1,0 0-1,1-1 1,-1 1 0,0 0-1,1-1 1,-1 1-1,1 0 1,-1 0-1,1-1 1,-1 1-1,1 0 1,0 0-1,-1 0 1,1 0 0,0 0-1,0 0 1,0 1-1,-2 3 1,-2-2 0,4-3-1,-1 0 0,1 1 0,-1-1 0,1 0 0,0 1 0,-1-1 0,1 1 0,0-1 0,-1 1 0,1-1 1,0 1-1,-1-1 0,1 1 0,0-1 0,0 1 0,0-1 0,0 1 0,-1 0 0,1-1 0,0 1 0,0-1 0,0 0 0,0 0 0,0 0 0,0 1-1,0-1 1,0 0 0,0 0 0,0 0 0,-1 1 0,1-1 0,0 0 0,0 0-1,0 0 1,0 0 0,-1 1 0,1-1 0,0 0 0,0 0 0,0 0 0,0 0 0,-1 0-1,1 0 1,0 0 0,0 0 0,0 1 0,-1-1 0,1 0 0,0 0 0,0 0 0,-1 0-1,1 0 1,0 0-3,-1 0 0,1 0 0,0 0 0,0 0-1,0 0 1,-1 0 0,1 0 0,0 0 0,0 0 0,-1 0 0,1 0-1,0 0 1,0 0 0,0 0 0,-1 1 0,1-1 0,0 0-1,0 0 1,0 0 0,0 0 0,0 1 0,-1-1 0,1 0-1,0 0 1,0 0 0,0 0 0,0 1 0,0-1 0,0 0-1,0 0 1,0 1 0,-1-1 0,1 0 0,0 0-21,1 1 0,-1-1 0,0 0 0,0 0 0,0 0 0,0 0 0,0 0 1,0 1-1,0-1 0,0 0 0,0 0 0,0 0 0,0 0 0,0 0 0,0 1 0,0-1 0,0 0 1,0 0-1,0 0 0,0 0 0,-1 0 0,1 0 0,0 1 0,0-1 0,0 0 0,0 0 0,0 0 0,0 0 1,0 0-1,0 0 0,0 1 0,-1-1 0,1 0 0,0 0 0,0 0 0,0 0 0,0 0 0,0 0 0,0 0 1,-1 0-1,1 0 0,0 0 0,0 0 0,0 0 0,0 0 0,0 0 0,-1 0 0,1 0 0,0 0 0,0 0 1,0 0-1,0 0 0,0 0 0,-1 0 0,1 0 0,0 0 0,0 0 0,-7 1-3894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29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333 404 716,'0'-1'572,"-1"0"-455,1 0 0,0 1 1,0-1-1,0 0 1,0 1-1,0-1 0,0 0 1,0 1-1,0-1 1,0 0-1,0 1 0,0-1 1,1 1-1,-1-1 1,0 0-1,0 1 1,1-1-1,0 0 0,-1 1-106,0 0-1,0 0 0,0 0 1,1-1-1,-1 1 0,0 0 0,0 0 1,0 0-1,1 0 0,-1 0 1,0 0-1,0 0 0,0 0 1,0 0-1,1 0 0,-1 0 0,0-1 1,0 1-1,0 0 0,0 0 1,0 0-1,1 0 0,-1 0 1,0-1-1,0 1 0,0 0 1,0 0-1,0 0 0,0 0 0,0-1 1,0 1-1,0 0 0,0 0 1,0 0-1,0-1 0,0 1 1,1 0-1,-2 0 0,1 0 0,0-1 1,0 1-1,0 0 0,0 0 1,0 0-1,0-1 0,0 1 1,0 0-1,0 0 0,0 0 0,0 0 1,0-1-1,0 1 0,-1 0 1,1 0-1,0 0 0,0 0 1,0-1-1,0 1 0,-1 0 1,1 0 19,0-1 0,-1 1 0,1-1 0,-1 1 0,1 0 0,0-1 0,-1 1 0,1-1 0,0 1 0,0-1 0,-1 1 0,1-1 0,0 0 0,0 1 1,0-1-1,0 1 0,0-2 0,-1 2 12,1-1 1,-1 0-1,1 1 1,-1-1 0,1 0-1,-1 1 1,1-1-1,-1 1 1,0-1-1,1 1 1,-1-1 0,-1 0-1,2 1 15,-1-1-11,1 0 0,-1 1-1,1-1 1,0 0-1,-1 0 1,1 0-1,0 0 1,0 0-1,0 0 1,0 0-1,0 0 1,0 0-1,0 0 1,0 0 0,0 0-1,1-2 1,-1 3-2,0-1 1,0 0 0,1 0 0,-1 0-1,0 0 1,0 0 0,0 0 0,0 0-1,-1 0 1,1 0 0,0 1 0,0-1-1,0 0 1,-1 0 0,1 0 0,-1-1-1,-1 0 77,0-1-1,0 1 0,0 0 0,0 0 0,0 0 1,-1 0-1,1 1 0,-1-1 0,1 1 0,-1-1 1,1 1-1,-1 0 0,0 0 0,0 0 0,0 0 1,1 1-1,-1-1 0,0 1 0,-3-1 1,-5-2 582,11 3-654,-1-1 1,0 1 0,0-1 0,1 1 0,-1 0-1,0-1 1,0 1 0,0 0 0,1 0 0,-1 0-1,0 0 1,0-1 0,0 1 0,-1 1 0,-7-1 307,-1 1 0,1 0 0,-16 5 0,-8 7 342,30-11-644,0-1 1,0 1-1,0 0 0,0 0 1,0 0-1,1 1 0,-1-1 0,1 1 1,-3 2-1,-11 11 225,8-10-188,5-4-50,0 0 1,1 1-1,-1-1 1,0 1-1,1-1 0,0 1 1,-3 3-1,-28 47 536,31-49-536,0 0 0,0 0 0,0 0 0,0 1 0,0 4 0,-8 17 102,6-17-123,0 1-1,1 0 1,-3 12-1,3-12-9,1 2 21,1-1 0,0 1-1,0-1 1,3 21 0,-1 0 142,-1-24-146,-1-6-25,1 0 1,0 0-1,0 0 0,-1-1 0,1 1 1,1 0-1,-1 0 0,0 0 0,0 0 1,1-1-1,-1 1 0,2 3 0,0-2-21,1-1-1,-1 1 1,1 0-1,-1-1 1,1 1-1,0-1 0,0 0 1,0 0-1,1 0 1,-1 0-1,0-1 0,1 1 1,-1-1-1,1 0 1,-1 0-1,1 0 1,-1-1-1,1 1 0,0-1 1,-1 0-1,8 0 1,2-1-180,1 0 0,-1-1-1,0-1 1,0 0 0,0-1 0,0 0 0,-1-1 0,15-8 0,2-2-317,-1-2 0,33-25 1,-50 34 420,0-1 0,0 0-1,-1 0 1,0-2 0,16-20 0,8-11-13,-21 29 74,17-27 0,-3-2 8,0 2 8,41-85-1,-26 25 28,-18 30 434,-21 61-169,0 1 0,1-1 0,4-8 0,-7 15-123,0 0 0,-1-1 0,1 1 0,-1-1 1,0 1-1,0-1 0,0 1 0,0-3 0,-1-3 1360,1 9-1488,0-1 0,0 1-1,0-1 1,-1 0-1,1 1 1,0-1-1,0 0 1,-1 1-1,1-1 1,0 0 0,0 1-1,-1-1 1,1 0-1,0 1 1,-1-1-1,1 0 1,0 0-1,-1 0 1,1 1 0,-1-1-1,1 0 1,0 0-1,-1 0 1,1 0-1,-1 0 1,0 0-1,-12 7 516,7-1-345,1-2 41,0 1 0,1-1 0,-9 11 0,7-5-47,-2-1 0,1-1 0,-14 12 0,-12 15 78,15-13-138,-19 31 0,33-45-111,1-1-1,-1 1 0,-3 14 0,5-14-7,-1 0 0,0 0 0,-7 13 0,1-8-1,6-9-4,0 0-1,1 0 0,-1 1 1,1-1-1,0 1 1,0 0-1,-2 5 0,2 5 4,0-6-21,1-1 0,-1 0 0,-3 7 1,0 0-20,-7 29 1,8-26 20,1 29 11,0-36 28,1 1 0,0-1 0,0 21 0,2-27-66,1 0 0,0-1 0,0 1 0,0 0 0,1-1 0,-1 1 0,1-1 0,0 0 1,4 6-1,-3-5-146,-2-3 56,0 0 0,1 0 0,-1 0 0,1 0 1,0-1-1,-1 1 0,1-1 0,0 1 0,0-1 0,0 0 1,0 0-1,3 1 0,29 10-1861,-25-9 1330,-1-2 34,0 1 0,0-2 1,0 1-1,1-1 1,-1 0-1,0-1 1,0 0-1,0 0 1,0-1-1,14-4 0,6-1-962,5 0-550,0 0-277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0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254 419 1432,'0'-2'198,"0"1"0,-1 0 0,1-1 0,0 1 0,-1-1 0,1 1 0,-1 0 0,1-1 0,-1 1 0,-1-2 0,1 2-109,1-1 0,-1 1 0,1 0 0,-1 0 0,1-1 0,-1 1 0,1 0 1,-1 0-1,1-1 0,0-1 0,0 1 20,-1 0 1,1 0-1,0 0 0,-1 0 1,0 1-1,1-1 0,-1 0 1,0 0-1,0 1 1,0-1-1,0 0 0,0 1 1,-2-2-1,2 2-14,0-1-1,0 1 1,0-1-1,0 1 1,0-1-1,1 1 1,-1-1-1,0 1 1,1-1-1,-1 0 1,1 0-1,-1-2 1,1 3-44,0-1-1,0 1 1,-1 0 0,1 0-1,0 1 1,0-1 0,-1 0-1,1 0 1,-1 0-1,1 0 1,-1 0 0,1 0-1,-1 0 1,1 0 0,-1 1-1,-1-2 1,1 0 83,-10-14 1351,9 14-1334,2 2-112,0 0-1,0-1 1,-1 1-1,1 0 0,0-1 1,0 1-1,0 0 1,-1 0-1,1-1 1,0 1-1,0 0 1,-1 0-1,1-1 1,0 1-1,-1 0 1,1 0-1,0 0 1,-1 0-1,1-1 1,0 1-1,-1 0 1,1 0-1,0 0 1,-1 0-1,1 0 1,-1 0-1,1 0 1,0 0-1,-1 0 1,-1 0 301,1 0-311,1 0-1,0 0 0,-1 0 0,1 0 1,-1-1-1,1 1 0,-1 0 0,1 0 1,-1 0-1,1 0 0,-1 0 1,1 0-1,-1 0 0,1 0 0,0 0 1,-1 1-1,1-1 0,-1 0 0,1 0 1,-1 0-1,1 1 0,-1-1 0,1 0 1,-11 7 263,-7 9 301,12-11-404,0-1-1,1 1 1,0 0-1,0 1 1,-5 6-1,7-8-75,1-1 0,-1 1 0,0-1 0,0 0 0,-5 4 1,5-5-56,0 1 1,1-1-1,-1 1 1,1-1 0,0 1-1,0 0 1,-3 4 0,-4 11 304,-13 32 0,21-46-344,-1 1-1,0-1 1,0 0 0,0 0 0,0 0-1,-1 0 1,0 0 0,-4 5-1,6-7-18,-1 1 0,1 0 0,-1-1 0,1 1 0,0 0 0,0-1 0,1 1 0,-1 0 0,1 0-1,-1 0 1,1 0 0,0 0 0,0 0 0,0 3 0,0-4-4,1 0-8,-1 0 0,1 0 0,0 0 0,0 0-1,0 0 1,0 0 0,0-1 0,1 1 0,-1 0 0,0-1-1,1 1 1,-1 0 0,1-1 0,0 0 0,-1 1 0,1-1 0,0 0-1,0 0 1,0 0 0,0 0 0,2 0 0,2 0-123,0 0 0,0 0 0,-1-1 0,1 0 0,0 0 0,0 0 0,0-1 0,0 0 0,0 0 1,10-4-1,28-15-975,-38 18 919,0-1 0,0 0 0,-1-1 0,11-7 1,2-1-93,-3 1 71,24-22 1,-18 15 147,-1-5 32,-5 6 29,-14 16 5,-1 1 0,1-1 0,0 0 0,0 1 0,-1-1 0,1 0 0,0 0 0,-1 0 0,1 1 0,0-1 0,-1 0 0,0 0 0,1 0 0,-1 0-1,1 0 1,-1 0 0,0 0 0,0 0 0,1 0 0,-1 0 0,0-2 0,0 3 6,0-1 0,0 0 0,0 1 0,0-1 0,0 1 0,0-1 0,0 1 0,0-1 0,1 1 0,-1-1 0,0 1 0,0-1 0,0 1 0,1-1 0,-1 1 0,0-1 0,1 1 0,-1-1 0,1 1 0,-1 0 1,0-1-1,1 1 0,-1-1 0,1 1 0,-1 0 0,2-1 0,-1 0 22,-1 1 15,1-1-1,-1 1 0,0-1 0,1 0 0,-1 1 1,0-1-1,0 0 0,0 1 0,0-1 0,0 0 0,1 1 1,-1-1-1,0 0 0,-1-1 0,1 0 345,0 9-260,0-7-127,0 1 1,-1 0-1,1-1 0,0 1 0,0 0 1,0 0-1,-1-1 0,1 1 0,0-1 1,-1 1-1,1 0 0,0-1 0,-1 1 1,0 0-1,0 0 2,1 0 0,-1-1 0,0 1 0,1 0 0,-1 0 0,1 0 1,0 0-1,-1 0 0,1 0 0,0 0 0,-1 0 0,1 0 0,0 0 0,0 2 1,0-1 5,0 0 0,0 0 0,0 0 0,0 0 1,0 0-1,0 0 0,-1 0 0,1-1 1,-1 1-1,1 0 0,-1 0 0,0 0 1,0 0-1,0-1 0,1 1 0,-3 2 1,2-3-10,1-1 0,0 0 0,0 1 1,-1-1-1,1 1 0,0-1 0,0 1 1,0-1-1,-1 1 0,1-1 1,0 0-1,0 1 0,0-1 0,0 1 1,0-1-1,0 1 0,0-1 0,0 1 1,0-1-1,0 1 0,1-1 1,-1 1-1,0-1 0,0 1 0,0-1 1,0 1-1,1-1 0,-1 0 0,0 1 1,1-1-1,-1 0 0,0 1 0,0-1 1,1 1-1,-1-1 0,1 1 1,0-1 0,0 1 1,-1-1-1,1 1 0,-1 0 1,1-1-1,-1 1 1,1 0-1,-1 0 1,0-1-1,1 1 1,-1 0-1,0 0 1,0 0-1,1 1 1,-1-1-6,0 0 1,1 0 0,-1 0 0,1 0 0,-1 0-1,1 0 1,-1 0 0,1 0 0,-1 0 0,1 0-1,0 0 1,0 0 0,-1-1 0,1 1 0,0 0-1,0 0 1,0-1 0,0 1 0,0-1 0,0 1-1,0-1 1,0 1 0,0-1 0,0 1 0,2-1-1,1 1-45,0 1-1,1-1 1,-1 0-1,0-1 1,7 1 0,7-2-483,-1-1 1,1-1 0,-1 0 0,0-2 0,28-9 0,-18-1-131,-7 3 274,-2 2 190,-2-2-1,1 1 0,-1-2 1,21-23-1,-22 22 169,-4 3 18,-2 0-1,10-14 1,-5 6 60,-6 9 235,-1 0 0,-1-1 0,0 1 0,0-1 0,-1 0 0,-1-1 0,0 1 0,5-23 0,-4 17 299,-3 10-31,0 0 0,-1-1-1,2-14 1,-3 17-217,1 0 0,0 1 1,0-1-1,2-7 0,-2 8 44,0-1 0,0 1 0,0-1-1,0-7 1,-1-37 1893,-11 50-2027,11 7-191,-1 0 0,-1-1 1,1 1-1,-4 9 0,1-4 10,-14 34 170,15-33-149,2-9-54,0 0 1,0-1-1,0 1 0,-1 0 0,-4 7 1,-8 17 130,-14 36 0,25-56-141,-1 0 1,-1 0-1,-6 9 1,6-9-5,-1 0 0,-4 12-1,-21 41 46,7-16-15,12-19-19,-20 29 1,12-20-19,19-28-12,1-7 2,0-1-1,0 1 1,0 0-1,0 0 1,0-1-1,0 1 1,0 0-1,0-1 1,0 1-1,0 0 1,-1 0-1,1-1 1,0 1-1,-1 1 1,-1-1-33,1 1 1,0 0-1,0-1 1,0 1-1,1 0 0,-1 0 1,0-1-1,1 1 1,-1 0-1,1 0 0,-1 0 1,1 0-1,0 0 1,0 0-1,0 0 0,0 0 1,0 2-1,0-4 23,0 1-1,0-1 1,0 0-1,0 0 1,0 0-1,0 0 0,0 1 1,0-1-1,0 0 1,0 0-1,0 0 1,0 0-1,0 1 1,0-1-1,1 0 1,-1 0-1,0 0 1,0 0-1,0 1 1,0-1-1,0 0 1,0 0-1,0 0 1,0 0-1,0 0 0,1 0 1,-1 1-1,0-1 1,0 0-1,0 0 1,0 0-1,0 0 1,1 0-1,-1 0 1,0 0-1,0 0 1,0 0-1,0 0 1,1 0-1,-1 0 1,0 0-1,9-3-728,0 0-413,0 2-165,-1 0 0,1-1 1,-1 0-1,0 0 0,9-4 0,1-1-1066,4 2-871,0 4-80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0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343 282 632,'-1'0'160,"0"-1"0,0 0-1,0 0 1,0 1 0,1-1 0,-1 0-1,0 0 1,0 0 0,1 0 0,-1 0-1,1 0 1,-1 0 0,1 0 0,-1-1-1,1 1 1,0 0 0,0 0 0,-1 0-1,1 0 1,0-1 0,0 1 0,0 0-1,0 0 1,1 0 0,-1 0 0,0-2-1,1 1-33,-1 0-1,0 0 0,0 0 1,0 0-1,0 1 0,0-1 1,0 0-1,-1 0 0,1 0 1,-1 1-1,0-3 0,0 2-1,-1-1 0,1 1 1,0 0-1,0-1 0,0 1 0,1 0 0,-1-1 0,1 1 0,-1-1 0,1 1 1,0-1-1,0-4 0,0 6-74,0-1-1,-1 1 1,1 0 0,0-1 0,-1 1 0,1 0 0,0-1-1,-1 1 1,0 0 0,1 0 0,-2-2 0,1 2-9,1 0 0,-1-1 0,1 1 0,-1 0-1,0 0 1,1-1 0,0 1 0,-1 0 0,1-1 0,0 1 0,0-2 0,0 0 55,0 1-1,0-1 1,0 1 0,-1-1-1,1 1 1,-1-1-1,1 1 1,-1-1 0,0 1-1,0 0 1,0-1-1,-2-3 1,1-1 240,2 6-273,1 0 1,-1 0-1,-1 0 0,1 0 0,0 0 1,0 0-1,0 0 0,0 0 1,-1 0-1,1 0 0,-1-1 0,-4-9 448,4 9-364,1-1 0,-1 1 0,0 0 1,0-1-1,-1 1 0,1 0 0,0 0 0,-1 0 1,1 0-1,-1 0 0,0 0 0,1 0 0,-1 1 1,0-1-1,-4-2 0,2 3 2,1-1 0,-1 1 0,0 0 0,1 0 0,-1 1-1,0-1 1,1 1 0,-1 0 0,0 0 0,0 0 0,0 0 0,1 0 0,-1 1 0,0 0 0,1 0 0,-6 2 0,-1 2 126,1 0 0,-15 11 0,5-2-25,17-13-222,0 0 1,0 1-1,0-1 1,0 1-1,1 0 0,-1-1 1,1 1-1,-3 4 0,-4 3 41,-2 2-24,1-1 0,0 1 1,1 1-1,-9 14 0,5-6-19,9-16-19,-1 1 1,1 0-1,1 0 1,-5 11-1,-15 52-35,21-65-5,0 0 0,1 1 1,-1-1-1,1 0 0,0 1 0,0-1 0,0 1 0,0-1 0,1 1 0,-1-1 0,1 0 0,0 1 0,0-1 0,0 0 0,1 0 0,1 4 0,-2-6 15,-1-1 0,0 0-1,1 1 1,-1-1 0,1 0 0,-1 0-1,0 1 1,1-1 0,-1 0-1,1 0 1,-1 0 0,1 0 0,-1 0-1,1 1 1,-1-1 0,1 0-1,-1 0 1,1 0 0,-1 0 0,1 0-1,-1-1 1,0 1 0,1 0-1,0 0 1,2 0-78,-3 0 94,10 0-277,0 0 0,-1 0-1,1-1 1,0 0 0,-1-1-1,1 0 1,-1-1 0,11-3-1,11-8-511,-14 7 555,0-1 0,-1 0 0,0-1 0,17-13 1,-28 17 214,0 0 1,0 0 0,6-10 0,9-9 35,0 4 423,-20 20-401,0 0-1,0-1 0,1 1 1,-1 0-1,0 0 0,0 0 1,0 0-1,0 0 0,0-1 1,0 1-1,1 0 0,-1 0 1,0 0-1,0 0 0,0-1 1,0 1-1,0 0 0,0 0 1,0 0-1,0-1 0,0 1 1,0 0-1,0 0 0,0 0 1,0-1-1,0 1 0,0 0 1,0 0-1,0 0 0,0-1 1,0 1-1,0 0 0,0 0 1,0 0-1,0-1 0,-1 1 1,1 0-1,0 0 0,0 0 1,0 0-1,0-1 0,0 1 1,0 0-1,-1 0 0,1 0 1,0 0-34,-1 0 0,1 0 0,0 0 0,-1 0 1,1 0-1,-1 0 0,1 0 0,0 0 0,-1 0 0,1 0 1,0 0-1,-1 0 0,1 0 0,0 0 0,0 0 0,-1 1 1,1-1-1,0 0 0,-1 0 0,1 0 0,0 1 0,0-1 1,-1 0-1,1 0 0,0 1 0,0-1 0,0 0 0,-1 1 1,1 9 78,1-9-81,-1 0-1,0 0 1,0 0 0,0 0-1,1 0 1,-1 0-1,0 0 1,-1 0-1,1 0 1,0 1-1,0-1 1,0 0 0,-1 0-1,1 0 1,0 0-1,-1 0 1,0 1-1,-8 13-22,9-15 24,-1 1 0,1 0 0,0 0 0,0 0 1,-1-1-1,1 1 0,0 0 0,0 0 0,0 0 1,0-1-1,0 1 0,0 0 0,0 0 0,0 0 1,0 0-1,1-1 0,-1 1 0,0 0 0,0 0 1,1 0-1,-1-1 0,1 1 0,0 0 0,2 2 8,-3-2-7,1-1 1,-1 0-1,0 1 1,1-1-1,-1 1 1,1-1-1,-1 0 0,0 1 1,1-1-1,-1 1 1,0-1-1,0 1 0,1-1 1,-1 1-1,0-1 1,0 1-1,0 0 0,1-1 1,-1 1-1,0 0 1,0 0-4,0-1 1,0 1-1,0 0 1,1-1 0,-1 1-1,0-1 1,1 1-1,-1 0 1,0-1-1,1 1 1,-1-1 0,1 1-1,-1-1 1,0 1-1,1-1 1,0 0-1,-1 1 1,1-1 0,-1 0-1,1 1 1,-1-1-1,1 0 1,0 0-1,-1 1 1,1-1 0,-1 0-1,1 0 1,0 0-1,-1 0 1,2 0-1,23 2 23,-23-2-20,1 0 1,6 0-1,-1 0 1,1 0-1,0-1 1,-1 0-1,14-4 1,65-16-7,-65 14 6,0-1 0,-1-1 0,33-20-1,-28 8-14,-13 13 11,-1-1 1,18-15 0,-25 19 6,0 0 0,0-1 0,-1 1 1,0-1-1,1 0 0,-2 0 1,6-11-1,-6 8 19,0 1 1,-1-1-1,0 0 0,-1 0 0,0 0 1,0 0-1,-1-12 0,0 21-14,0-1-1,0 1 0,0-1 1,0 1-1,0-1 1,0 1-1,0-1 1,-1 1-1,1-1 1,0 1-1,0-1 0,0 1 1,-1-1-1,1 1 1,0 0-1,-1-1 1,1 1-1,0-1 1,-1 1-1,1 0 0,-1-1 1,0 1-1,1-1 1,0 1 0,-1 0 0,1 0 0,0-1-1,-1 1 1,1 0 0,0-1 0,-1 1 0,1 0-1,0-1 1,0 1 0,-1 0 0,1-1 0,0 1-1,0-1 1,0 1 0,0 0 0,-1-1 0,1 1-1,0-1 1,0 1 0,0-1 0,0 0-3,0 1 1,-1-1-1,1 1 1,0-1-1,-1 1 1,1-1-1,0 1 1,-1 0-1,1-1 1,-1 1-1,1 0 1,-1-1-1,1 1 0,-1 0 1,1-1-1,-1 1 1,1 0-1,-1 0 1,1-1-1,-1 1 1,1 0-1,-1 0 1,1 0-1,-1 0 1,0 0-1,1 0 1,-1 0-1,1 0 1,-2 0-1,-14 1-72,15 0 58,-2 0-1,1 1-1,-1-1 1,1 1 0,-1 0 0,1 0 0,0 0 0,-1 0 0,1 0 0,0 0 0,0 1-1,1-1 1,-1 1 0,0-1 0,1 1 0,-3 5 0,2-2 8,1-3-5,0-1 0,0 1 0,0-1 1,0 1-1,1 0 0,-1 0 0,1-1 0,-1 7 0,1 1-3,-1-6 4,1 0 0,0 0-1,0 0 1,0 0-1,1 0 1,-1 0-1,2 5 1,3 3-4,0 1-4,0 0 0,1-1 1,0 0-1,1 1 1,12 15-1,-16-24 3,-1 0-1,1 0 1,-1 0 0,0 1-1,3 8 1,-4-8 6,1-1-1,0 1 1,0-1 0,0 0-1,5 8 1,-6-11 2,0 1 1,1-1-1,-2 1 0,1-1 0,0 1 1,0-1-1,0 1 0,-1-1 1,1 1-1,0 0 0,-1-1 0,0 1 1,1 0-1,-1 2 0,0-2 2,1-1-1,-1-1 1,0 1 0,0 0-1,1 0 1,-1 0-1,1 0 1,-1 0 0,1 0-1,-1 0 1,1 0-1,0 0 1,0 0-2,-1-1 1,1 1-1,-1-1 0,1 1 0,-1-1 1,1 1-1,-1 0 0,0-1 0,1 1 1,-1-1-1,0 1 0,1 0 0,-1-1 1,0 1-1,0 0 0,0 0 0,0-1 1,1 1-1,-1 0 0,0-1 0,0 1 0,-1 0 1,1-1-1,0 1 0,0 0 0,0 0 1,0-1-1,0 1 0,-1 0 0,1-1 1,0 1-1,-1-1 0,0 2 0,0-1 1,0 1 0,0-1 0,0 0 0,0 0 0,0 0 0,-1 0-1,1 0 1,0 0 0,-1 0 0,1 0 0,-1 0 0,1-1 0,-3 2-1,-27 9 32,27-10-30,-16 4 14,0-2 0,0 0 1,-28 0-1,10-6-99,31 2 26,-1 0-1,1 1 0,-1-1 0,1 1 1,-1 1-1,1 0 0,-13 2 0,16-2-466,0 0-1,0-1 0,0 0 1,0 0-1,0 0 0,-4 0 1,-3-1-4659,22-6-165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1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67 398 980,'0'-1'71,"-1"1"1,1 0-1,0 0 1,0 0-1,-1 0 1,1 0-1,0 0 0,-1 0 1,1 0-1,0 0 1,0 0-1,-1 0 0,1 0 1,0 0-1,-1 0 1,1 0-1,0 0 0,0 0 1,-1 0-1,1 0 1,0 0-1,0 1 0,-1-1 1,1 0-1,0 0 1,0 0-1,-1 0 0,1 1 1,0-1-1,0 0 1,0 0-1,-1 0 1,1 1-1,0-1 0,0 0 1,0 0-1,0 1 1,0-1-1,-1 0 0,1 0 1,0 1-1,8 7 1457,-5-3-1219,-2-3-262,4-1 11,0-1 0,0 1 0,1-1 0,7-1 0,-7 1-58,-1 0 14,9 1-19,-1-1 0,1-1 0,0 0 1,0-1-1,-1 0 0,21-7 0,-11 3-37,-21 6 39,0 0-1,0-1 1,0 1 0,0 0-1,0-1 1,0 0 0,0 1-1,0-1 1,0 0-1,0 0 1,0 0 0,-1-1-1,1 1 1,0 0 0,1-2-1,3-3-7,-5 6 12,-1 0 0,1 0 0,-1 0 0,0 0 0,1-1 0,-1 1 1,0 0-1,1 0 0,-1-1 0,0 1 0,0 0 0,1-1 0,-1 1 0,0 0 0,0-1 0,1 1 0,-1 0 0,0-1 0,0 1 0,0 0 1,0-1-1,0 1 0,0-1 0,0 1 0,1-1 0,-2 1 3,1-1-1,0 1 1,0-1 0,0 1 0,0 0 0,0-1-1,0 1 1,0-1 0,1 1 0,-1 0 0,0-1-1,0 1 1,0-1 0,0 1 0,0 0 0,1-1-1,-1 1 1,0 0 0,0-1 0,0 1 0,1 0-1,-1-1 1,0 1 0,1 0 0,-1 0 0,0-1-1,1 1 1,-1 0 0,0 0 0,1-1 0,0 0 59,-5-2 28,3 3-87,1 0 11,0 0-1,0-1 1,-1 1-1,1 0 1,0-1 0,0 1-1,0 0 1,0-1-1,-1 1 1,1-1 0,0 1-1,0 0 1,0-1 0,0 1-1,0-1 1,0 1-1,0 0 1,0-1 0,0 1-1,0-1 1,0 0 0,-1-9 461,-2 7-246,1 1 1,-1-1-1,0 1 0,0 0 0,0 0 1,0 0-1,-5-2 0,-6-4 533,-19-5 1174,30 11-1810,1 1-1,-1 0 1,1 0 0,-1 0 0,0 0 0,1 0 0,-1 1-1,-3-1 1,-11-3 588,14 3-587,-1 1 0,1 0 0,0-1 0,0 1 0,0 0 0,-1 1 0,1-1-1,0 0 1,0 1 0,0 0 0,0 0 0,-5 2 0,-2 1 94,1 0 0,-14 9 0,17-10-179,1 0-1,0 1 1,0-1-1,0 1 0,1 0 1,-1 0-1,1 1 1,0-1-1,0 1 0,0 0 1,1 0-1,0 0 0,-4 9 1,6-12-35,-4 12 33,0 1 0,2 0 1,-1 0-1,2 0 0,-2 27 1,4-10-64,0-30 16,0 0 0,1 0 1,-1 0-1,1 0 0,-1 0 0,1 0 1,0 0-1,0-1 0,0 1 0,0 0 1,0 0-1,0-1 0,0 1 0,1 0 1,-1-1-1,0 1 0,1-1 0,0 0 1,-1 1-1,1-1 0,0 0 0,-1 0 0,1 0 1,0 0-1,3 1 0,4 1-111,0 0 0,0 0 0,19 2 0,-11-4-406,0 0-1,0-1 0,0 0 1,23-5-1,-4 1-462,-1 0 311,0-2-1,-1-1 1,53-19 0,-36 7 504,77-41 0,-101 44 163,-1-1 1,25-21 0,-10 7 143,-21 14 301,-1 0-1,-1-1 1,18-23-1,-8 10 706,25-32 1915,-51 60-2837,0-1 0,0 1 0,0-1-1,0 0 1,-1 1 0,2-7 0,7-13 658,-6 16-617,-1 0 0,1-1 0,4-14 0,4-9 174,-11 29-393,-1 0 0,1 0-1,-1-1 1,0 1 0,1 0 0,-1 0-1,0 0 1,0 0 0,0-1-1,0 1 1,-1 0 0,1 0 0,-1 0-1,0-3 1,-1 7-33,0 0 0,0 0 0,0 1 0,0-1 0,1 0 0,-1 0 0,1 1 0,0-1 0,-1 1-1,1 0 1,0-1 0,-1 6 0,-8 16 91,-47 60 515,5-13-84,18-27-257,16-18-66,-21 40 0,31-53-145,-16 21-1,16-24-40,0 1 0,1 0 0,0 0 1,-6 14-1,4-1-13,-26 55-8,31-70-37,0 0 1,-4 16-1,4-12 25,4-11 9,-1 1 0,1-1 0,0 0 0,0 0-1,0 0 1,1 0 0,-1 0 0,0 1 0,1-1-1,-1 0 1,1 0 0,1 3 0,13 25 23,-12-24-17,-2-5-18,0 1 0,1-1 0,-1 0 0,0 1 0,1-1 0,-1 0 0,1 0 0,-1 0 0,1 0 0,0 0-1,-1 0 1,1 0 0,0 0 0,0-1 0,0 1 0,2 0 0,29 2-346,-18-3 96,73-2-992,-73 0 728,-1 0-1,0 0 1,1-2 0,15-5 0,12-6-1632,-21 9-126,-1-2 0,0 0 1,29-16-1,-27 10-1071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1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0 644,'-20'0'4436,"20"0"-4412,0 0-1,0 1 0,0-1 0,0 0 0,0 0 0,-1 0 0,1 0 0,0 0 1,0 0-1,0 0 0,0 0 0,0 0 0,0 0 0,0 1 0,0-1 0,0 0 1,0 0-1,-1 0 0,1 0 0,0 0 0,0 0 0,0 1 0,0-1 0,0 0 1,0 0-1,0 0 0,0 0 0,0 0 0,0 0 0,0 1 0,0-1 0,0 0 1,0 0-1,0 0 0,0 0 0,0 0 0,1 0 0,-1 1 0,0-1 0,0 0 1,0 0-1,0 0 0,0 0 0,0 0 0,0 0 0,0 0 0,0 0 1,0 0-1,1 1 0,-1-1 0,0 0 0,0 0 0,0 0 128,11 6 71,0-1 0,1-1 0,0 0 0,-1 0 0,1-1 0,1-1 0,11 1 0,2 2-32,52 5-102,-1-3 0,85-4-1,-40-10-843,-114 6 669,14-2-893,1-1-1,-1-1 1,0 0-1,21-10 0,-20 7-1387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2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1 984,'0'0'54,"0"0"1,0 0-1,0 0 0,0 1 0,0-1 0,0 0 1,0 0-1,0 0 0,0 1 0,0-1 1,0 0-1,0 0 0,0 0 0,0 1 0,0-1 1,0 0-1,0 0 0,0 0 0,0 0 1,0 1-1,0-1 0,-1 0 0,1 0 0,0 0 1,0 0-1,0 1 0,0-1 0,0 0 0,0 0 1,-1 0-1,1 0 0,0 0 0,0 1 1,-4 1 262,4-2-272,-1 0 1,1 0 0,0 0-1,-1 1 1,1-1 0,0 0-1,-1 0 1,1 1 0,0-1 0,-1 0-1,1 0 1,0 1 0,0-1-1,-1 0 1,1 1 0,0-1-1,0 0 1,0 1 0,0-1 0,-1 1-1,1-1 1,0 0 0,0 1-1,0-1 1,0 1 0,0-1 0,0 0-1,0 1 1,0-1 0,0 1-1,0-1 1,0 0 0,1 2 1214,-1 0-367,0-2-863,0 0-1,0 0 1,0 1 0,0-1 0,0 0 0,0 0-1,0 0 1,0 0 0,0 1 0,0-1 0,0 0-1,0 0 1,0 0 0,0 0 0,0 1 0,0-1-1,0 0 1,0 0 0,0 0 0,0 0 0,0 0-1,0 1 1,0-1 0,0 0 0,-1 0 0,1 0-1,0 0 1,0 0 0,0 0 0,0 1-1,0-1 1,0 0 0,0 0 0,-1 0 0,1 0-1,0 0 1,0 0 0,-1 0 52,-8 4 3444,9-4-3388,0 0-1,0 0 1,0 0 0,0 3 2065,1-3-2066,8 1 743,-1 3-679,1 0 1,0-1-1,0 0 0,0-1 0,1 0 0,16 2 0,59 1-21,134-11-183,-63 4-138,0-4-1330,-27-1-1858,-108 6 2646,-6 0-315,-1-1-1,1 0 0,29-8 0,-8-6-1677,-26 13 1699,0 1 0,12-2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3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1944,'-5'0'11989,"10"0"-11788,-5 0-162,0 0 0,0 1 0,1-1 0,-1 0 0,0 0 0,0 0 0,0 0 0,0 1 0,0-1 0,0 0 0,0 0 0,0 0 0,0 1 0,0-1 0,0 0 0,0 0 0,-1 0 0,1 1 0,0-1 0,0 0 0,0 0 0,0 0 0,0 0 0,0 1 0,0-1 0,0 0 0,0 0 0,-1 0 0,1 0-1,0 0 1,0 0 0,0 1 0,-1-1 0,-6 7 1142,5 8 180,2-15-1324,0 1 1,0 0-1,0 0 0,0-1 0,0 1 1,0 0-1,0 0 0,-1-1 1,1 1-1,0 0 0,-1-1 0,1 1 1,0 0-1,-1-1 0,1 1 1,-1 0-1,0 0 0,0 0-10,1-1-1,-1 1 0,1 0 0,-1-1 1,1 1-1,-1-1 0,1 1 0,0 0 1,0 0-1,-1-1 0,1 1 0,0 0 1,0-1-1,-1 1 0,1 0 1,0 0-1,0 1 0,0 0 8,0-1 0,-1 1 0,1-1 0,-1 1 0,1-1 0,-1 0 0,0 1 0,0-1 0,1 0 0,-1 1 0,0-1 0,0 0 0,0 0 1,-1 0-1,1 0 0,0 0 0,-3 2 0,3-2-5,-1 1 0,1-1 0,-1 0 0,1 1 1,-1-1-1,1 1 0,0 0 0,-2 2 0,0 5 72,2-7-74,0 0 1,1 1 0,-1-1 0,-1 0 0,1 0-1,-3 4 1,2-3 8,0 0-1,0 1 1,0-1 0,1 1-1,-3 5 1,-5 12 63,6-15-62,-1 1 1,1 0-1,1 0 1,-3 9-1,3-9-1,0 0 0,-1-1 0,-6 13 0,3-9 32,0 1 0,1 0 0,-5 15-1,3-7 29,-3-4-22,9-14-62,0 1 0,0-1 0,0 0 1,0 1-1,0-1 0,0 1 0,1 0 0,-1-1 1,0 1-1,1 0 0,-1-1 0,1 1 0,-1 3 1,1-4-2,0 1 1,0-1 0,0 0-1,0 1 1,-1-1-1,1 0 1,0 1 0,-1-1-1,0 0 1,1 1-1,-2 1 1,1-2-3,0 0-1,1 0 1,-1 0-1,1 1 1,-1-1-1,1 0 1,-1 1-1,1-1 1,0 0 0,0 1-1,-1 1 1,1 7 36,0-8-19,0-6-19,0 3-29,0-7-500,0-1-26,0 3-94,0 0 0,0 0 1,0 1-1,1-1 0,-1 0 0,1 0 0,1 1 1,-1-1-1,1 1 0,4-10 0,2 2-575,-1 1-1465,13-18 0,9 2-1172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1:34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693 160 1416,'-22'-42'3742,"10"21"-2487,12 18-1111,-1 1 0,0-1 0,-1 1 1,1-1-1,0 1 0,-1 0 0,1 0 1,-1 0-1,0 0 0,1 0 0,-1 0 1,0 0-1,-3-1 0,-3-2 292,-15-11 1002,17 11-933,-1 0 0,0 1-1,0 0 1,0 0-1,0 0 1,-1 1 0,0 0-1,1 1 1,-1-1 0,0 2-1,0-1 1,0 1-1,0 0 1,-9 1 0,12 0-378,0 1 0,1-1 0,-1 1 0,0 0 0,0 1 0,0-1 0,-5 4 0,4-2-57,0-1-1,0 0 1,-9 1 0,6 0 8,-1-1-1,1 1 1,0 0 0,-16 9-1,-32 20 218,31-10-138,5-4-41,7-7-29,0 0-1,1 1 1,-21 23-1,15-11 44,-19 34-1,20-33-53,-4 7-1,12-12-53,2 1 1,-7 26 0,2-7 3,8-24-5,1 1 0,-4 23 0,5-17 26,2-9-22,0-1 1,1 1 0,1 0 0,0 0 0,1 0-1,7 25 1,-2-3 6,-5-22-27,1 1 1,0-1 0,1 0 0,1 0 0,0 0 0,1-1 0,0 1 0,1-1-1,11 14 1,-14-21 1,2 1 4,0 0 0,0 0 0,0 0 0,1-1 0,11 9 0,7 2 11,-18-12-18,1 1 1,0-1-1,0-1 0,0 1 1,0-1-1,1-1 0,-1 0 1,1 0-1,14 3 0,1-4 1,-9 1-5,-1-2 1,1 0 0,17-2 0,1-1 7,0-2 0,0-1 0,-1-1 0,1-2 0,32-13 0,-14 2 13,-35 13 3,0 1 0,-1-2 0,1 0 0,-1-1 1,21-15-1,-2 0 196,-24 16-99,0 0 0,13-12 0,-12 8 20,0-1 0,0 0 0,-1 0 1,-1-1-1,14-24 0,-17 25-72,51-101 466,-49 94-433,-1-1-1,0 0 0,-2 0 1,4-21-1,-4 11 60,-2 15-36,-1 0 0,0 0 1,-1 0-1,-1-1 1,-2-23-1,1 30-55,-3-14 409,-8-29 0,10 45-359,-1 0 0,0 0-1,0 0 1,0 1 0,-1-1 0,0 1 0,0 0-1,-6-7 1,8 10-81,-12-12 146,0 0-1,-1 1 1,0 0 0,-24-16-1,17 16-126,-1 1 0,-47-19 0,58 28-182,1 1-1,-1 0 0,1 0 0,-1 2 1,0-1-1,0 1 0,0 1 0,-23 2 0,30-1 27,-3-1-266,1 1 1,-1 0 0,1 1 0,0 0 0,0 0 0,0 0-1,-12 6 1,15-5-140,0-1 0,0 1 0,1 0 0,-1 0 0,-4 5 0,7-7 62,0 1 0,0-1 1,1 0-1,-1 0 1,0 1-1,1-1 0,-1 1 1,1-1-1,-1 3 1,0-3-121,1 0 0,0 1 1,0-1-1,0 0 0,0 0 1,1 0-1,-1 1 0,0-1 1,0 0-1,1 0 0,-1 0 1,1 1-1,0 0 0,8 11-4167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0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28 160,'0'0'3032,"0"2"-2832,0 0 0,0 0 0,0 0-1,0 0 1,0 0 0,0 0 0,1 0 0,0 4-1,0-5-175,0-1-1,-1 0 0,1 1 0,0-1 0,-1 1 0,1 0 0,-1-1 0,1 1 1,-1 0-1,1-1 0,-1 1 0,1 0 0,-1-1 0,1 1 0,-1 0 0,0 0 1,0-1-1,1 1 0,-1 0 0,0 0 0,0 0 0,0-1 0,0 1 0,0 0 1,0 0-1,0 0 0,0 0 0,0-1 0,0 1 0,-1 0 0,1 0 0,0 0 1,0-1-1,-1 2 0,0-1 53,0 1 1,0-1-1,0 0 1,0 0-1,0 0 1,1 1-1,-1-1 1,0 0-1,1 1 1,0-1-1,-1 0 1,1 1-1,0-1 1,-1 1-1,1-1 1,0 1-1,0-1 1,0 3-1,0-4-64,0 0-1,1 1 0,-1-1 0,0 0 0,0 0 0,0 1 1,0-1-1,-1 0 0,1 0 0,0 0 0,0 1 0,0-1 1,0 0-1,0 0 0,0 1 0,0-1 0,0 0 1,0 0-1,0 0 0,-1 1 0,1-1 0,0 0 0,0 0 1,0 0-1,0 0 0,-1 1 0,1-1 0,0 0 0,0 0 1,0 0-1,-1 0 0,1 0 0,0 0 0,0 0 1,-1 0-1,1 1 0,0-1 0,0 0 0,-1 0 0,1 0 13,0 0 0,-1 0-1,-8 8 8162,2-9-6446,7 0-1733,0 0 1,1 1-1,-1-1 0,0 1 1,0-1-1,0 1 0,0-1 1,1 1-1,-1-1 1,0 1-1,0-1 0,1 1 1,-1-1-1,0 1 0,1-1 1,-1 1-1,1-1 0,-1 1 1,0 0-1,1-1 1,-1 1-1,1 0 0,-1-1 1,2 1-1,-1-1-14,0 0 26,0 0-16,-1 0-1,1-1 1,-1 1-1,1 0 1,0 0-1,-1 0 1,1 0 0,0 0-1,0 0 1,-1 0-1,1 0 1,0 0-1,0 0 1,0 1-1,0-1 1,0 0-1,1 1 1,-1-1-1,0 1 1,2-2-1,9-6 7,2-5-3,-12 11-6,-1 1 0,0 0 0,1 0 0,-1 0 0,1 0 1,0 0-1,-1 0 0,4-1 0,-3 1-1,0 1 1,-1-1 0,1 0 0,-1 0-1,1 0 1,-1 0 0,1 0-1,1-2 1,-1 1-1,0 1 0,14-4-2,28-13-17,-32 11-20,-11 6 37,0 0 1,0 0-1,0 1 1,1-1-1,-1 0 1,0 1 0,0-1-1,0 1 1,1-1-1,-1 1 1,0 0-1,1-1 1,-1 1 0,0 0-1,1 0 1,1 0-1,8 0 22,-2 1-16,-9 2-3,2 1-2,16 10 15,-16-9-14,-2-4 2,0-1 0,0 0 0,0 0 0,0 1 0,0-1 0,0 0 0,0 0 0,0 0 0,0 1 0,0-1 0,0 0 0,0 0 0,0 1 0,0-1 0,0 0 0,1 0 0,-1 0 0,0 1 0,0-1 0,0 0 0,0 0 0,0 0 0,1 1 0,-1-1 0,0 0 0,0 0 0,0 0 0,1 0 0,-1 0 0,0 1 0,0-1 0,0 0 0,1 0 0,-1 0 0,0 0 0,0 0 0,0 0 0,1 0 0,-1 0 0,1 0 1,-1 0-1,0 0 1,0 0-1,1 0 1,-1 0 0,0 0-1,0 1 1,1-1-1,-1 0 1,0 0-1,0 0 1,1 0-1,-1 0 1,0 1-1,0-1 1,1 0-1,-1 0 1,0 0-1,0 1 1,0-1-1,0 0 1,1 0-1,-1 1 1,0-1-1,0 0 1,0 0-1,0 1 1,0-1-1,0 0 1,0 0-1,0 1 1,0-1-1,0 0 1,0 0-1,0 1 1,0-1-1,0 0 1,0 1-1,0-1 1,0 25 5,0-23-7,0-1 14,0-1-12,0 1-1,0-1 0,0 0 1,0 0-1,0 0 1,0 0-1,1 0 1,-1 1-1,0-1 1,0 0-1,0 0 1,0 0-1,0 0 1,0 1-1,0-1 1,-1 0-1,1 0 1,0 0-1,0 0 1,0 0-1,0 1 1,0-1-1,0 0 1,0 0-1,0 0 1,0 0-1,0 0 1,0 1-1,-1-1 1,1 0-1,0 0 1,0 0-1,0 0 1,0 0-1,0 0 1,0 0-1,-1 0 1,1 1 0,-1-1 1,0 0 0,1 0 0,-1 1 0,0-1 0,1 0 0,-1 1-1,0-1 1,1 1 0,-1-1 0,1 1 0,-1-1 0,1 1 0,-1-1-1,1 1 1,0-1 0,-1 1 0,1 0 0,0-1 0,-1 1-1,1 0 1,0-1 0,0 1 0,-1 0 0,1-1 0,0 2 0,-10 18 54,4-13-46,-1 0 0,0-1 0,-1 0 0,0 0-1,-9 6 1,5-5-5,-20 18-1,27-19 3,4-5-5,-1 1 0,1-1 0,-1 1-1,1-1 1,-1 0 0,0 1 0,0-1 0,1 0 0,-4 1 0,1 0 2,0 0 0,0 0 1,0 1-1,0-1 0,0 1 0,1 0 1,-1 0-1,1 0 0,0 0 1,-3 5-1,-27 20 67,11-10-21,19-16-43,0 0 1,0 1-1,0-1 0,0 0 0,0 1 0,1 0 1,-1 0-1,1 0 0,-3 4 0,-28 68 87,30-47-46,1-24-43,0 1-1,1-1 1,0 1 0,-1 0 0,2-1 0,-1 1-1,1 0 1,0 7 0,-1-10-3,1 0 0,0 0-1,0 0 1,1 0 0,-1 0 0,0 0 0,1 0-1,-1 0 1,1 0 0,-1 0 0,1 0 0,0 0-1,0 0 1,0-1 0,2 3 0,0 9 68,39-33-66,-30 13 9,3-2 18,-1 0-1,22-19 1,-33 25-31,-1 1-1,1 0 1,-1 0 0,1 1-1,0-1 1,3-1-1,-3 1-3,0 1 1,0-1-1,0 0 0,-1 1 0,1-1 0,2-3 0,19-13-41,-19 14 43,0 1 1,0-1-1,-1 0 1,1 0-1,4-6 1,-7 8 5,1 0-1,0 1 0,-1-1 1,1 1-1,0-1 1,-1 1-1,1 0 1,5-1-1,-6-2 11,-2 7-28,0-2 2,2-1-4,-2 0 16,1 0-1,-1 0 0,0 0 1,0 0-1,1 0 0,-1 0 0,0 0 1,1 0-1,-1 0 0,0 0 1,1 0-1,-1 0 0,0 0 1,1 0-1,-1 0 0,0 0 0,0 0 1,1 1-1,-1-1 0,0 0 1,0 0-1,1 0 0,-1 1 1,0-1-1,0 0 0,1 0 0,-1 0 1,0 1-1,0-1 0,0 0 1,0 0-1,1 1 0,-1-1 1,0 0-1,0 1 0,0-1 0,0 0 1,0 1-1,11 1 14,-11-2-13,0 1 1,0-1-1,0 0 0,1 1 1,-1-1-1,0 0 1,0 0-1,0 1 1,0-1-1,0 0 1,1 0-1,-1 1 0,0-1 1,0 0-1,0 0 1,1 1-1,-1-1 1,0 0-1,0 0 1,1 0-1,-1 0 0,0 1 1,0-1-1,1 0 1,-1 0-1,0 0 1,1 0-1,-1 0 1,0 0-1,1 0 1,-1 0-1,0 0 0,0 0 1,1 0-1,-1 0 1,0 0-1,1 0 1,-1 0-1,2 0 7,11 7-27,-11-7 19,-1 0 0,1 0 0,-1 0 0,1 0 0,-1 0 0,1 1 0,-1-1 0,1 0 0,-1 1 0,1 0 0,-1-1 0,3 2 0,0-1 10,-3-1-9,0 0 0,-1 0 1,1 0-1,0 1 1,0-1-1,-1 0 0,1 0 1,0 0-1,0 1 0,-1-1 1,1 0-1,0 1 1,-1-1-1,1 0 0,0 1 1,-1-1-1,1 1 0,0-1 1,-1 1-1,1 0 1,-1-1-1,1 2 0,-1-2-1,0 0 1,0 0-1,0 1 0,0-1 0,1 0 0,-1 1 0,0-1 0,0 0 0,0 0 0,0 1 0,0-1 0,1 0 1,-1 0-1,0 1 0,0-1 0,1 0 0,-1 0 0,0 0 0,0 1 0,1-1 0,-1 0 0,0 0 1,0 0-1,1 0 0,-1 0 0,0 0 0,1 0 0,-1 1 0,0-1 0,0 0 0,1 0 0,-1 0 0,0 0 1,1 0-1,-1 0 0,0 0 0,1-1 0,-1 1 0,4-5 0,18-11 41,-21 15-38,17-12 25,-17 12-31,0 0 1,0 0 0,0 0 0,0 0 0,0 1 0,0-1 0,-1-1 0,1 1 0,0 0-1,-1 0 1,1 0 0,-1 0 0,1 0 0,-1 0 0,0-1 0,1-1 0,-1 3 2,0 0 0,0 0 0,0-1 1,0 1-1,0 0 0,0 0 1,0 0-1,0-1 0,0 1 0,0 0 1,0 0-1,0-1 0,0 1 0,0 0 1,0 0-1,0 0 0,0-1 0,0 1 1,1 0-1,-1 0 0,0 0 1,0 0-1,0-1 0,0 1 0,0 0 1,1 0-1,-1 0 0,0 0 0,0 0 1,0-1-1,1 1 0,-1 0 0,0 0 1,0 0-1,0 0 0,1 0 0,-1 0 1,0 0-1,0 0 0,1 0 1,-1 0-10,1 0 0,-1 0 0,0 0 1,0 0-1,1-1 0,-1 1 1,0 0-1,1 0 0,-1 0 1,0 0-1,0 0 0,1-1 1,-1 1-1,0 0 0,0 0 1,1 0-1,-1-1 0,0 1 0,0 0 1,0 0-1,0-1 0,1 1 1,-1 0-1,0 0 0,0-1 1,0 1-1,0 0 0,0-1 1,0 1-1,0 0 0,0 0 0,0-1 1,0 1-1,0 0 0,0-1 1,0 1-1,0 0 0,0-1 1,0 1-1,0-1 0,0-6-223,0-15-1494,0 21 1639,0 1 0,0-1 0,0 0 0,-1 0 0,1 1 0,0-1 0,0 0 0,-1 0 0,1 1 0,0-1 0,-1 0 0,1 1 0,-1-1 0,1 1 0,-1-1 0,1 1 0,-1-1 0,1 0 0,-1 1 0,0 0-1,1-1 1,-1 1 0,0-1 0,0 1 0,-23-15-5242,-7 1 233,20 7 2143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1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715 250 1240,'1'-2'193,"0"0"-1,1 0 1,-1 1-1,0-1 0,0 0 1,0-1-1,-1 1 1,1 0-1,0 0 1,-1 0-1,1 0 1,-1 0-1,0-1 1,0 1-1,0 0 1,0 0-1,0-1 0,0 1 1,0 0-1,-2-4 1,-31-77 2340,29 78-2300,0-1-1,0 1 0,0 0 0,-1 0 0,0 1 0,-9-8 0,1 1 266,-42-31 887,54 41-1361,-1 0 0,1 0-1,0 0 1,-1 1 0,1-1 0,-1 0-1,1 0 1,-1 1 0,1-1 0,-1 1 0,1-1-1,-1 1 1,0 0 0,-2-1 0,-17-3 193,15 1-145,0 2-1,0-1 1,-1 1-1,1 0 1,-1 0-1,1 0 1,-1 1 0,1 0-1,-7 1 1,-2 1 129,0 1 0,-26 7 0,37-8-178,-1 0 0,1 0 0,0 1 0,0-1-1,-7 6 1,-12 7 35,15-11-31,1 1 0,-1 1 1,1-1-1,0 1 1,0 1-1,-6 6 0,-18 16 123,16-16-28,1 0 1,0 0-1,-18 25 0,19-22-41,7-10-48,1 0 0,0 1 0,0 0 0,-6 14 0,7-15-17,0 1 1,1-1-1,-7 7 1,5-7 0,0 1 1,1 0-1,-5 9 1,-12 18 54,16-26-53,0-1 0,0 1 0,-3 10 0,1-1 3,1 0 1,-5 24-1,2-12-10,7-24-6,0 1 0,0-1 0,0 1 0,1-1 0,0 1-1,0 9 1,1 128 174,0-134-157,1 0 0,0-1 0,5 18 0,-1-8 15,1-1 8,0 0 0,2 0 0,0 0 0,17 22 0,-23-35-33,1 0-1,0 0 1,0 0-1,8 6 0,-8-7 3,1 0 0,-1 1 0,0-1 0,6 9-1,-7-9-3,0 1-1,1-1 0,0 1 0,-1-1 0,1 0 1,1 0-1,-1-1 0,0 1 0,5 2 0,15 14 127,-19-15-119,0-1 0,0 1 0,0-1 0,0-1 1,7 5-1,44 28 52,-24-18-138,-24-13 63,1 0 0,-1 0 0,0 0 1,1-1-1,0 0 0,15 3 0,-7-4 23,1-1 0,-1-1 0,21-3 0,-31 2-4,-1-1 0,1 0 0,-1 0 0,6-4 0,0 0 22,3 0 41,0-2 0,-1 1-1,0-1 1,21-18-1,1-7 310,-29 27-264,0 1 0,0-1-1,-1-1 1,0 1 0,0-1-1,-1 0 1,1 0 0,3-10-1,-3 8 9,13-19 209,-15 24-294,0 0 0,0 0 1,0-1-1,-1 0 1,1 1-1,-1-1 1,0 0-1,1-6 0,19-119 462,-20 104-469,0 0-1,-3-29 0,0 10-24,1 15-5,1 11-5,-1 0 0,-3-23-1,-1 9 14,-1-48 0,5 78-11,0-1 0,0 1 0,0 0 0,-1 0 0,1 0 0,-1-1 1,0 1-1,1 0 0,-1 0 0,-1 0 0,-1-5 0,-1-6 8,4 13-14,0 1 1,0-1-1,0 0 0,0 1 0,0-1 1,-1 1-1,1-1 0,0 0 1,0 1-1,0-1 0,-1 1 0,1-1 1,0 1-1,-1-1 0,1 1 0,0-1 1,-1 1-1,1-1 0,-1 1 1,1-1-1,-1 1 0,1-1 0,-1 1 1,1 0-1,-1-1 0,0 1 0,-7-4-289,1 1 0,-1 0 1,0 0-1,0 1 0,0 0 0,0 0 0,0 1 0,0 0 0,0 0 0,-12 1 0,7 0-2635,-27-4 1,25 2-574,-5 2-282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4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1275 148,'1'1'41,"-1"-1"1,0 1-1,0-1 1,0 1-1,0-1 0,0 0 1,0 1-1,0-1 1,0 1-1,0-1 0,0 1 1,0-1-1,0 1 1,-1-1-1,1 0 0,0 1 1,0-1-1,0 1 0,-1-1 1,1 0-1,0 1 1,0-1-1,-1 1 0,1-1 1,0 0-1,-1 1 1,1-1-1,0 0 0,-1 0 1,1 1-1,0-1 1,-1 0-1,-3 2 4,4 0 65,-1 0-1,0 0 1,1 0-1,0 0 1,-1-1-1,1 1 0,0 0 1,0 0-1,0 0 1,0 0-1,1 3 1,-1 4 223,0 112 1883,0-120-2204,0-1-1,-1 1 0,1-1 0,-1 1 0,0 0 0,1-1 0,-1 1 1,1-1-1,-1 1 0,0-1 0,1 1 0,-2 0 0,1-1 3,0 3 7,1 0 0,-1 1 0,1-1 0,-1 0 1,1 1-1,0 4 0,1 4 5805,-1-615-2130,1 597-3690,-1 1-1,1 0 0,0-1 0,2-6 0,-2 6 0,1 1-1,-1 0 1,-1-1-1,1-7 0,0 3 8,-1 1-1,1-1 0,1 1 1,4-15-1,-3-17 153,0 30-104,-1 0 0,0 0 0,-1-1 0,0-10-1,-1-118 293,0 137-326,0-1 1,-1 1-1,1 0 1,-1 0-1,-2-6 1,2 6 37,0-1 0,0 0-1,0 0 1,0 0 0,0-7 0,1-6 77,-1 10-121,1 0 0,0 0 0,0 0 0,1 1 0,1-9 0,-1 13-19,0 0 0,-1 0 0,1 1 0,-1-1-1,0 0 1,1 0 0,-1 0 0,0 0 0,0 1 0,0-1-1,0 0 1,-1 0 0,1 0 0,0 0 0,-1 1 0,0-3 0,0 1-1,-1-8 6,1 0 0,0 0 0,1-1 0,1-17 1,0-1 6,-1 24-9,0 0 0,0 0 0,-1 0 0,0 0-1,0 0 1,-1 1 0,-2-8 0,3 11 2,1-1-1,-1 0 1,1 0-1,0 1 1,-1-1 0,1 0-1,1-4 1,-2-14 21,-2 15-22,2 0 0,-1 0 0,1 0 0,0-1 0,-1-10 0,2 13-6,0 0 1,0 0-1,-1 1 1,1-1-1,-1 0 1,0 0 0,0 0-1,-3-6 1,3 9 0,-2-25-12,-1 21 7,3 5 5,1-1-1,-1 1 0,1-1 1,0 1-1,-1 0 1,1-1-1,0 1 0,-1-1 1,1 1-1,0-1 1,-1 1-1,1-1 1,0 1-1,0-1 0,0 1 1,0-1-1,0 1 1,-1-1-1,1 1 0,0-1 1,0 0-1,2-11 2,-2 12-1,1-1 0,-1 1 0,0 0 0,1-1 0,-1 1 0,0-1 0,1 1 0,-1 0 0,0 0 0,1-1 0,-1 1-1,0 0 1,1 0 0,-1-1 0,1 1 0,-1 0 0,1 0 0,0-1 0,-1 3-3,1-1 0,-1 1 0,0-1 1,1 1-1,-1 0 0,0-1 0,0 1 0,0-1 0,0 1 0,0-1 0,-1 1 0,1-1 0,0 1 0,-1 2 0,0-4 3,0 1 21,0 0-1,1 0 1,-1 0 0,0 0-1,0 1 1,1-1-1,-1 0 1,0 1-1,1-1 1,-1 0-1,1 1 1,0-1 0,-1 1-1,1-1 1,0 0-1,0 1 1,0-1-1,0 1 1,0 1 0,0-2-26,0 0 0,0-1 0,0 1-1,-1-1 1,1 1 0,0 0 0,0-1 0,-1 1 0,1-1 0,-1 1 0,1-1 0,0 1 0,-1-1 0,1 1 0,-1-1 0,1 1 0,-1-1 0,0 1 0,1-1 0,-2 1 0,2-1 1,-2 1-146,2 4 124,-9 5-8861,9-9 8826,0-1-1,-1 0 1,1 0-1,0 1 0,0-1 1,0 0-1,0 0 1,0 1-1,0-1 1,-1 0-1,1 0 1,0 1-1,0-1 0,0 0 1,0 1-1,0-1 1,0 0-1,0 1 1,0-1-1,0 1 1,0-1-26,0 0-1,0 1 1,0-1 0,0 0 0,0 1 0,0-1 0,0 1 0,0-1 0,0 0 0,0 1 0,0-1 0,0 0-1,0 1 1,0-1 0,0 1 0,0-1 0,0 0 0,0 1 0,0-1 0,1 0 0,-1 1 0,0-1 0,0 0-1,0 1 1,1-1 0,-1 0 0,0 1 0,0-1 0,1 0 0,-1 0 0,0 1 0,1-1 0,-1 0 0,0 0-1,1 0 1,-1 1 0,0-1 0,1 0 0,-1 0 0,0 0 0,1 0 0,-1 0 0,1 0 0,-1 0 0,0 0-1,1 0 1,0 0 0,2-19-289,1 17 542,-4 2-151,1 0 0,-1 0 1,0 0-1,0 0 0,0 0 0,1 0 1,-1 0-1,0 0 0,0 0 1,1 0-1,-1 0 0,0 0 0,0-1 1,0 1-1,0 0 0,1 0 0,-1 0 1,0 0-1,0 0 0,0-1 1,0 1-1,1 0 0,-1 0 0,0 0 1,0-1-1,0 1 0,0 0 0,0 0 1,0 0-1,0-1 0,0 1 1,0 0-1,0 0 0,0-1 0,0 1 1,0-1 394,1-1-129,-1 0 1,0 1 0,0-1-1,0 1 1,0-1 0,0 0-1,-1 1 1,1-1 0,0 1-1,-1-3 1,-7 3-45,6 1 445,3 1-627,-1 0 1,0 0-1,0 0 1,0 0-1,0 0 1,0 0-1,0 0 1,0 0-1,-1 0 1,1 0-1,0 0 0,0 0 1,-1 1-1,0-2-53,1 0 4,-1 1-1,1-1 1,-1 0 0,1 1 0,-1-1-1,0 1 1,1-1 0,0 1 0,-1-1-1,1 1 1,-1-1 0,1 1 0,-1-1-1,1 1 1,0-1 0,0 1-1,-1 0 1,1-1 0,0 1 0,-1 0-1,1 0 14,0 0-1,-1-1 1,1 1-1,-1 0 1,1-1-1,-1 1 1,0-1-1,1 1 1,-1-1-1,0 1 0,1-1 1,-2 1-1,1-1 10,-2 15 383,-19 32 523,3-19-597,13-13-184,5-9-128,-1 0 0,-1 0 0,1-1 0,-1 1 0,0-1 0,0 0 0,0 0 1,-5 6-1,4-7-15,0 1 1,0 0 0,-4 9-1,-4 4 20,9-4-79,2-13 45,0 0 1,0 0 0,0 0 0,1 0 0,-1 0 0,0 0 0,1 0 0,-1 0 1,1 0-1,-1 0 0,1 0 0,0 1 0,-1-1 0,1 0 0,0 0 0,0 2 0,-11-1 140,12 0-342,7-5-1200,-5-11-625,2 7 1388,-1 1 0,0-1 0,5-10 0,-6 10 310,1-1 1,0 1 0,0 0-1,0 0 1,10-10 0,-3 7 33,-7 8 164,-1-1-1,1 0 1,-1 0-1,0 0 1,0 0-1,0 0 1,4-7-1,-5 4 14,-2 5 100,1-1 0,-1 1 0,1 0 0,-1-1 0,1 1 0,0 0 0,0 0-1,0 0 1,-1 0 0,1 0 0,0 0 0,1-1 0,1-1 40,-1 0 0,0 0 0,-1 0 1,1 0-1,0 0 0,1-6 0,3-3 178,-6 11-154,1-1-1,-1 1 1,1 0 0,-1 0 0,0-1-1,0 1 1,1 0 0,-1-1 0,0 1 0,0 0-1,0-1 1,0 1 0,-1-2 0,1 2-3,0 0 1,0-1-1,0 1 0,0 0 1,0-1-1,0 1 0,0-1 1,0 1-1,1-3 1,2-2 111,-2 3-5,0 1 0,0 0 1,0-1-1,0 1 0,-1-1 0,1 1 1,-1-1-1,0 0 0,0-4 0,0-11 2597,0 37-1941,0-19-795,0-1 0,0 1 0,1 0 0,-1 0 0,0-1 1,0 1-1,0 0 0,0 0 0,0-1 0,0 1 0,0 0 1,0 0-1,1-1 0,-1 1 0,0 0 0,0 0 0,0 0 1,0-1-1,1 1 0,-1 0 0,0 0 0,0 0 0,0 0 1,1 0-1,-1-1 0,0 1 0,0 0 0,1 0 0,-1 0 1,0 0-1,0 0 0,1 0 0,-1 0 0,0 0 0,1 0 1,-1 0-1,0 0 0,0 0 0,1 0 0,-1 0 0,0 0 1,1 0-1,0 0-20,0 0 47,1 0-9,4 0-28,2 0 44,1 0-1,-1 1 1,1-1-1,15 5 1,20 2 276,-24-2-240,-13-3-66,0 0 0,0 0 0,0 0 0,11 7 0,-9-2-7,4 0-6,-7-4-6,0-1-1,0 1 0,7 4 0,-9-2-22,5 4-201,5 0-147,-10-5 8,0-1-1,0-1 1,0 1-1,1-1 1,-1 1-1,10 2 1,-3-3-1486,-9 4-448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5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29 1312,'0'0'162,"-1"-1"-1,0 1 0,0-1 1,0 0-1,1 1 1,-1-1-1,0 0 1,1 1-1,-1-1 0,1 0 1,-1 0-1,1 0 1,-1 0-1,1 0 0,-1 1 1,1-1-1,0 0 1,0 0-1,-1 0 1,1 0-1,0 0 0,0 0 1,0 0-1,0 0 1,0 0-1,0 0 1,0-1-1,0 0 2,-9 0 1104,7 1 209,2 1-1447,1 9 264,-2 2 29,1 0-1,-1 0 1,-1-1 0,-4 15-1,5-20-201,1-1 0,-1 0-1,1 1 1,0-1-1,0 5 1,1-4 53,-1 1-1,0-1 0,-1 0 1,0 6-1,-4 11 377,0 2 590,-16 46 1,18-65-1007,-4 13 202,1-1 1,0 1-1,-4 20 0,8-21-145,-2-1-1,0 1 0,-9 22 1,-18 64 154,29-98-337,1 0 1,1 0-1,-1 0 0,1 0 0,0 0 0,0 0 0,1 6 0,0 4-4,-1-14-9,-1-6-1446,0 1 299,1-1 0,0 0 0,0 0 0,1-7 1,0-8-2089,-1 0 372,0 0-167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6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45 357 716,'0'-75'4530,"0"74"-4475,0-1 1,0 1 0,0-1-1,1 1 1,-1 0 0,0-1-1,1 1 1,-1 0 0,1 0-1,0-1 1,0 0 0,0 1-9,0-1 0,-1 1 1,1 0-1,-1 0 0,1-1 1,-1 1-1,1 0 0,-1-1 1,0 1-1,0 0 1,1-2-1,-1-1 51,0 1-1,1-1 1,0 1-1,0-1 1,0 1-1,0 0 1,3-6 0,-1 0 118,7-6 47,2-6 178,2 3-171,-12 16-210,1-1 0,-1 0 0,0 0-1,0 1 1,3-6 0,-5 8-58,1-3 41,0 0 0,0 0 0,0 0 0,1 1 1,-1-1-1,1 0 0,0 1 0,-1-1 0,1 1 0,1 0 1,-1 0-1,3-3 0,8-8 156,-9 8-76,0 1 1,1 0-1,0 0 0,7-6 0,-3 5-48,-4 3-39,0-2 0,0 1 0,0-1-1,-1 1 1,1-1 0,3-5 0,-4 6-19,-1 0-1,1 0 0,0 0 1,0 1-1,8-5 0,-10 13 112,2-5-116,-4-1-11,0 0 0,1 0-1,-1 1 1,0-1 0,0 0 0,1 0-1,-1 0 1,0 0 0,0 0-1,1 0 1,-1 0 0,0 0-1,0 0 1,0 1 0,1-1 0,-1 0-1,0 0 1,0 0 0,0 0-1,0 1 1,1-1 0,-1 0-1,0 0 1,0 0 0,0 1 0,0-1-1,0 0 1,0 0 0,0 1-1,0-1 1,0 0 0,0 0-1,0 1 1,1-1 0,-1 0 0,-1 0-1,1 1 1,0-1 0,0 1-8,1 0 1,-1 0 0,0 0 0,0-1 0,0 1 0,0 0-1,1 0 1,-1 0 0,0-1 0,1 1 0,-1 0-1,1 0 1,-1-1 0,2 2 0,-2-1-2,1-1 0,-1 1-1,1 0 1,-1 0 0,1 0 0,-1-1 0,1 1 0,-1 0-1,0 0 1,1 0 0,-1 0 0,0 0 0,0 0-1,0 2 1,0 9 13,0 1 0,-1-1 1,-1 0-1,0 1 0,-1-1 0,0 0 0,-8 17 0,-10 9 10,16-31-8,0 0 0,1 0-1,-5 11 1,1 0 7,-1 0-1,-13 18 1,-4 9 1,21-37-17,-1 0-1,-11 13 1,11-13-1,0-1 0,-9 16 1,8-9 1,5-10 2,0 1-1,0-1 0,-1 0 1,1 0-1,-1 0 1,0 0-1,0 0 1,-5 4-1,0-2 1,4-3 0,1-1-1,0 1 0,0 0 0,0 0 1,0 0-1,0 0 0,0 0 0,1 1 1,-3 4-1,4-6-4,0 0 0,0 0 0,0 0 0,0 0 1,0-1-1,0 1 0,0 0 0,-1-1 0,1 1 0,0-1 0,-1 1 0,0-1 1,1 0-1,-1 0 0,-1 2 0,1-2-34,2-1 34,0 0 1,0 0-1,0 1 1,0-1-1,0 0 1,0 1-1,0-1 1,0 0-1,0 0 1,0 1-1,0-1 1,0 0-1,0 0 1,0 1-1,0-1 1,0 0-1,0 0 1,1 0-1,-1 1 1,0-1-1,0 0 0,0 0 1,0 0-1,1 1 1,-1-1-1,0 0 1,0 0-1,0 0 1,1 0-1,-1 0 1,0 0-1,0 1 1,1-1-1,-1 0 1,0 0-1,0 0 1,1 0-1,-1 0 1,0 0-1,0 0 1,1 0-1,-1 0 1,0 0-1,0 0 0,1 0 1,-1 0-1,2 0 3,0 0-27,9 0-4,15 1 19,-18 4 14,2 2 2,-7-3 1,0-1 1,0 0 0,0 1-1,0 0 1,0 0-1,-1 0 1,0 0-1,3 6 1,-1-3 1,-4-6-5,1 0 0,-1 0 1,0 0-1,1 0 0,-1 0 0,0-1 0,0 1 0,0 0 0,0 0 0,0 0 0,0 2 0,1 5 8,1-6-7,-1 0 0,0 1 0,0-1 0,0 0 0,0 1 0,0-1 0,-1 1 0,1-1 1,-1 1-1,0-1 0,1 1 0,-1 2 0,0-2-1,0-1 0,0 1 0,0-1 0,1 0-1,-1 1 1,1-1 0,0 1 0,1 2 0,-1-2 1,0-1-1,0 0 1,0 1 0,-1-1 0,1 0-1,-1 1 1,0-1 0,1 5-1,-2-6 2,1 1-1,1-1 1,-1 1-1,0-1 1,0 0-1,0 1 1,1-1-1,-1 1 1,1-1-1,-1 1 1,1-1-1,-1 0 1,1 1-1,0-1 1,0 0-1,0 0 0,1 2 1,1 11 12,7 0-22,-9-11 5,0-1 0,0 0 1,0 0-1,1 1 0,-1-1 0,1 0 1,0 0-1,0-1 0,-1 1 0,1 0 1,0-1-1,0 1 0,1-1 0,-1 1 0,0-1 1,4 2-1,2 0-10,-6-2 10,0 0 0,0-1 0,0 1 0,0 0 0,0-1 0,0 0 1,0 1-1,0-1 0,0 0 0,0 0 0,0 0 0,0 0 0,0 0 1,0 0-1,3-2 0,71-16-1055,-76 18 1031,1 0-1,0 0 0,0-1 1,-1 1-1,1 0 1,0 0-1,0-1 0,-1 1 1,1 0-1,0-1 0,-1 1 1,1-1-1,0 1 1,-1-1-1,1 1 0,-1-1 1,1 1-1,-1-1 1,1 0-1,-1 1 0,1-1 1,-1 0-1,1 0 0,7-11-261,7-5 58,5-6 83,-16 20 142,8-7 17,14-15 0,-24 22 38,1 1 1,-1 0-1,0-1 1,-1 1-1,1-1 1,0 0-1,-1 0 1,0 1-1,1-1 1,-1 0-1,0 0 1,0 0-1,0-6 0,-1 7-5,0 1 0,1 0 0,-1-1 0,0 1 0,0 0 0,1-1 0,-1 1 0,1 0 0,-1 0-1,1-1 1,1 0 0,-2 0 42,1 1 1,0 0-1,-1 0 0,1-1 0,-1 1 0,1 0 0,-1-1 1,1 1-1,-1-1 0,0 1 0,0-3 0,0 2 25,1 0-1,-1 1 1,0-1 0,1 0-1,-1 0 1,1 0 0,0 0-1,0-2 1,0 3 11,0-1 0,0 0 0,0 0 0,-1 0 0,1-1 0,-1 1 0,1 0 0,-1-3 0,0-70 3443,0 74-3556,0 0-1,0 1 0,0-1 1,1 1-1,-1-1 0,0 1 1,0-1-1,0 1 0,1-1 1,-1 0-1,0 1 1,1-1-1,-1 1 0,0 0 1,1-1-1,-1 1 0,0-1 1,1 1-1,-1-1 1,1 1-1,-1 0 0,1-1 1,-1 1-1,1 0 0,0-1 12,0 0 10,-1 1 0,0-1 1,1 1-1,-1-1 0,0 0 1,0 1-1,1-1 0,-1 0 0,0 1 1,0-1-1,0 0 0,0 1 1,0-1-1,0-1 0,-1-1 78,1 9-100,9 1 15,-7-5-12,0 1 1,-1-1 0,0 0 0,1 1 0,-1 0 0,0-1 0,0 1-1,0 0 1,-1-1 0,1 1 0,-1 0 0,0 0 0,1 0 0,-1-1-1,0 1 1,-1 3 0,1-4 9,0 0-1,1 0 1,-1 0-1,1 0 1,-1 0-1,1 0 1,-1 0-1,3 3 1,-2-4 4,-1 1 0,1 0 0,0 0 0,-1 0 0,1 0 1,-1 0-1,1 0 0,-1 3 0,0-1 13,0 0-1,-1 1 1,1-1 0,-1 0-1,0 0 1,0 0 0,0 0-1,-3 4 1,3-4-28,0-1 0,1 0 0,-1 1-1,1-1 1,0 1 0,0-1 0,1 5 0,-1 0-1,0-7-9,0 0 1,0 0-1,0 0 0,0-1 0,1 1 0,-1 0 1,0 0-1,0 0 0,1-1 0,-1 1 0,0 0 0,1-1 1,-1 1-1,1 0 0,-1-1 0,1 2 0,0-1-2,0-1 0,-1 1 0,1 0 0,-1 0 0,1 0-1,-1-1 1,0 1 0,1 0 0,-1 0 0,0 0-1,1 0 1,-1 0 0,0 0 0,0 0 0,0 0 0,0 1-1,0-1-2,0-1-1,1 1 0,-1 0 1,0-1-1,0 1 0,1 0 1,-1-1-1,0 1 0,1-1 1,-1 1-1,0-1 0,1 1 1,-1-1-1,1 1 0,-1-1 1,1 1-1,-1-1 0,1 0 1,-1 1-1,2-1 0,-2 1 4,2 0-138,-2-1 59,0 0 0,0 1 0,0-1 1,0 0-1,0 0 0,0 1 0,0-1 0,0 0 0,0 0 0,0 1 0,0-1 0,0 0 0,0 0 0,1 1 0,-1-1 0,0 0 0,0 0 0,0 0 0,0 1 0,0-1 1,1 0-1,-1 0 0,0 0 0,0 1 0,0-1 0,1 0 0,-1 0 0,0 0 0,0 0 0,1 0 0,-1 0 0,0 1 0,0-1 0,0 0 0,1 0 0,-1 0 0,0 0 0,1 0 1,-1 0-1,0 0-65,1 0 0,-1 0 0,0 0 0,0-1 0,1 1 0,-1 0 0,0 0 0,0 0 0,1 0 0,-1 0 1,0 0-1,0-1 0,1 1 0,-1 0 0,0 0 0,0 0 0,0-1 0,0 1 0,1 0 0,-1 0 0,0-1 0,0 1 0,0 0 1,0 0-1,0-1 0,0 1 0,0 0 0,0 0 0,0-1 0,0 1 0,0 0 0,0 0 0,0-1 0,0 1 0,0 0 1,0-1-1,0 1 0,0 0 0,2-7-2648,7-6-317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6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1796,'0'-68'4849,"0"66"-4720,0 0 0,1 0-1,-1 0 1,1-1 0,-1 1-1,1 1 1,1-5 0,-1 4-35,0 0 1,0 0-1,0 0 1,-1 0-1,1 0 1,-1 0-1,1-4 1,-1-11 388,1 23-763,-1-2-61,0 0-1,0 0 0,-1 0 0,1 0 1,-2 5-1,-2-3-434,3-5 619,1 0 1,-1 0-1,1 0 0,-1-1 1,1 1-1,-1 0 0,1 0 1,0 0-1,0 0 1,-1 0-1,1 0 0,0 0 1,0 0-1,0 0 0,0 1 1,0 12-2194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7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341 275 432,'0'-1'116,"-1"0"0,1 0 0,0 0 0,0 0 0,0 1 0,0-1 0,-1 0 0,1 0 0,0 0 0,-1 0 0,1 0 0,-1 1 0,1-1 0,-1 0 0,0 0 0,0 0-3,1 0 0,-1 0 0,1 1 0,-1-1 0,1 0 0,-1 0 0,1 0 0,0 1 0,0-1 0,-1 0 0,1 0 0,0 0 0,0 0 0,0 0 0,0-1 0,-1 1-61,1 1-1,0-1 1,0 0 0,0 0 0,0 0 0,-1 0-1,1 0 1,0 0 0,-1 1 0,1-1 0,-1 0 0,1 0-1,-2-1 1,1 1 2,1 1-1,-1-1 1,1 0-1,-1 0 1,1 1-1,0-1 1,-1 0-1,1 0 0,0 0 1,-1 0-1,1 1 1,0-1-1,0-2 1,-1 2-25,1 0 0,0 1 0,0-1 0,0 0 0,-1 1 0,1-1 0,0 0 0,-1 0 0,1 1 1,-1-1-1,1 0 0,0 1 0,-1-1 0,0 1 0,1-1 0,-1 1 0,1-1 0,-1 1 0,0-1 0,1 1 0,-1-1 0,0 1 0,0-1 0,-8-5 255,9 5-217,-1 0 0,0 0 0,0 0 0,0 0 0,0 0 0,-1 0 0,1 0 0,0 0 1,0 1-1,-1-1 0,1 0 0,0 1 0,-1-1 0,1 1 0,0-1 0,-3 1 0,3 0 179,-1 0-21,-3 0-159,0 1 1,0 0-1,0 0 0,0 0 0,1 1 0,-1 0 1,0-1-1,1 2 0,-1-1 0,1 1 0,0-1 1,0 1-1,0 0 0,-7 7 0,1 1-53,-1 0 0,1 1-1,-14 23 1,20-28-11,1 0-1,0 0 1,0 0-1,1 0 1,0 1 0,0-1-1,0 1 1,1 0-1,1-1 1,-1 1-1,2 14 1,-1-21-3,0 0 1,0 0 0,0-1-1,1 1 1,-1 0 0,0 0-1,0 0 1,1 0 0,-1 0-1,1-1 1,-1 1 0,1 0-1,0 1 1,0-1-3,-1-1 1,1 1-1,0 0 1,-1 0-1,0-1 1,1 1-1,-1 0 0,1 0 1,-1 0-1,0 0 1,0 0-1,0-1 1,1 3-1,-1-2-2,0 0-1,0 0 1,1 0 0,-1 0-1,0 0 1,1 0 0,-1-1-1,0 1 1,1 0 0,-1 0-1,1 0 1,-1-1 0,1 1-1,0 0 1,-1 0 0,1-1-1,0 1 1,0-1-1,-1 1 1,1-1 0,0 1-1,0-1 1,0 1 0,0-1-1,-1 0 1,1 1 0,0-1-1,0 0 1,0 0 0,0 0-1,2 1 1,4-4-97,-1 1 0,1-1 0,0 0-1,-1-1 1,0 0 0,0 0 0,0 0 0,9-8 0,-2 3-88,-11 8 181,-1 1-1,0-1 1,0 1-1,0-1 1,0 0-1,0 1 1,0-1 0,0 0-1,0 0 1,0 1-1,0-1 1,0 0-1,0 0 1,-1 0 0,1 0-1,0 0 1,-1-1-1,1 1 1,0 0-1,0-2 1,-1 2 8,0 0 1,0 1-1,0-1 0,0 0 1,0 0-1,1 1 0,-1-1 0,0 0 1,1 0-1,-1 1 0,0-1 1,1 0-1,-1 1 0,1-1 0,0 0 1,-1 0 3,1 0 0,0 1 1,-1-1-1,1 0 0,-1 0 1,0 0-1,1 0 0,-1 1 1,1-1-1,-1 0 0,0 0 1,0 0-1,0 0 0,1 0 1,-1-1-1,0-14 1070,0 12 37,0 9-715,-10-3-38,10-1-345,-1 0-1,1 1 1,0-1 0,-1 0 0,1 0-1,0 1 1,0-1 0,-1 0-1,1 0 1,0 1 0,0-1 0,0 0-1,1 1 1,-1 1 0,1 3 1,-1 5-11,0-4 1,0 0-1,0 0 1,0 0 0,-2 7 0,0-7 1,0-1 0,0 1 0,1 0 0,0-1 0,0 1 0,1 9 0,0 155 109,-1-161-89,0 1 0,0 0 0,-6 18 1,4-15-13,-15 34 2,16-40-21,0-1 0,0 1 0,0-1-1,-1 0 1,0 0 0,0 0 0,-1 0 0,0-1 0,0 1 0,-1-1 0,-5 7 0,-17 22 9,22-27 6,-1 0 0,0 0-1,0 0 1,-11 9 0,15-15-7,0-1-1,0 1 1,0-1 0,0 0 0,0 0-1,0 1 1,-1-2 0,1 1 0,0 0-1,-1 0 1,1-1 0,-1 1 0,1-1-1,0 0 1,-1 1 0,1-1 0,-1 0-1,1-1 1,-1 1 0,1 0 0,-1-1-1,-2 0 1,2-1-4,0 0-1,0 0 1,0 0 0,0 0-1,1 0 1,-1 0 0,1-1-1,0 1 1,-1-1-1,1 0 1,0 1 0,0-1-1,1 0 1,-1 0 0,1-1-1,-1 1 1,1 0 0,0 0-1,0-1 1,1 1 0,-1 0-1,1-1 1,-1 1-1,1-1 1,0 1 0,0-1-1,1 1 1,0-4 0,2-4-16,0 1 5,0 1 1,0 0 0,1 0 0,1 0-1,7-12 1,-4 9 1,2-3-11,0 0 1,2 0-1,25-24 0,69-62-499,-84 80 180,31-39 1,-16 17 138,-23 28 201,-1-1 1,0 0-1,-1-1 1,12-23-1,-20 35 23,-1 0-1,-1-1 0,1 1 1,-1-1-1,0 1 0,0-1 1,-1 0-1,0 0 0,1-11 1,-1 4 178,0 1 1,0-1 0,6-18-1,-6 19 206,1 1 0,-2-1-1,1 0 1,-3-15 0,1-3 715,1 24-884,1 0 56,-1 1 0,0-1-1,0 0 1,-1 1 0,0-1-1,0 1 1,0-1 0,-1 1-1,-2-7 1,3 9-120,0 0 1,1 0-1,-1 0 1,1 0-1,0 0 1,-1-1-1,1 1 1,1 0-1,0-6 1,-1-2 319,0 10-292,0 15-206,1-3 22,-1-1-1,1 1 1,1-1-1,4 17 1,-5-19-7,1 1 1,-2 0 0,1 0 0,-1-1-1,-1 15 1,-1 8 25,3-2-15,0-18-8,0 1 0,-1 0 0,-1-1 0,-2 17 0,-1-11-6,2 1-1,0-1 1,0 19-1,3-26-11,0-8 5,-1 1 0,0-1-1,0 1 1,0 0 0,0-1-1,0 1 1,0-1 0,-1 1-1,1-1 1,-2 5-1,0-4-1,1-1 0,0 1 0,0-1 0,0 1 0,0-1 0,0 1 0,1 0 0,-1-1 0,1 1 0,-1 3 0,1-4-20,2-1-8,0 0 32,3 1-53,-5-2 50,0 0 1,0 0-1,0 0 0,0 0 0,1 0 0,-1 0 1,0 0-1,0 0 0,0 0 0,0 0 1,0 0-1,0 0 0,0 0 0,1 0 0,-1 0 1,0 0-1,0 0 0,0 0 0,0 0 0,0 0 1,0-1-1,0 1 0,0 0 0,0 0 0,0 0 1,0 0-1,0 0 0,0 0 0,1 0 1,-1 0-1,0-1 0,0 1 0,0 0 0,0 0 1,0 0-1,0 0 0,0 0 0,0 0 0,0 0 1,0-1-1,0 1 0,0 0 0,0 0 1,-1 0-1,1-1-58,0 0 37,0 0 0,0-1 0,0 1 0,0 0 0,0 0 0,0 0 0,0 0 0,0 0 0,1 0 0,-1 0 1,0 0-1,1-1 0,4-6-69,1 0 0,0 1 1,10-10-1,3-4-8,48-68-48,-36 54 141,-30 35 7,-1 0-1,0-1 1,1 1 0,-1-1 0,0 1 0,1-1 0,-1 1 0,1 0 0,-1-1 0,0 1 0,1 0 0,-1-1 0,1 1-1,-1 0 1,1 0 0,-1 0 0,1-1 0,-1 1 0,1 0 0,0 0 0,-1 0 0,1 0 0,-1 0 0,1 0-1,-1 0 1,1 0 0,-1 0 0,1 0 0,-1 0 0,1 0 0,0 0 0,-1 1 0,1-1 0,-1 0 0,1 0-1,-1 1 1,1-1 0,-1 0 0,0 1 0,1-1 0,-1 0 0,1 1 0,-1 0 0,1-1 0,-1 0 0,1 0-1,-1 0 1,0 0 0,0 0 0,0 1 0,0-1 0,0 0 0,0 0 0,0 0 0,1 0 0,-1 0-1,0 0 1,0 0 0,0 0 0,0 0 0,0 0 0,0 0 0,0 0 0,0 1 0,0-1 0,0 0-1,1 0 1,-1 0 0,0 0 0,0 0 0,0 0 0,0 0 0,0 1 0,0-1 0,0 0 0,0 0-1,0 0 1,0 0 0,0 0 0,0 0 0,0 0 0,0 1 0,0-1 0,0 0 0,0 0-1,0 0 1,0 0 0,-1 1 0,1-1 1,0 0-1,0 0 0,0 0 0,0 1 0,0-1 0,0 0 0,0 0 1,0 1-1,0-1 0,0 0 0,0 0 0,0 0 0,0 1 1,0-1-1,0 0 0,0 0 0,0 1 0,1-1 0,-1 0 0,0 0 1,0 0-1,0 1 0,0-1 0,0 0 0,0 0 0,1 0 1,-1 1-1,2 1 6,-1 1 1,0 0 0,1 0 0,-1 0 0,0 0-1,0 0 1,-1 0 0,1 0 0,-1 0-1,1 0 1,-1 3 0,-1 44 146,0-25-136,1 33-74,0-50-4388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8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253 202 336,'-1'-2'360,"-1"-1"-1,1 1 1,0 0-1,-1-1 1,1 1-1,0-1 1,-1-4-1,2 4-136,-1 1 0,0-1 0,0 0 1,0 1-1,0-1 0,0 1 0,-4-4 0,-1-2 310,-1 1 1,0 0-1,0 1 0,-1-1 0,-12-6 1,12 6-35,8 6-455,-1 1 0,1-1 0,-1 1 0,1-1 0,-1 1 0,1-1 0,-1 1 0,0-1 0,1 1 0,-1 0 0,0-1 0,1 1 0,-1 0 0,0 0 0,1-1 0,-1 1 0,0 0 0,1 0 0,-3 0 0,-42 0 1340,43 1-1324,1-1 0,-1 1 0,1 0 0,-1-1 0,1 1 0,0 0 1,-1 0-1,1 0 0,0 1 0,0-1 0,0 0 0,0 0 0,0 0 0,0 1 0,0-1 0,-1 2 0,-17 30 967,18-30-940,-2 2 123,1 1 1,0 0 0,0 0 0,-2 11-1,3-10-35,0-1 0,-1 0-1,-3 9 1,-5 10 192,1 1 0,2 0 1,-7 38-1,11-53-277,3-2-50,-1-1 0,1 0 1,0 0-1,0 0 1,1 0-1,3 12 1,-2-8-14,2 24 1,-5-30-25,2 0 1,-1 1 0,1-1 0,0 0 0,0 0 0,0 0 0,1 0 0,0-1 0,0 1 0,0 0 0,1-1 0,4 7 0,-4-8-6,1-1 0,-1 1 0,1 0 0,0-1 0,1 0 0,-1 0 0,0 0 0,1 0 0,0-1 0,-1 0 0,1 0 0,0 0 0,0-1 0,0 1 0,1-1 0,-1 0 0,0-1 0,0 1 0,0-1 0,1 0 0,-1 0 0,0-1 0,9-1 0,-3-1-24,-1 1 0,0-2 0,0 1 0,0-1 0,0-1 0,0 0 0,-1 0 0,0-1 0,0 0 0,13-13 1,88-92-676,-102 102 672,-1-1 0,8-15 0,10-12 2,-19 30 31,-1 0 0,0 0 0,-1-1-1,1 1 1,-1-1 0,-1 0 0,0 0 0,4-15 0,15-73 375,-20 89-272,-1-1 0,0 1 0,-1 0-1,0-1 1,-1-11 0,0-8 487,2 16-370,-1 7-117,0 0-1,0 0 0,0 0 0,0 0 1,0 0-1,-1 0 0,-1-4 0,0 3 44,1 0 0,-1 0 0,1 0-1,0 0 1,0 0 0,1 0 0,-1-7-1,1 11-47,0 1-99,0-1 1,0 1-1,0 0 1,0 0-1,-1 0 1,1 0 0,0-1-1,0 1 1,0 0-1,0 0 1,0 0-1,-1 0 1,1 0-1,0 0 1,0 0-1,0-1 1,0 1-1,-1 0 1,1 0 0,0 0-1,0 0 1,0 0-1,-1 0 1,1 0-1,0 0 1,0 0-1,0 0 1,-1 0-1,1 0 1,0 0-1,0 0 1,0 0-1,-1 0 1,1 0 0,0 0-1,0 1 1,0-1-1,0 0 1,-1 0-1,1 0 1,0 0-1,0 0 1,0 0-1,0 1 1,0-1-1,-1 0 1,-2 10 97,1-6-91,-10 20 68,4-6-58,4-9-20,1 1 0,-1 0 0,2-1 0,0 1 0,0 1 0,-1 10 0,-1 7-22,1-9 16,0 1 0,0 25 1,3-36 5,-1-1 0,-3 16 0,2-15 0,0-1-1,0 16 1,1-2-2,1-14 2,-1-1 0,1 0 0,1 1 0,-1-1 0,3 10-1,0-6 1,-1-7 0,-1 0-1,0 0 1,0 0 0,-1 0 0,1 5-1,-1-6 0,0-1-1,1 1 1,-1 0-1,1-1 1,-1 1-1,1-1 1,0 1-1,1 2 0,1 3-5,-2-5 0,0-1 0,0 1 0,1-1 0,-1 0 0,0 1 0,1-1 0,3 4 0,3 6-34,-6-11 34,-1 0-1,0 1 1,1-1-1,-1 0 0,1 0 1,-1 0-1,1 0 1,0 0-1,0 0 1,-1-1-1,1 1 0,0 0 1,0-1-1,0 0 1,-1 1-1,1-1 0,0 0 1,3 0-1,4 2-19,-5-2 4,-1 1 0,1-1 0,0 0 0,-1 0 0,1 0 0,4-1 0,6-1-57,-10 2 50,-1 0 0,1 0 0,-1-1 0,0 0 0,1 0 0,-1 0 0,0 0 1,1 0-1,-1-1 0,0 1 0,0-1 0,0 0 0,0 0 0,2-3 0,4-2-66,-1-2 1,13-16-1,-20 25 92,43-62-156,-43 61 159,0-1 0,0 1 0,0-1 0,-1 1 0,1-1 0,0 1 0,-1-1 0,1 1 0,-1-1 0,1 1 0,-1-1-1,0 0 1,1 1 0,-1-1 0,0-1 0,0 0 0,0 0 1,0 1-1,0-1 0,1 1 1,0-1-1,1-3 0,0 0 3,-1 0 1,1 1-1,-1-1 0,0 0 0,0 0 0,0 0 0,-1-7 0,0 3 22,1 8-35,-1 0 1,0 1-1,0-1 1,0 0-1,0 1 1,0-1-1,0 0 0,0 0 1,0 1-1,-1-1 1,1 0-1,-1 1 1,0-3-1,-6-1 2,5 4 30,2 5 150,0-4-166,0 0-1,0 0 0,0 0 0,0 0 0,0 0 0,0-1 1,0 1-1,0 0 0,0 0 0,0 0 0,0 0 0,0 0 1,0-1-1,0 1 0,0 0 0,0 0 0,0 0 0,0 0 1,0 0-1,0 0 0,0-1 0,0 1 0,0 0 0,0 0 1,0 0-1,0 0 0,0 0 0,0 0 0,0 0 0,0-1 1,-1 1-1,1 0 0,0 0 0,0 0 0,0 0 0,0 0 1,0 0-1,0 0 0,0 0 0,-1 0 0,1 0 0,0 0 1,0 0-1,-7 1 2,5 4-6,2-3 1,0-1-1,-1 1 0,1-1 1,0 1-1,-1-1 1,1 0-1,-1 1 0,1-1 1,-1 0-1,-1 3 0,1-3 1,1 0 0,-1 0 0,1 0-1,-1 1 1,1-1 0,-1 0-1,1 1 1,-1-1 0,1 0 0,0 3-1,0-3 2,0 0 0,0 1 0,-1-1 0,1 0 0,0 1 0,-1-1 0,1 0 0,0 1 0,-1-1 0,0 0 0,-1 3 0,2-3 0,-1 0 0,0 0 1,1 1-1,-1-1 0,1 0 0,-1 1 0,1-1 1,-1 0-1,1 1 0,0-1 0,0 3 0,0 1 4,-1-1 0,0 1 0,0-1 0,-1 6 0,0-5 3,1 0 1,0 0-1,0 0 1,0 8-1,0 0-6,1 15 2,0-27-7,1 0 1,-1 1-1,0-1 1,1 0-1,-1 1 1,1-1-1,-1 0 1,1 0-1,-1 0 1,1 0-1,0 0 1,0 0-1,-1 0 1,1 0-1,0 0 1,0 0-1,0 0 1,2 1-1,7 6-51,-9-7 21,0 0 1,0 0 0,1 0-1,-1 0 1,1 0 0,-1 0 0,0 0-1,1 0 1,-1 0 0,1-1-1,0 1 1,-1-1 0,1 1 0,-1-1-1,1 0 1,0 1 0,-1-1-1,1 0 1,0 0 0,0 0-1,-1 0 1,1-1 0,0 1 0,-1 0-1,4-2 1,-1 1-542,0-1-1,0 0 1,0 0-1,0 0 1,0 0-1,0-1 1,-1 0 0,1 1-1,-1-1 1,4-4-1,1-3-2200,0-1-1,8-12 1,-5 8-428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60 1460,'-13'-12'2185,"11"11"-1931,0 0 0,1 0 0,-1 0 0,0-1 0,1 1 0,0 0 0,-1-1 0,1 1 0,0-1 0,0 0 0,0 1 0,0-1 0,-1-2 0,2 3-202,0 1 0,0-1 0,0 1 0,0-1 0,-1 1 0,1-1 1,0 1-1,0-1 0,0 1 0,0-1 0,-1 1 0,1-1 0,0 1 0,-1-1 0,1 1 1,0-1-1,0 1 0,-1 0 0,1-1 0,-1 1 0,1 0 0,-1-1 0,0 1-14,1 0-1,0-1 0,-1 1 1,1 0-1,0-1 0,-1 1 1,1 0-1,0-1 0,0 1 1,-1 0-1,1-1 0,0 1 1,0 0-1,0-1 1,-1 1-1,1-1 0,0 1 1,0-1-1,0 1 0,0 0 1,0-1-1,0 0 0,0 0 395,0-4 128,0 11-548,0-3-159,0 0 0,1 0 0,-1 0 0,1 0 0,0 0 1,1 4-1,-1-4-122,0 1 0,0-1 0,0 0 0,0 1 1,-1-1-1,1 6 0,-1-6-120,0 1 0,1-1 0,0 1 1,0-1-1,0 0 0,0 1 0,3 4 0,0 1-1067,5 5-865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39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179 164 744,'0'-2'324,"-1"0"1,1-1-1,-1 1 0,0 0 0,0 0 1,0 0-1,0 0 0,0 0 1,0 0-1,-1 0 0,1 0 0,-1 0 1,1 0-1,-1 1 0,0-1 0,-3-2 1,-6-8 1081,9 11-1281,1 0-1,-1 0 0,1 0 1,-1 0-1,0 1 0,1-1 0,-1 0 1,0 1-1,-2-1 0,-7-3 528,10 3-576,-1 1 1,0-1 0,1 1-1,-1 0 1,0-1 0,1 1 0,-1 0-1,0 0 1,1 0 0,-1 0 0,0 1-1,0-1 1,1 0 0,-1 1 0,1-1-1,-1 1 1,0-1 0,1 1 0,-1 0-1,-1 1 1,-4 2 3,5-3-68,0 0-1,0 0 1,0 0-1,0 0 0,1 1 1,-1-1-1,0 1 1,1-1-1,-1 1 1,1-1-1,-3 4 0,0 5 45,-5 6 18,5-8-33,0-1-1,1 1 1,-1 0 0,1-1 0,1 1 0,-1 1-1,0 8 1,-2 1 3,4-7-22,-1-1 0,1 1-1,1 0 1,1 19 0,1-1-14,-3-21-10,1 1 0,1-1-1,-1 1 1,2 0 0,-1-1 0,1 1-1,5 14 1,-4-16 0,-2-5 0,0 0-1,0 1 1,0-1-1,0 1 1,-1-1-1,1 1 1,-1-1-1,0 1 1,0 2-1,1-3 1,-1 0 0,0-1-1,1 0 1,-1 1 0,1-1-1,0 1 1,-1-1-1,1 1 1,0-1 0,0 0-1,0 0 1,0 1-1,0-1 1,0 0 0,0 0-1,0 0 1,0 0 0,0 0-1,1 0 1,1 1-1,-1-1-15,0 0-1,0 0 1,0 0-1,0-1 0,0 1 1,0 0-1,0-1 0,0 1 1,0-1-1,0 0 1,1 0-1,-1 0 0,0 0 1,0 0-1,0 0 0,4-1 1,2-2-164,-1 0 0,1 0 0,-1-1 0,0 0 1,0 0-1,0-1 0,0 1 0,-1-2 0,0 1 1,0-1-1,0 1 0,7-12 0,-8 9 94,-2 3 36,0 0 0,0 1 0,7-8-1,-8 9 46,1 1 0,-1-1 0,0 1 0,0-1 0,0 0 0,-1 0 0,1 0 0,-1 0 0,0 0 0,1 0 0,0-6 0,12-26 8,-11 31 5,-1-1 0,1 0 0,-1 0 0,-1 1 0,1-1 0,-1 0 0,0 0 0,0 0 0,0-7 0,0 5 5,-1-1-1,1 1 0,3-8 1,-3 7 9,1 1 1,-1-1 0,0-7-1,0 7 45,-1 0 1,5-15-1,0-13 245,-5-73 3172,0 108-3455,0 1 0,0 0-1,0-1 1,0 1 0,-1 0 0,1 0 0,0-1-1,0 1 1,0 0 0,-1 0 0,1-1 0,0 1 0,0 0-1,-1 0 1,1 0 0,0-1 0,0 1 0,-1 0-1,1 0 1,0 0 0,-1 0 0,1 0 0,0 0 0,-1-1-1,1 1 1,0 0 0,0 0 0,-1 0 0,-3-1 1168,4 6-1168,0 1 0,0 0 0,-1-1 0,0 1 1,0-1-1,0 1 0,-4 8 0,-6 25 535,10-30-347,-1-1 1,0 0-1,-6 12 0,3-8 38,-4 7 258,1 0-1,-12 40 0,18-47-364,1-8-85,1 1 1,-1 0-1,-1-1 0,1 0 1,-1 1-1,-2 4 0,2-4-19,0-1 0,0 1 0,1 0 0,-3 10 0,3-10-27,0 0 0,0 1 1,-1-1-1,-4 8 0,5-10-9,0-1-10,-1 1 1,1-1 0,0 0 0,0 1 0,0-1 0,0 1 0,1-1 0,-1 1 0,1-1 0,0 1 0,-1 3 0,1-3-4,0 0-1,0-1 1,-1 1 0,1 0-1,-1 0 1,0 0 0,0-1-1,0 1 1,-3 4 0,3-4 6,0 0 1,1 0-1,-1 0 0,1 0 1,-1 0-1,1 0 0,0 0 1,0 0-1,0 0 1,1 4-1,0 5-30,-1-12 29,0 1-1,0-1 1,0 0 0,0 0 0,0 1-1,0-1 1,0 0 0,0 1 0,0-1 0,0 0-1,0 0 1,1 1 0,-1-1 0,0 0 0,0 0-1,0 0 1,0 1 0,0-1 0,0 0 0,1 0-1,-1 0 1,0 1 0,0-1 0,0 0-1,1 0 1,-1 0 0,0 0 0,0 1 0,0-1-1,1 0 1,-1 0 0,0 0 0,0 0 0,1 0-1,-1 0 1,0 0 0,0 0 0,1 0 0,-1 0-1,0 0 1,0 0 0,1 0 0,-1 0-1,0 0 1,0 0 0,1 0 0,1 0-1,-1 0-62,1 0-71,2-1-12,0 0-1,0 0 1,0 0-1,-1 0 1,1-1 0,0 1-1,-1-1 1,6-4-1,-2 2-219,0-1 1,0-1-1,6-5 0,44-56-2242,-30 35 1762,38-59-1,-38 50 720,-11 15 101,3-5 43,-3 5 80,-12 17 1,-3 2-14,2-4 440,1 9-391,-4 2-122,0 0-1,0 0 1,1 0 0,-1 0-1,0 0 1,0 0 0,0 0-1,1 0 1,-1 0 0,0 0-1,0 0 1,0 0 0,1-1-1,-1 1 1,0 0 0,0 0-1,0 0 1,1 0 0,-1 0-1,0-1 1,0 1 0,0 0-1,0 0 1,0 0 0,0-1-1,1 1 1,-1 0 0,0 0-1,0 0 1,0-1 0,0 1-1,0 0 1,0 0 0,0-1-1,0 1 1,-4 1 206,4-1-211,0 0 1,-1 0-1,1 1 0,0-1 0,-1 0 1,1 0-1,0 0 0,0 0 0,-1 0 0,1 0 1,0 0-1,-1 0 0,1 1 0,0-1 0,0 0 1,-1 0-1,1 0 0,0 1 0,0-1 0,-1 0 1,1 0-1,0 1 0,0-1 0,0 0 0,-1 0 1,1 1-1,0-1 0,0 1 0,0 1 29,0-1-1,-1 1 1,1 0-1,0 0 1,-1 0-1,0 0 1,1-1-1,-2 4 1,1-3 8,0 0-1,0-1 1,0 1 0,1 0 0,-1 0 0,1 0 0,-1 0 0,1 4 0,0 0 115,0 1 0,0-1 0,-1 1 0,1-1 0,-2 1 1,1-1-1,-4 11 0,3-11-43,1 1 0,0-1 1,1 1-1,0 0 0,0-1 1,1 11-1,0 1-59,-1-15-53,0-1 0,0 1 0,1 0 0,-1-1 0,1 1 0,-1-1 1,1 1-1,0 0 0,0-1 0,0 0 0,2 4 0,-1 6 5,-2-12-5,0 1 0,0-1-1,-1 1 1,1 0-1,0-1 1,0 1-1,1-1 1,-1 1-1,0-1 1,0 1 0,0-1-1,0 1 1,0-1-1,1 1 1,-1-1-1,0 1 1,1 0-1,0 1-11,0-1-1,1 1 0,-1-1 0,1 1 1,-1-1-1,1 0 0,-1 0 0,1 1 1,0-1-1,0 0 0,-1-1 0,1 1 1,0 0-1,0 0 0,0-1 0,0 1 1,0-1-1,0 0 0,0 0 0,0 1 1,4-2-1,9-2-503,-11 2 105,0 1-1,-1-1 0,1 0 0,-1-1 1,8-2-1,33-17-7695,-33 14 5148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45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0 4,'0'8'2300,"0"4"-518,0-11-1385,-2 7 5587,-5-4-5705,5-2-23,2-8 465,0 6-720,0 0 0,0 1 0,0-1 0,0 0 0,1 0 0,-1 1 0,0-1 0,0 0 0,0 1 0,0-1 0,0 0 0,0 0 0,0 1 0,1-1 0,-1 0 0,0 0 1,0 0-1,0 1 0,1-1 0,-1 0 0,0 0 0,0 0 0,1 0 0,-1 1 0,0-1 0,0 0 0,1 0 0,-1 0 0,0 0 0,0 0 0,1 0 0,-1 0 0,0 0 0,0 0 0,1 0 0,-1 0 0,0 0 0,1 0 0,-1 0 0,0 0 0,0 0 0,1 0 0,-1 0 0,0 0 0,1 0 0,0 0 32,1 0-40,0 0 5,0 0 0,0 0 0,-1 1 0,1-1 0,0 1 1,0 0-1,0-1 0,1 2 0,-2-2 4,0 0-1,-1 0 1,1 0-1,0 0 1,-1 0-1,1 0 1,-1 0-1,1 0 1,0 0-1,-1-1 1,1 1-1,0 0 1,-1 0 0,1-1-1,-1 1 1,1 0-1,-1-1 1,1 0-1,0 1 5,11-2 24,9 3 6,-14-1-30,-4 0 8,0 0 1,0 0-1,0 0 0,0 0 0,0 0 1,3-2-1,-2 1-12,-1 0-1,0 0 1,1 0 0,-1 0 0,1 1 0,0 0-1,-1-1 1,1 1 0,4 1 0,-4-1-16,40-7-63,-23 4 44,-17 2 34,-1 0-1,1 0 1,-1 1 0,1-1 0,5 1 0,31 0 10,-38 1-14,-2 4 2,0-4 7,0 19 165,-1-16-160,0-1 1,0 1-1,0-1 0,0 0 0,0 1 0,-1-1 1,0 0-1,0 0 0,-2 3 0,-4 8 12,-10 6-70,15-13 46,3-6 1,-1 0 1,1-1-1,0 1 1,-1 0-1,1 0 1,-1 0-1,1-1 1,-1 1-1,1 0 0,-1 0 1,1-1-1,-1 1 1,0-1-1,1 1 1,-1-1-1,-1 2 1,-6 3 13,1 1 1,0 0-1,-10 11 1,11-10-13,0-1 0,-1 1 1,-12 7-1,17-12-2,1-1-1,-1 0 1,0 1 0,1-1-1,-1 1 1,1 0 0,-2 2-1,1-1 4,0-1-1,1 0 1,-1 1-1,0-1 1,0 0-1,-1 0 1,1-1-1,-3 3 0,5-4-1,0 0 0,-1 0 0,0 1 0,1-1 0,-1 1 1,1-1-1,-1 0 0,1 1 0,-1-1 0,1 1 0,-1-1 0,1 1 0,0-1 0,-1 1 0,1 0 0,0-1 0,-1 1 0,1-1 1,0 1-1,0 0 0,-1 0 0,-1 2 4,-5 1-8,7-4 2,0 0 0,0 0 0,-1 0 0,1 0 0,0 0 0,0 1 0,0-1 0,0 0-1,0 0 1,-1 0 0,1 0 0,0 0 0,0 0 0,0 0 0,0 1 0,0-1 0,0 0-1,0 0 1,-1 0 0,1 0 0,0 1 0,0-1 0,0 0 0,0 0 0,0 0 0,0 0-1,0 1 1,0-1 0,0 0 0,0 0 0,0 0 0,0 0 0,0 1 0,0-1-1,0 0 1,0 0 0,0 0 0,0 0 0,0 0 0,1 1 0,-1-1 0,0 0 0,0 0-1,0 0 1,0 0 0,0 0 0,0 1 0,0-1 0,1 0 0,-1 0 0,0 0 0,0 0-1,0 0 1,0 0 0,0 0 0,1 0 0,-1 0 0,0 1 0,0-1 0,0 0 0,0 0-1,1 0 1,-1 0-2,0 0-1,0 0 1,1 0-1,-1 0 1,0 1-1,0-1 1,1 0-1,-1 0 1,0 0-1,0 0 1,1 0-1,-1 0 0,0 0 1,0 0-1,1 0 1,-1 0-1,0 0 1,0 0-1,1 0 1,-1 0-1,0 0 1,0 0-1,1 0 1,-1 0-1,0-1 1,0 1-1,1 0 1,-1 0-1,0 0 1,0 0-1,0 0 0,1-1 1,-1 1-1,1-1 3,-1 1 0,0-1-1,1 1 1,-1-1-1,1 1 1,-1 0 0,1-1-1,0 1 1,-1-1-1,1 1 1,-1 0 0,1 0-1,0-1 1,-1 1-1,1 0 1,0 0 0,-1 0-1,1 0 1,0-1-1,-1 1 1,1 0-1,0 0 1,-1 0 0,2 1-1,27-1-28,-19 0-11,-4 0 34,0-1 0,0 0 1,9-2-1,-6 0 10,17-8 21,49-12 73,-73 22-97,0 0-1,0 1 0,0-1 1,0 1-1,0 0 1,1-1-1,-1 1 0,0 0 1,0 0-1,0 1 1,0-1-1,1 0 0,-1 1 1,0-1-1,0 1 1,0-1-1,0 1 0,2 1 1,0 1-1,-4-3 1,0 0 0,1 0 0,-1 1-1,0-1 1,0 0 0,0 0 0,0 0 0,0 0 0,0 0 0,1 0 0,-1 0 0,0 0-1,0 0 1,0 1 0,0-1 0,0 0 0,1 0 0,-1 0 0,0 0 0,0 0 0,0 0-1,0 0 1,1 0 0,-1 0 0,0 0 0,0 0 0,0 0 0,0 0 0,1-1 0,-1 1-1,0 0 1,0 0 0,0 0 0,0 0 0,0 0 0,1 0 0,-1 0 0,0 0 0,0 0-1,0 0 1,0-1 0,0 1 0,5-3-3,13 2-4,-16 1-8,7 1 5,-9 0 10,0-1 0,1 0 1,-1 0-1,0 1 0,0-1 0,1 1 0,-1-1 0,0 0 1,0 1-1,0-1 0,0 0 0,0 1 0,0-1 0,0 1 1,0-1-1,0 0 0,0 1 0,0-1 0,0 1 0,0-1 0,0 1 1,2 10 71,-1-10-62,0 1 0,0-1-1,0 1 1,0 0 0,0 0-1,-1 0 1,1-1 0,0 1-1,-1 0 1,1 0 0,-1 0 0,0 0-1,0 0 1,0 0 0,0 0-1,0 0 1,0 2 0,0 6-53,1-5 25,-1 1-1,0 0 0,0-1 1,-1 1-1,-1 9 0,-5-3 22,5-10 3,1 0 0,-1 0 0,1 0 0,0 0 0,0 0 0,0 0 0,0 1 0,0-1 0,0 1 0,1-1 0,-1 3 0,1-3-4,-1-1-1,1 1 0,0-1 0,-1 1 0,1-1 1,-1 1-1,1-1 0,-1 0 0,0 1 0,0-1 0,0 1 1,0-1-1,0 0 0,0 0 0,-1 2 0,1-2 9,0 0 0,0-1 0,0 1 0,0 0-1,1 1 1,-1-1 0,0 0 0,1 0 0,-1 0-1,1 0 1,-1 0 0,1 1 0,-1-1 0,1 2-1,0-2 23,-1 0 0,1 0 0,0 0 0,-1 0 0,1 0 0,-1 0 0,1 0 0,-1 0 0,0 0 0,1 0 0,-1 0 0,0-1 0,1 1 0,-1 0 0,0-1 0,0 1-1,0 0 1,0-1 0,0 1 0,0-1 0,-1 1 0,-25 10 669,26-11-700,-16 4 137,14-4-127,0 0 0,1 1 0,-1 0-1,0-1 1,1 1 0,-1 0 0,0 1 0,-2 1 0,-2-1-4,1 1 1,-1 0 0,0-1-1,0-1 1,0 1-1,0-1 1,-8 1 0,-8 1-15,-144 39-452,145-33-193,-4 0-775,8-6-5641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12:45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726 310 56,'0'-2'327,"-1"-1"1,1 1-1,0 0 0,-1-1 1,1 1-1,-1 0 0,0-1 1,-1-2-1,1 3-110,0 0 0,1-1 0,-1 1 0,0-1 0,1 1 0,-1-1 0,1 1 0,0-4 0,-2-4 355,1 0 1,-1 1-1,-1-1 0,0 1 0,-7-18 1,7 20-165,-1 1-27,1-1-1,-1 1 1,-6-7-1,0-2 264,5 9-199,-1-1 0,1 1 1,-1 0-1,0 0 0,-1 0 0,-7-4 1,-14-13 1165,22 17-1426,1 1 1,-1 1-1,0-1 1,0 1-1,-1 0 1,1 0-1,-1 1 1,0 0-1,0 0 1,0 1-1,-13-4 1,5 3 14,4 0 69,-1 1 0,0 0-1,-15 0 1,17 2-210,-1 1 1,0 1-1,1 0 0,-1 0 1,1 1-1,0 0 1,0 1-1,0 0 0,-16 9 1,4-1 30,17-9-70,0-1 1,1 1-1,-1-1 0,1 1 0,-1 1 0,1-1 1,-6 6-1,-47 54 222,49-52-191,0 0 1,1 1-1,-12 23 1,8-14 9,-2 5 28,1 0 0,1 2-1,-10 35 1,3 0 58,9-38-99,2 1 0,0 0 0,2 1 1,-3 45-1,7-56-17,-4 25-1,3-26-8,-1 24 0,3-9 29,9 50 0,-6-48-35,-3-24-12,0-1 1,1 1-1,0-1 1,1 1-1,4 11 0,4 21 20,-9-32-18,1 0 1,0 0-1,5 9 1,2 4 10,0-1 1,7 30 0,-13-42-6,1 0-1,-1 0 1,9 13 0,-3-5 17,-6-11-16,1 0 1,-1 0-1,1-1 0,6 8 1,10 11 47,-6 1-3,-12-18-48,1-1-1,0 0 0,0 0 1,1 0-1,-1 0 1,1-1-1,6 7 0,-2-5-2,4 5 9,1 0 0,1-1 0,0-1-1,24 13 1,-28-20-5,0 1-1,1-2 0,-1 1 1,1-1-1,-1-1 1,1 0-1,-1-1 0,15-2 1,-9 0 8,0-1 0,-1-1 1,0-1-1,1 0 1,20-12-1,-27 13-5,7-3 14,0 0 0,0-2 0,-1 0 0,19-15 0,-8 0 15,36-32 66,-54 50-75,0 0 0,9-11 1,5-6 48,-16 17-29,1 0 0,-1 0 0,0-1 0,-1 0-1,9-16 1,-11 18-4,1 0 1,0 1-1,6-8 0,-6 9-16,0 0 1,-1-1-1,0 1 1,5-10-1,47-126 218,-51 127-252,0-1-1,1-18 1,4-16 1,-2 22 5,4-49 0,-8 57 1,0-70 23,-1 77-27,5-62 20,-7 63-15,-1 0 0,1 0 0,-2 0 0,1 1 0,-6-16 0,-48-126 318,50 139-295,-1 0 1,-1 0-1,-11-13 0,9 11-16,3 7-10,1 0 0,-2 0 1,-8-7-1,-7-8-6,14 15-25,1 1-1,-1-1 1,0 2-1,0-1 1,-1 1-1,0 0 1,0 1-1,0 0 1,0 1-1,-15-5 1,16 7-174,-1 0 0,1 0 0,0 1 1,0 0-1,0 1 0,-1-1 0,1 2 0,0-1 1,0 1-1,0 0 0,0 1 0,1-1 0,-1 2 1,1-1-1,-1 1 0,1 0 0,0 1 0,-7 6 1,-6 3-837,2-1-684,1 1 1,-16 16 0,21-19 464,3-3-689,1 0 0,-14 18 0,9 1-2120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8T16:15:23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2826 4057 585 0,'7'-3'398'15,"-7"-1"-126"-15,0 4-64 0,0-5-27 0,0 5-2 16,0 0 5-16,0 0 0 0,0-3-3 0,0 3-5 0,0 0-13 15,0 0-18-15,0-5-23 0,0 5-21 0,0 0-23 16,0 0-17-16,0 0-15 0,0 0-9 0,0 0-1 0,6 0-1 16,-6 0 6-16,0-4 9 0,0 4 20 0,0 0 22 0,-6 0 16 15,6 0 16-15,0 0 13 0,0 4 2 0,0-4-9 0,0 0-17 16,0 5-17-16,0-5-20 0,0 0-20 0,-7 0-12 16,7 3-9-16,0-3-6 0,0 0-2 0,0 0-2 0,0 0-2 15,0 0-5-15,0 5 1 0,0-1 1 0,0-1 1 0,0 2 3 16,-6 3 1-16,6 0 1 0,0 1 3 0,-7 3 1 15,0-1 1-15,1 6 0 0,0 0 0 0,-2 2-2 16,2 2-5-16,-6 0-3 0,5-6-6 0,-6 6-2 0,6 3-4 0,-5-7-2 16,4 3 0-16,2 1 1 0,0-6-1 0,0 2-2 15,-1-1 0-15,0-4 1 0,7 0-2 0,-6-3-2 0,6 0-2 16,-7-6 0-16,7 5 0 0,0-8-1 0,0 0 1 16,0 4 0-16,0-4 1 0,0 0 2 0,0 0 2 15,0 0-3-15,7-4 5 0,-7 4 0 0,0 0 1 0,0 0 0 0,0-4-1 16,6 4 0-16,1-4-3 0,0 1-1 0,-1-2-3 15,0 1-5-15,8-5-1 0,-2 6-4 0,1-6 3 0,1 6-2 16,-2-2-6-16,-6 1-9 0,8-3-13 0,-1-2-8 0,-6 5-19 16,-1 0-14-16,7-1-7 0,-7 1-9 15,1 4-15-15,6-7-21 0,-7 7-36 16,8-5-32-16,-8 2-26 0,1 3-19 0,-1 0-4 0,1-5 12 0,0 5 33 0,-7 0 35 0,6 0 35 16,-6-4 37-16,6 4 32 0,-6 0 23 0,0 0 14 15,0-4 14-15,6 4 8 0,-6 0 2 0,0-3 3 16,0-2 3-16,0 1 3 0,0 1 5 0,0-2 16 0,-6-3 20 15,6 4 13-15,0-5 30 0,0 2 8 0,0 2 15 0,0-3 7 16,0 0 13-16,0 4 14 0,0-4-11 16,0 4 9-16,0-4-2 0,0-1-16 0,0 6-25 0,0-6-19 0,0 5-3 15,6 1-6-15,-6-2-3 0,0 1-2 0,0 0 1 16,0 4-8-16,0 0-9 0,0 0-10 16,-6 0-7-16,6 0-3 0,0 4-5 15,0-4 0-15,0 4-4 0,0-4 1 0,0 8 6 0,0 0 3 0,-6 0 2 0,6 4-1 16,0 1 6-16,0 3 3 0,0 0-7 0,0 1-2 0,0 3-1 0,-6 1 0 15,6-2-4-15,0 10-5 0,-7-5-2 0,7 5-1 16,0 0 1-16,-7-5-2 0,7 5-3 16,-6-5-2-16,6 4-2 0,0-7-2 15,-7 3-3-15,7-3 1 0,0 0-1 0,0-6-2 0,0 1 0 0,0-3-1 0,0-1-2 0,0-4-2 0,0-3-2 16,0 2 2 0,0-3 0-16,0-4 2 0,0 0-1 0,0 0 2 15,0 0-2-15,0 0 1 0,0 0 1 0,0 0-1 16,0-4-2-16,0 4-2 0,0-3-3 0,0-1-14 0,0-1-20 15,0 1-30-15,0 0-32 0,0-5-41 0,0 2-80 16,-6-5-134-16,6-1-135 0,0-2-131 0,6-2-189 0,-6-4-174 16,0-3-46-16</inkml:trace>
  <inkml:trace contextRef="#ctx0" brushRef="#br0" timeOffset="603.29">3048 3936 176 0,'-7'-12'532'16,"7"-4"-155"-16,-6 3-90 0,-1 0-53 0,0-2-13 0,1 2 1 15,-8 1-3-15,8-1 17 0,-6 2 10 0,5-1-2 16,-6 3-19-16,0 1-9 0,-1 1 0 0,2-2-12 0,-1 5-26 16,0 0-18-16,-7 0-13 0,7-1-23 0,-7 2-32 0,8 3-27 15,-8-4-17-15,1 4-11 0,-1 0-11 0,-6 4-7 0,7-1-3 16,-7 2-2-16,6-1 0 0,0 4 2 0,1 4 3 15,-1 0 3-15,1 4 0 0,-1 5-1 0,0-1 0 0,8 1 4 16,-2 4 1-16,1-1-3 0,1 4-4 0,5 1-2 0,-6-1-3 16,7 0-5-16,-1 5-1 0,7-4 0 0,-7 4 2 15,7-5 1-15,0 1-1 0,0 2-2 0,0 6 0 16,0 1-2-16,7 2-2 0,-7-4-2 0,7 6-1 0,-1-2 1 16,-6 0-2-16,6 1 2 0,1-5 0 0,6 1-1 0,-7 1 3 15,7-7-1-15,1-2 1 0,-2-1 0 0,2-3 1 0,-2-1-1 16,8 1 1-16,-7-9-2 0,7 0 3 0,-1 0 0 15,-6-3-1-15,7-1 1 0,-1-4 0 0,1 0 3 0,-1-4-2 16,1 4 4-16,0-3 0 0,-1-5 1 0,1 4 2 0,-1-8 0 16,0 4 0-16,8-5-2 0,-7-3 1 0,6 1-1 15,-7-2-1-15,7 2-1 0,0-10 2 0,0 5-1 0,-7 0-1 16,7-4-1-16,1-6-1 0,-8 6 2 0,8-8-1 0,-8 4 4 16,7 0 0-16,-6-6 6 0,-1 3 2 0,7-1-1 15,-6-5 2-15,-1-4 4 0,-6 5 10 0,6-1 4 0,-5-4 9 16,-2 5 12-16,2-5 4 0,-1 5 9 0,-7-5-1 15,1 4 0-15,-1 1 0 0,-6-1-3 0,0 1 0 0,0 0-10 16,0-1-6-16,-6 1-2 0,-1 0-8 0,1 0-9 0,-1-1-9 16,1-1-5-16,0 6-6 0,-8 0-2 0,8 3 2 15,-8 2 1-15,1-2-1 0,7 4 3 0,-7 5 2 0,-6 1-3 16,-1-2-4-16,1 5-6 0,-7 3 1 0,-1 2-3 0,1 3-5 16,-6 3-8-16,-7 2-13 0,6 3-23 0,-6 0-25 15,6 0-38-15,-6 5-41 0,13-6-40 0,0 6-34 0,0-9-21 16,13 5-62-16,0-6-138 0,0-3-141 0,7 0-184 0,-1 0-230 15,7 0-111-15,0 0-4 0</inkml:trace>
  <inkml:trace contextRef="#ctx0" brushRef="#br0" timeOffset="41191.5">21719 14360 169 0,'7'5'131'0,"-7"-5"-51"16,0 0-27-16,0 4-19 0,0-4-10 0,0 0-6 0,0 3-5 0,0-3 0 0,0 5 0 0,0-5 1 16,7 4 3-16,-7 0 3 0,0 0 0 0,0-4 0 15,0 4-1-15,0-4 1 0,0 0 1 0,0 5 4 0,0-5 6 16,0 0 12-16,0 3 28 0,0-3-8 0,0 0-7 16,0 0-1-16,0 0-1 0,0 0-7 0,0 4-20 0,0-4 13 15,0 0 7-15,0 0 6 16,0 0 5-16,0 0 1 0,0 5-1 0,0-5 1 0,0 0-1 0,0 0-1 0,0 0 0 15,0 0-3-15,0 0-2 0,0 0-2 0,0 0 1 0,0 0-4 16,0 0-4-16,0 0 1 0,0 3-3 0,0-3-2 0,0 0-3 16,0 0-2-16,0 4-2 0,0-4-4 0,-7 4 0 15,7-4-5-15,0 0 2 0,0-4 0 0,0 4 7 0,0 0 3 16,0 0 9-16,0-4 13 0,0 4 8 0,0 0 9 0,-7 0 7 16,7 0 6-16,0 0 3 0,0 0 7 0,7 0 9 15,-7 0 2 1,-7 0 6-16,7 4 1 0,0-4-2 0,0 0-12 0,-6 0-16 0,6 4-11 0,-6-4-20 0,6 5 29 0,0-5-31 15,-6 3-19-15,6 2-12 0,-8-1-8 0,2 0-2 32,6-1-47-32,-6 2 17 0,-1-1 11 0,1 4 4 0,6-3 4 15,-7-2 2-15,0 1 2 0,7 5 2 0,-6-6-1 16,0 6 1-16,6-1-2 0,0-4-2 0,-6 0-1 0,6 0-2 16,0 0 1-16,-8 1 0 0,8-5-1 0,0 3-1 15,0-3-3-15,0 4 4 0,0 0-1 0,0-4 1 0,8 0 4 16,-8 5 2-16,6-5 4 0,-6 4 1 0,6-1 4 0,0 6-3 15,1-5-1-15,0 9 0 0,6-1-2 0,-7-5-2 16,8 5-5-16,-8-3-1 0,0-2 0 0,0 6 0 0,1-4-2 16,0-2-2-16,6 5 4 0,-7-3 3 0,1-1 0 0,0 0 0 15,-1-4 1-15,-6 4 1 0,6-4-3 0,-6 0-1 16,7 0 0-16,-7 1-1 0,0-5 1 0,7 4-2 0,-7 0 3 16,0-4 0-16,0 3 0 0,0 2-1 0,0-5 1 0,0 0 5 15,0 0 6-15,0 0 11 0,0-5 11 0,-7 5 15 0,7-3 13 16,0 3 2-16,0 0-3 0,-7 3-9 0,1-3-12 15,0 5-14-15,-1-5-8 0,-6 4-6 0,6 0-4 0,-6 5-2 16,6-6 1-16,1 1 1 0,-6 0-5 0,4 1-2 16,2-2 0-16,0 2-1 0,-1-1-3 0,-6 3 0 0,13-2 1 15,-13-1-1-15,7 0 1 0,6 5-1 0,-6-6 0 0,6 1-2 16,-8 5-16-16,8-2-27 0,-6-2-45 0,6-2-89 16,0-3-104-16,-6 0-110 0,6-3-106 0,0-2-144 0,-7 1-210 15,7 1-48-15</inkml:trace>
  <inkml:trace contextRef="#ctx0" brushRef="#br0" timeOffset="41618.3">21713 14413 225 0,'6'-3'279'0,"-6"3"-76"16,0 0-50-16,0 0-32 0,0 0-24 0,0 0-10 0,0 0-8 16,0 0-7-16,0 0-3 0,0 3-5 0,0-3-8 15,0 0-5-15,0 0-9 0,0 4-7 0,0-4-6 0,0 0-7 16,0 0-3-16,0 0-5 0,7 0-2 0,-7 0-1 0,0-4-3 15,7 4-1-15,-7 0-2 0,6-3 0 0,1-6 1 16,-1 6-1-16,8-6-5 0,-8 1 3 0,7-1 3 0,0-3-4 16,0 4 0-16,0-5-2 0,0 2 6 0,-7 3-5 15,8-4-1-15,-2 3 0 0,-5 2-1 0,0 2 3 0,-1 1-2 16,-6 0 2-16,7 0 4 0,-7-1 10 0,0 5 12 0,6 0 7 16,-6-4 9-16,-6 4 2 0,6 0-2 0,0 0-8 15,-7 0-11-15,7 0-10 0,-6 0-17 0,-1 0-1 0,7 0 2 16,-7 0-2-16,1 4 1 0,0 1-6 0,-1-1-4 0,0 0-24 15,1 0-29-15,-7 1-34 0,6 2-35 0,-6-3-37 16,7 4-47-16,0-3-80 0,-8-1-142 0,8 4-113 0</inkml:trace>
  <inkml:trace contextRef="#ctx0" brushRef="#br0" timeOffset="42236.35">21857 14194 12 0,'-7'-4'419'0,"7"-5"-158"0,0 5-99 0,0 0-54 0,0 0-26 16,0 0-14-16,-7 0-16 0,7 0-11 0,-6 0-5 16,6-1-1-16,0 2-9 0,-6-2-5 0,-1 1-3 0,0 1 3 15,1 3 7-15,-1-5 2 0,-5 5 4 0,5-4 5 0,-6 4 21 16,0 0 1-16,6 0 1 0,-6 0 8 0,0 4 7 16,0 1 0-16,1-2-5 0,-2 1 3 0,1 1-2 0,0 3-10 15,0-4-7-15,7 4 1 0,-8 0 2 0,2 0-13 16,-2 1-5-16,8-2 2 0,-7 6-2 0,0 0 2 15,0-1 0-15,7 4 21 0,-8-1 11 0,1 2-3 0,0-1 3 0,7 5-8 16,-1-2-14-16,-5 2-12 0,4 4-4 16,2 0 3-16,0-1 3 0,-1 0 4 0,7 4-2 0,-6-3 0 0,6 4-4 15,0-5-45-15,0 4 10 0,0-3 1 0,6 0 2 16,-6 3 1-16,7-8 0 0,-1 5 45 0,0-1-11 0,2 1-4 16,4-6-7-16,-5 3 0 15,-1-3 0-15,7 2-5 0,-6-1 5 0,6 0-3 0,-6-4 2 0,5-3-2 16,2 3 1-16,-8-4-5 0,7-3-4 0,0 3 13 0,0-4 5 0,1 1 3 15,4-2-1-15,-4-3 0 0,5 1-3 0,-5-2-13 16,4 2-16-16,2-1 5 0,-7-4 0 16,7 0 3-16,0-4 6 0,-1 4 4 0,1-5 13 0,-8 2-5 0,8-2 6 0,0-3 4 15,-1 5-1-15,-5-6-2 0,-2-4 3 16,8 6-1-16,-7-5-4 0,-1-1-12 0,2-3-7 0,-2 4-5 0,2-4-21 16,5-1 5-16,-5 1 3 0,-2-5 4 0,-6 1 5 0,8-5-2 15,-1 6 14-15,0-10-4 0,6 4-5 0,-12-3 2 31,6-1 1-31,-7 1 3 0,8 0 4 0,-14-1 6 0,6 5 9 16,-6-5 1-16,7 0 0 0,-14 1 4 0,7 4 4 0,-6 3-2 16,6-3-8-16,-7 4-1 0,-6 3-2 0,7-3-4 15,-1 8-3-15,-6-5-2 0,0 6 9 0,7-2-3 0,-8 0 1 16,2 6-2-16,4-6-7 0,-4 5-7 0,-1 0-15 0,0 1-1 16,0-3-4-16,-1 7 21 0,2-5-10 0,-2 3-5 15,2 5-3-15,-1-3-4 0,-7 3-3 0,8 3-27 0,-8-3 1 16,-7 9-9-16,8-5-13 0,-7 4-17 0,6 4-43 15,-6-4-8-15,7 5-20 0,-1-5-48 0,7 3-83 0,-6-2-97 16,5-1-72-16,2 0-112 0,-1-4-155 0,-1 5-168 0,14-6-36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34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0 968,'0'21'3496,"0"-16"-3186,0-4-227,0 0 0,0 0-1,-1-1 1,1 1 0,1 0 0,-1 0 0,0 0-1,0 0 1,0 0 0,0 0 0,1 0 0,-1-1-1,0 1 1,1 0 0,-1 0 0,0 0 0,1 0-1,-1-1 1,1 1 0,0 0 0,-1-1 0,1 1-1,-1 0 1,1-1 0,0 1 0,0-1-1,-1 1 1,1-1 0,0 1 0,1 0 0,18-4 13649,-15-4-11908,-3 6-1392,-7 5-128,4-2-262,1 0-1,-1 0 0,1 0 0,-1 0 1,1 1-1,0-1 0,0 0 0,0 0 1,0 1-1,1-1 0,-1 0 0,0 0 1,2 3-1,0-2-22,-1-3-13,-1 1 0,1 0 1,0 0-1,-1-1 0,1 1 0,-1 0 1,1 0-1,-1 0 0,0 0 1,1 0-1,-1 0 0,0 0 0,1 0 1,-1 0-1,0 0 0,0 0 1,0 1-1,0 0 5,0 0 0,0 0 0,1 0 0,-1 0 0,1 0 0,-1 0 0,1-1 0,1 5 0,-1-5-1,0 1-1,0 0 1,0 0 0,-1 0 0,1 0 0,-1 0-1,0 0 1,1 0 0,-1 3 0,0 2 18,-1-4-11,1 0 0,0 0 0,0 0 0,1 0 0,-1 0 0,2 6 0,1 3 45,-1-1 0,0 1 0,1 23 0,-3 42 182,-1-34-121,1 53 368,0-95-286,0-1-196,0 0 1,0-1-1,0 1 0,0 0 1,0-1-1,0 1 1,0 0-1,0-1 0,0 1 1,0 0-1,0 0 1,0-1-1,0 1 1,0 0-1,0-1 0,0 1 1,0 0-1,0-1 1,-1 1-1,1 0 0,0 0 1,0-1-1,0 1 1,-1-1-1,0 1-10,1 0-3,-1-1 0,1 1 0,-1 0 0,1-1 0,-1 1 1,1 0-1,-1-1 0,1 1 0,-1-1 0,1 1 0,0-1 0,-1 1 0,1-1 0,0 1 0,-1-1 0,1 1 0,0-1 0,0 1 0,-1-1 0,1 1 0,0-1 0,0 1 0,0-1 0,0 0 0,-1-1-97,1 0-1,-1 0 1,0 0-1,0 0 1,0 0 0,0 1-1,0-1 1,0 0-1,-1 1 1,1-1 0,-1 0-1,1 1 1,-4-3 0,-7-9-957,11 11 708,-1 0 0,1 0 0,-1 0 0,1 0 0,-1 1 0,0-1 0,0 1 0,-1-2 0,1 2 51,1 0 1,-1 0-1,1-1 1,-1 1-1,1 0 0,0 0 1,0-1-1,0 1 1,0-1-1,0 1 0,0-1 1,-1-2-1,1-2-896,0 0 0,0 0 1,1 0-1,0 0 0,0-8 0,1-3-2087,-1-3-679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35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408 117 2240,'-8'-8'1987,"0"-1"1,0 2-1,-15-11 0,-7-7 1137,-3-3 575,16 18-2487,10 6-582,3 3-534,1 0-1,-1-1 0,0 1 0,0 0 0,0 1 0,0-1 0,0 1 0,-5-1 0,7 2-76,1-1 0,-1 1 0,1-1 0,0 1-1,-1-1 1,1 1 0,-1 0 0,1-1 0,0 1 0,0 0-1,-1 0 1,0 1 0,-3 2 34,-2 2 2,0-1 0,0 1 0,0 1 1,1-1-1,0 1 0,-7 11 0,2-4 26,8-10-55,0 0 1,1 0 0,0 1-1,-1-1 1,1 1 0,-1 5-1,-5 9 50,5-12-48,-5 8 47,2 0 0,-8 23 1,-7 23 16,13-40-28,-7 28 0,3 27 101,2-9-24,-8 51 175,16-99-286,0 8 32,1 1 0,2-1-1,7 53 1,-6-68-44,0 32 38,-1-31-30,-1 1 0,2-1 0,5 27 1,-5-33-20,40 128 179,-39-129-169,0 1 0,0 0 0,1-1 0,6 10 0,11 19 72,-18-28-70,0-1-1,0 0 0,0 0 1,1 0-1,0-1 1,0 1-1,0-1 1,10 9-1,-8-9 10,0 0 0,-1-1 0,2 0 0,-1 0-1,0-1 1,1 1 0,0-1 0,-1-1 0,1 1 0,11 1 0,-8-2 15,1 0 1,0-1-1,-1 0 0,1-1 1,0 0-1,0 0 0,-1-1 1,1-1-1,-1 0 1,20-6-1,4-5 142,61-32-1,-87 40-161,18-11 170,-1-1-1,0-1 1,28-28 0,-41 36-111,-3 1 23,1-1 1,-2 0-1,1 0 1,8-15-1,7-8 204,-18 23-181,0 0-1,-1 0 1,0 0 0,-1-1 0,0 1-1,0-1 1,3-16 0,-4 16 3,-2 4-66,-1 0 0,1 0-1,-1 0 1,-1 0 0,1 0 0,-1 0 0,0 0 0,-1 0 0,-2-9 0,0 0 60,2 12-92,1 0-1,-1 0 1,1 1 0,-1-1-1,0 0 1,0 1 0,-6-7-1,-2-3 58,-7-21 114,12 24-146,1 1-1,-2 0 1,-8-12-1,2 8 21,0 0 1,-28-22-1,24 22-5,-23-24 1,23 18 5,-1 2 0,0-1 0,-22-15 0,-51-38 223,33 30-196,19 15-69,19 12-27,0 0 0,-1 2 0,-23-11 0,21 8-10,19 13-3,0-1 1,0 1-1,0 0 1,-1 0-1,1 1 1,0-1-1,-6-1 1,-3 0-21,-19-4-282,30 7 268,0 0 1,0 0 0,0 0-1,0 0 1,0 0 0,0 0-1,0 0 1,0 0 0,0 1-1,0-1 1,0 0 0,0 0-1,1 1 1,-1-1 0,0 1-1,0-1 1,0 1 0,0-1-1,1 1 1,-1-1 0,0 1-1,0 0 1,1 0 0,-2 1-1,-2 8-513,-5 6-402,7-11 597,-1-1 0,1 1 0,0 0 1,0 0-1,0 0 0,1 0 0,-1 0 0,0 6 0,0 0-378,2-9 381,0 1 0,0-1-1,0 0 1,0 1 0,0-1-1,0 1 1,1-1 0,-1 0 0,1 1-1,0-1 1,-1 0 0,3 4-1,17 27-5862,-15-25 4052,6 7-2377,0-1 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44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34 329 1088,'0'0'1537,"0"8"1891,0-8-3415,0 0 0,0 0 0,0 0 0,0 0-1,0 1 1,0-1 0,0 0 0,0 0 0,0 0 0,0 0 0,0 0-1,0 1 1,0-1 0,0 0 0,0 0 0,0 0 0,0 0 0,0 0-1,0 1 1,0-1 0,0 0 0,0 0 0,0 0 0,0 0 0,0 0-1,-1 0 1,1 1 0,0-1 0,0 0 0,0 0 0,0 0 0,0 0-1,0 0 1,0 0 0,-1 0 0,1 0 0,0 0 0,0 0 0,0 0-1,0 0 1,0 0 0,-1 0 0,1 1 0,0-1 0,0 0-1,0 0 1,0 0 0,0 0 0,-1-1 0,1 1 0,0 0 0,0 0-1,0 0 1,0 0 0,-1 0 0,-5 2 1052,6 2-66,0-4-861,0 1 0,0-1 0,1 0 0,-1 1 0,0-1 0,0 1 0,0-1 0,0 0 0,0 1-1,0-1 1,0 1 0,0-1 0,0 0 0,0 1 0,0-1 0,-1 1 0,1-1 0,0 0 0,0 1 0,0-1 0,0 0 0,0 1 0,-1-1 0,1 0 0,0 1 0,-1-1 0,-6 5 595,5-4 33,4-1 24,4 1 1649,-14 5 2416,-3-7-3941,11 0-906,0 1 1,0 0-1,0-1 0,-1 1 0,1 0 0,0-1 0,0 1 0,0-1 0,0 1 0,0 0 0,0-1 0,0 1 0,1-1 0,-1 1 0,0 0 0,0-1 0,0 1 0,0-1 0,0 1 0,1 0 0,-1-1 0,0 1 0,0 0 1,1-1-1,-1 1 0,0 0 0,0 0 0,1-1 0,-1 1 0,0 0 0,1 0 0,-1-1 0,0 1 0,1 0 0,-1 0 0,0 0 0,1 0 0,-1 0 0,1-1 0,-1 1 0,0 0 0,1 0 0,-1 0 0,1 0 0,1 0 50,-2-2-39,0-1 0,0 1 1,0-1-1,0 1 0,1-1 1,-1 1-1,1-1 0,0 1 0,0-1 1,0 1-1,0 0 0,2-4 1,1-21 4,25-41-48,-27 63 21,1 0 0,0 0 0,-1 1-1,8-9 1,7-11-26,-16 22 27,0 0 0,0 1 0,1-1 0,-1 1 0,0 0 0,1-1 0,0 1 0,-1 0 0,1 0 0,0 0 0,2-1 0,-1 0-2,-1 1 0,1-1 0,-1 1 0,1-1 0,-1 0 0,0 0 0,3-2 0,28-31-76,-31 32 74,1 1 0,-1-1-1,1 1 1,0 0 0,0-1-1,6-2 1,12-9-16,4-4 7,-18 14 6,0 0 0,-1-1 1,1 0-1,6-7 0,-9 9-2,-1 0 0,1 1 1,-1-1-1,7-2 0,-4 1-9,-6 5 14,1 0 0,-1-1 0,1 1 0,-1-1 0,1 1 0,0-1 0,-1 0 0,1 1 0,-1-1 0,1 1 0,0-1 0,0 0 0,-1 0 0,1 1 0,0-1 0,-1 0 0,3 0 0,-3 1 3,0 0 0,0-1 0,0 1 1,0-1-1,0 1 0,0 0 0,1-1 0,-1 1 0,0 0 0,1-1 0,-1 1 1,0-1-1,1 1 0,-1-1 0,1 1 0,0 0-2,-1 0 1,1 0-1,0 0 1,-1 0-1,1 0 0,-1 0 1,1-1-1,-1 1 0,0 0 1,1 1-1,-1-1 1,0 0-1,0 0 0,0 0 1,1 2-1,-1-3 4,0 0 0,0 1 0,0-1 0,0 1 0,0-1 0,0 0 0,0 1 0,0-1 0,0 1 0,0-1-1,1 0 1,-1 1 0,0-1 0,0 0 0,1 1 0,-1-1 0,0 0 0,0 1 0,1-1 0,-1 0 0,0 0 0,1 1 0,-1-1 0,1 0 0,-1 1 1,1-1-1,-1 0 1,1 1 0,-1-1-1,0 1 1,1-1-1,-1 1 1,0-1 0,1 0-1,-1 1 1,0-1-1,1 1 1,-1-1 0,0 1-1,0-1 1,0 1-1,0 0 1,0-1-1,1 1 1,-1-1 0,0 1-1,0 0 1,0 14-3,1-10 2,-1 0-1,0 0 1,0 1 0,0-1 0,0 0 0,-1 0-1,-1 5 1,0-5 1,0-2 0,1 0 1,0-1-1,0 1 1,1 0-1,-1 0 1,0 0-1,1 0 1,0 3-1,-1 1 6,-1 0-1,1 0 1,-1 0-1,0 0 1,0 0-1,-1-1 1,0 1-1,-5 7 1,-1 5 1,-12 19 8,16-30-14,0 1 0,1-1 1,-5 14-1,6-14 2,-1 0 0,1 0 0,-1 0 1,-1 0-1,-9 13 0,-2 1 20,1 1 1,-13 28-1,1-3 12,-2 9 16,12-20-42,-3 5-133,15-31 93,5-11 33,0 1 1,0 0-1,0-1 1,0 1-1,-1-1 1,1 1-1,0-1 1,-1 1-1,1-1 1,0 1-1,-1 0 1,1-1-1,0 0 1,-1 1-1,1-1 1,-1 1-1,0 0 1,-1 0 39,2-1-39,0 0-1,0 0 0,0 1 0,0-1 0,-1 0 0,1 0 0,0 1 0,0-1 0,0 0 0,0 0 0,0 1 0,0-1 1,0 0-1,0 0 0,0 0 0,1 1 0,-1-1 0,0 0 0,0 0 0,0 1 0,0-1 0,0 0 0,0 0 0,0 0 1,1 1-1,-1-1 0,0 0 0,0 0 0,0 0 0,0 0 0,1 1 0,3-1 2,-4 0-4,0 0 0,1 0 1,-1 0-1,0 0 0,0 0 0,1 0 1,-1 0-1,0-1 0,0 1 1,0 0-1,1 0 0,-1 0 1,0 0-1,0-1 0,0 1 1,1 0-1,-1 0 0,0-1 1,0 1-1,0 0 0,0 0 1,1-1-1,-1 1 0,0 0 1,0 0-1,0-1 0,0 1 1,0 0-1,0 0 0,0-1 1,0 1-1,0 0 0,0 0 1,0-1-1,0 1 0,0 0 0,0-1 0,0 1 0,0 0 0,0 0 0,0 0 0,-1-1 0,1 1 0,0 0 0,0 0 0,0 0 0,0 0 0,1-1 0,-1 1 0,0 0 0,0 0 0,0 0 0,0 0 0,0-1 1,0 1-1,0 0 0,0 0 0,0 0 0,0 0 0,0-1 0,0 1 0,1 0 0,-1 0 0,0 0 0,0 0 0,0 0 0,0 0 0,0 0 0,1-1 0,-1 1 0,0 0 0,0 0 0,0 0 0,1 0 0,0-1 0,0 1 0,0 0 0,-1-1 0,1 1 0,0-1 0,-1 1 1,1-1-1,0 1 0,-1-1 0,1 0 0,0 1 0,0-2 0,0 1 1,-1 1 0,1-1-1,0 0 1,0 1 0,0-1 0,0 1 0,0-1 0,0 1 0,0-1 0,0 1 0,0 0-1,2-1 1,-2 1 2,1-1-1,0 1 1,-1-1-1,1 1 1,-1-1-1,1 0 0,-1 0 1,1 1-1,1-3 1,52-38 41,-11 9-98,-32 25 19,-11 6 31,0 1 1,0 0-1,0-1 0,0 1 0,0-1 1,-1 1-1,1-1 0,0 1 0,0-1 1,0 0-1,-1 1 0,2-2 0,-1 1-1,0 0 0,1 0 0,-1 0-1,1 1 1,0-1 0,-1 0-1,1 1 1,-1-1 0,1 1-1,0-1 1,0 1 0,2 0 0,13-4-42,-16 3 44,0 1-1,-1-1 0,1 1 1,0 0-1,0-1 1,0 1-1,0 0 0,0 0 1,0 0-1,0 0 1,0 0-1,0 0 0,0 0 1,0 0-1,0 0 1,0 1-1,1-1 0,-1 1 3,0-1-1,0 0 1,0 0-1,0 1 1,0-1-1,0 0 1,0 0-1,0 0 0,0 0 1,0 0-1,0-1 1,0 1-1,0 0 1,-1 0-1,1 0 1,0-1-1,1 0 0,9-6-71,0 1 0,1 0 0,19-7 0,-26 11 31,0 0 0,-1-1 0,1 0 0,0 0 0,4-4 0,14-9-254,-22 15 298,-1 1-13,1 0 0,-1-1 0,1 1 0,-1 0 0,1-1 0,-1 1 1,1 0-1,-1-1 0,1 1 0,-1-1 0,1 1 0,-1-1 0,0 0 0,1 1 0,-1-1 0,0 1 1,1-1-1,-1 0 0,0 1 0,0-2 0,11 0-286,-11 0-301,1 1 0,-1-1 0,0 1 0,0-1 0,1 1 0,-1-1 0,1 1 0,-1 0 0,2-3 0,-1 2 84,0 0 0,0 0 0,0 0 0,-1 0 0,1 0 0,-1 0 0,1 0-1,-1 0 1,0 0 0,0-2 0,0-1-427,0 2 466,0 1 0,0 0 0,0-1 0,0 1 0,1 0 1,-1-1-1,1-2 0,8-8-2299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45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834 416 692,'0'-21'1679,"-1"0"1,-7-39-1,4 31-609,4 24-897,0 1 0,-1 0 0,0 0 1,0 0-1,0 0 0,0 0 0,-3-6 0,-2-2 545,-1 1 0,0 0-1,-1 0 1,0 0 0,0 1 0,-2 1 0,-14-14 0,7 6 283,13 13-733,-1-1-1,1 1 1,-1 0 0,1 0 0,-1 1 0,-6-4 0,-42-14 1194,36 15-1015,-1-1 0,-24-14-1,29 14-332,0 1 0,0 1 0,-1 0 0,1 1 0,-1 1 0,0 0 0,-26-2 0,9 0 122,25 5-200,-1-1 0,1 1 1,-1 0-1,1 0 0,0 1 0,-1 0 1,1 0-1,0 0 0,0 1 0,-7 2 0,3 0-31,1 1-1,-1 0 0,1 1 0,0-1 0,-12 12 0,0 2 61,1 1 0,1 1 0,-30 42 0,39-46-5,1-1 0,0 1 0,-8 25 0,-6 9 36,16-36-58,0-1 0,1 1 0,1 1 0,0-1 0,-5 28 0,-12 136 210,21-160-216,1-1 0,1 1 0,6 33-1,-3-17 11,1-5 13,10 33 0,-4-19-15,8 26-4,2-1 0,40 89-1,-48-132 22,0-1-1,2 0 0,1-1 0,1-1 0,1 0 0,1-1 0,1-1 1,34 28-1,-43-42-42,0 0 1,1 0-1,0-1 1,0-1-1,1 0 1,-1-1 0,1 0-1,0 0 1,23 2-1,-16-5-1,0 0 0,0-2 0,1 0 0,-1-1 0,0-1 0,0-1 0,24-8 0,-25 5-1,-1-1 0,1-1 0,20-13 0,-1 0 5,-33 20-15,7-4 5,0-1 0,-1 0-1,0-1 1,13-11 0,18-18 18,59-63 91,-69 63 1,26-42-1,-38 51-49,-8 12 16,-2 0 0,1-1 1,9-22-1,6-45 413,-17 52-263,-5 16-75,-1 1 0,-1-1 0,0 0 0,-1 0 0,-1 0 0,0 0 0,-1 0 0,-1 0 0,-1 0 0,0 0 0,-1 1 0,0-1 0,-1 1 0,-1 0 0,-1 1 0,-14-25 1,-45-70 298,57 95-428,-1 1-1,0 0 1,-16-16 0,-5-6-3,-39-45 44,62 72-54,0 1 0,-1 0 0,0 0 0,0 1 0,0 0 0,-1 1 0,-12-6 0,-9-1 20,21 7-34,-1 1 0,0 0-1,0 1 1,-14-3 0,1 3-27,0 0 0,-1 2 0,1 1 0,-45 5 0,57-4-120,1 0 0,-14-2 0,7 1-266,17 0 370,1 0 0,-1 0-1,1 0 1,0 0 0,-1 0-1,1 0 1,-1 0 0,1 0-1,0 0 1,-1 0 0,1-1-1,-1 1 1,1 0 0,0 0-1,-1 0 1,1-1 0,0 1-1,-1 0 1,1 0 0,0-1-1,-1 1 1,1 0 0,0-1-1,-1 1 1,1 0 0,0-1-1,0 1 1,0 0 0,-1-1-1,0-13-3234,2 8 2018,-1 5 1045,0 0 1,0 0-1,1 1 1,-1-1-1,0 0 1,0 0-1,1 1 1,-1-1 0,1 0-1,-1 1 1,1-1-1,-1 1 1,1-1-1,-1 0 1,2 0-1,0-1-545,2-5-1993,0 0-1,1 0 1,6-8-1,0 2-1549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47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82 172,'0'0'60,"0"0"-1,0-1 1,0 1 0,0 0 0,0 0-1,0-1 1,0 1 0,0 0-1,0 0 1,0-1 0,-1 1 0,1 0-1,0-1 1,0 1 0,0 0-1,0 0 1,0 0 0,-1-1-1,1 1 1,0 0 0,0 0 0,0 0-1,-1-1 1,1 1 0,0 0-1,0 0 1,-1 0 0,1 0 0,0 0-1,0-1 1,-1 1 0,1 0-1,0 0 1,-1 0 0,1 0 0,0 0-1,0 0 1,-1 0 0,1 0-1,0 0 1,-1 0 0,1 0-1,-1 0 1,1 0 35,-2 0 863,0-1-231,-1 0-215,0 0-1,0 0 0,0 0 1,-1 1-1,1-1 1,0 1-1,-4 0 1,5 0 228,-31 0 10607,33 2-10963,0-2-368,0 0 0,0 0 0,0 0 1,0 0-1,0 0 0,0 0 0,0 1 1,0-1-1,0 0 0,0 0 1,0 0-1,0 0 0,0 0 0,0 1 1,0-1-1,0 0 0,0 0 0,0 0 1,0 0-1,0 0 0,0 1 0,0-1 1,0 0-1,0 0 0,0 0 0,0 0 1,0 0-1,0 0 0,0 1 0,1-1 1,-1 0-1,0 0 0,0 0 0,0 0 1,0 0-1,0 0 0,0 0 0,1 0 1,-1 0-1,1 0 25,-1 1-27,0-1 0,0 0 1,1 0-1,-1 0 1,0 0-1,1 0 1,-1 0-1,0 0 0,0 0 1,1 0-1,-1 0 1,0 0-1,1-1 1,-1 1-1,0 0 0,0 0 1,1 0-1,-1 0 1,0 0-1,0 0 1,1-1-1,-1 1 0,0 0 1,0 0-1,0 0 1,1-1-1,-1 1 1,0 0-1,0 0 0,0 0 1,0-1-1,0 1 1,1 0-1,-1 0 1,0-1-1,0 1 0,0 0 1,0-1-1,0 1 1,0 0-1,0 0 1,0-1-1,0 1 0,5-4 149,-5 4-158,0 0-1,1 0 0,-1 0 0,0 0 1,0 0-1,1 0 0,-1 0 1,0 0-1,0 0 0,1 0 0,-1 0 1,0 0-1,0 0 0,0-1 0,1 1 1,-1 0-1,0 0 0,0 0 0,0 0 1,1-1-1,-1 1 0,0 0 0,0 0 1,0 0-1,0-1 0,1 1 0,-1 0 1,0 0-1,0-1 0,0 1 0,0 0 1,1-2 9,1 1 1,-1 0 0,1 0-1,-1 0 1,1 0-1,-1 0 1,1 0 0,0 0-1,-1 1 1,1-1-1,0 0 1,1 1-1,3-2-14,-1 0 0,1 1-1,0 0 1,6-1-1,2 1-4,1-1-1,-1 0 0,29-10 1,3 1-13,-6 5 5,-14 2-12,-24 3 18,0 1 1,0-1 0,0 1 0,1 0 0,-1-1 0,0 1 0,0 0 0,0 0-1,0 0 1,0 0 0,0 1 0,0-1 0,0 1 0,0-1 0,0 1 0,0-1 0,3 3-1,4 0-86,-6-1 53,-2 8-17,-2-6 51,1 1 0,-1 0 1,0 0-1,0 0 1,0 0-1,-1-1 0,0 1 1,0-1-1,0 1 0,0-1 1,-1 0-1,-3 6 1,-7 5 17,-25 26 0,26-30-10,1 1-1,-10 14 1,-3 5 26,-27 28-1,3-4 109,41-45-125,6-8-13,0 0 0,0 0 0,-1 0 1,1-1-1,0 1 0,-1 0 0,0-1 1,-2 3-1,3-4-5,0 1 1,1-1 0,-1 0 0,0 1-1,1-1 1,-1 1 0,1-1-1,-1 1 1,0 0 0,1-1 0,-1 1-1,1 0 1,0-1 0,-1 1-1,1 0 1,-1-1 0,1 1 0,0 0-1,0 0 1,-1-1 0,1 1-1,0 0 1,0 0 0,0 0 0,0-1-1,0 1 1,0 1 0,0-1-27,2-1-22,-1 1 53,1-1 0,-1-1 0,1 1 0,0 0 0,-1 0 0,1 0 0,-1-1 0,1 1 0,-1-1 0,0 1 0,1-1 0,2-1 0,-1 0 2,0 1 1,0 0 0,0 1-1,0-1 1,5 0-1,-2 0 1,68-21 32,-5 3 35,-61 17-48,-5 1-4,0 0 0,0 1 0,0-1 0,0 1 0,0 0-1,0 0 1,0 0 0,1 0 0,-1 1 0,5 0 0,8 2 40,-9-2-6,0 0 0,-1 1 1,1-1-1,-1 2 1,1-1-1,-1 0 1,8 5-1,-11-5-27,0 0-1,1 0 1,-1 0-1,0 1 1,0-1 0,0 1-1,-1 0 1,5 4-1,0 7 92,-5-11-60,1 1-1,-2 0 0,1-1 0,0 1 1,-1 0-1,1 0 0,-1 0 1,0 0-1,-1 0 0,1 0 1,-1 0-1,0 7 0,0-6 2,1 0 22,-1 1 0,0-1 0,-1 1 0,1-1 0,-1 0 0,0 1 0,0-1 0,-1 0 1,-3 10-1,-12 18 282,11-19-168,-1-1 0,0 1 1,-1-2-1,-13 17 0,2-8 100,-1-2-1,-1-1 1,-1 0-1,-39 24 1,52-37-249,0 0 1,0-1-1,-10 3 1,-12 6 29,23-10-63,0-1-1,0 1 1,0-1 0,0-1 0,-1 1 0,1-2-1,0 1 1,-1-1 0,1 0 0,0-1-1,-1 1 1,-11-4 0,15 2-154,1 1 1,-1-1-1,1 0 1,-1 0-1,1 0 1,0-1-1,0 1 1,0-1-1,0 0 1,1 0-1,-4-4 1,4 4-148,1 1 0,-1-1 1,1 0-1,0 0 0,0 1 1,0-1-1,1-1 0,-1 1 1,1 0-1,0 0 0,-1-1 1,1 1-1,1 0 0,-2-7 1,2 8-66,0-1 0,1 0 1,-1 1-1,1-1 0,0 1 1,1-5-1,2-6-896,2-7-1160,1 0 0,0 1 0,1 0 0,21-34 1,-7 13-1267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3:47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902 234 1400,'-2'-9'1475,"1"-1"0,-1 1 0,-1 0 0,1 0 0,-2 0 0,1 0 0,-1 0 0,-8-13 0,7 15-912,1 0-1,-1 0 0,0 1 1,-1-1-1,0 1 0,0 0 1,0 1-1,0-1 0,-11-5 1,-96-37 1528,98 43-1893,0 0-1,-1 1 1,1 1-1,-1 1 0,-25-1 1,10 3 173,0 1 0,-50 9 0,67-7-287,1 0 0,0 1 1,1 1-1,-1 0 0,1 0 0,0 1 0,0 1 0,-19 14 1,9-3-20,0 2 1,1 0 0,1 2-1,2 0 1,0 1 0,1 1-1,1 1 1,1 0 0,2 1-1,0 0 1,-10 32 0,21-50-54,-12 33 52,2 1 1,1 1 0,-5 49-1,-6 187 128,21-217-102,2 0-1,11 72 0,-5-61 15,-5-44-60,-2-14-4,2 1 0,0-1 0,6 26 0,58 151 418,-60-178-413,1 0 0,1 0 1,-1-1-1,2 0 0,19 23 0,-2-8 44,37 32 0,-46-48-64,-1-1-1,2 0 1,0-1-1,0-1 0,1-1 1,-1-1-1,30 8 1,-28-11 1,-1-1 1,1 0 0,0-1-1,22-2 1,37-5 94,-63 3-68,1-1 0,-1-1-1,0 0 1,27-11-1,56-32 347,-65 28-174,0-2-1,-1-2 0,-1 0 0,-1-2 0,-2-2 0,0-1 1,27-35-1,-34 33-10,-2-1-1,-1-2 1,-2 0 0,22-56 0,-28 54-39,-1 0 0,4-38 1,-3 17-100,-6 28-73,-2 1 0,-1-1 0,-1-35-1,-1 43-2,-10-121 0,7 118 0,-1-2 0,-1 0 0,-1 0 0,-1 0 0,-1 0 0,-2 1 0,0 1 0,-15-24 0,10 23 0,-1 2 0,-2 0 0,0 0 0,-1 2 0,-1 1 0,-1 0 0,-29-20 0,-38-16 0,79 50 0,1 0 0,-1 0 0,1 1 0,-1 0 0,-10-3 0,-27-12 0,-73-48 0,110 62 0,0 1 0,0-1 0,-13-3 0,-8-4 0,-2-2-110,-1 2 0,-65-17 1,92 28-360,0 0 1,0 1 0,-1 0 0,-9 0 0,2 1-484,11-1 569,-1 1 0,1-1-1,-1 1 1,1 0 0,0 0-1,0 0 1,-1 0 0,1 1-1,-3 1 1,3-2-285,1 1 0,-1-1-1,0 0 1,0 0 0,0 0 0,0 0 0,0 0 0,-6 0-1,9-1 472,0-1 0,-1 1 0,1 0 0,0 0 0,-1 0 0,1 0 0,0 0 0,-1 0 0,1 0 0,0 0 0,-1 0 0,1 0 0,0 0-1,-1 0 1,1 0 0,0 0 0,-1 0 0,1 1 0,0-1 0,-1 0 0,1 0 0,0 0 0,-1 0 0,1 1 0,0-1 0,0 0 0,-1 0 0,1 0-1,0 1 1,0-1 0,0 0 0,-1 1 0,1-1 0,0 0 0,0 0 0,0 1 0,0-1 0,-1 0 0,1 1 0,-11 7-9019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45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63 1172,'0'-1'157,"-1"1"1,0 0-1,1-1 0,-1 1 1,0-1-1,1 1 0,-1-1 1,0 1-1,1-1 0,-1 0 0,1 1 1,-1-1-1,1 0 0,0 1 1,-1-1-1,1 0 0,-1 0 1,1 1-1,0-1 0,0 0 0,0 0 1,-1 0-1,1 1 0,0-1 1,0 0-1,0 0 0,0-1 1,0 1 375,-1 1-464,1 0-50,-1 0-1,1 0 1,0 0-1,0 0 0,-1 0 1,1-1-1,0 1 0,-1 0 1,1 0-1,0 0 1,0 0-1,-1 0 0,1 0 1,0 0-1,-1 1 1,1-1-1,0 0 0,0 0 1,-1 0-1,1 0 1,0 0-1,0 0 0,-1 0 1,1 1-1,0-1 1,0 0-1,0 0 0,-1 0 1,1 0-1,0 1 0,0-1 1,0 0-1,-1 0 1,1 1-1,0-1 0,0 0 1,0 0-1,0 1 1,0-1-1,0 0 0,0 0 1,-1 1-1,1-1 1,0 0-1,0 1 0,0 0 339,0 1-193,0-2-162,1 0 0,-1 0 0,0 0 1,0 0-1,0 1 0,0-1 0,0 0 1,0 0-1,0 0 0,0 0 1,0 0-1,0 1 0,0-1 0,0 0 1,0 0-1,0 0 0,0 0 1,0 1-1,0-1 0,0 0 0,-1 0 1,1 0-1,0 0 0,0 0 0,0 1 1,0-1-1,0 0 0,0 0 1,0 0-1,0 0 0,0 0 0,-1 0 1,1 0-1,0 1 0,0-1 0,0 0 1,0 0-1,-8 0 83,6 0 525,3 0-585,-1 0 0,0 0 0,0 1 0,0-1 1,0 0-1,0 0 0,0 1 0,0-1 0,0 0 0,0 0 0,0 1 1,0-1-1,0 0 0,0 0 0,0 1 0,0-1 0,0 0 0,0 0 1,0 0-1,-1 1 0,1-1 0,0 0 0,0 0 0,0 0 0,0 1 1,0-1-1,-1 0 0,1 0 0,0 0 0,0 0 0,0 1 1,-14-1 3540,10 0-1293,12 0-2716,-6-1 458,0 1 0,-1-1 0,1 0 0,-1 1 0,1-1 0,-1 0 0,1 0 0,1-2 0,3-1 1,1 2-7,-6 2-10,0 0 1,0 0-1,0 0 1,0-1 0,0 1-1,0 0 1,0-1-1,-1 1 1,1-1 0,0 1-1,0-1 1,0 1-1,1-2 1,0 0-2,0 0 0,1 0-1,-1 1 1,1-1 0,0 1 0,0-1 0,-1 1 0,7-2-1,5-3 24,-9 3-27,0 1 0,0-1 0,1 1 0,-1 0 0,0 0 0,1 1 0,-1-1 0,1 1 0,0 1 0,-1-1 0,1 1 0,8 0 0,-13 0 6,0 0 0,-1 0 0,0 0 0,1 0 1,-1-1-1,0 1 0,1 0 0,-1 0 1,0 0-1,0 0 0,1 0 0,-1 0 1,0 0-1,1 0 0,-1 0 0,0 1 0,0-1 1,1 0-1,-1 0 0,0 0 0,1 0 1,-1 0-1,0 0 0,0 1 0,1-1 1,-1 0-1,0 0 0,0 0 0,0 1 0,1-1 1,-1 0-1,0 0 0,0 1 0,0-1 1,0 0-1,1 0 0,-1 1 0,0-1 1,0 0-1,0 1 0,0-1 0,0 0 0,0 0 1,0 1-1,0-1 0,0 1 0,5 2 13,-5-3-13,1 0 0,-1 0 0,0 0 0,0 0 1,1 0-1,-1 0 0,0 0 0,0 0 0,1 0 1,-1 0-1,0 1 0,0-1 0,0 0 0,1 0 1,-1 0-1,0 0 0,0 0 0,0 1 0,1-1 1,-1 0-1,0 0 0,0 0 0,0 1 0,0-1 1,1 0-1,-1 0 0,0 1 0,0-1 0,0 0 1,0 0-1,0 1 0,0 39 35,-1-37-31,-1 1 0,1-1 0,-1 0 0,0 1 0,0-1 0,0 0 0,-5 5 0,4-5-2,-8 17 7,10-18-8,1 0-1,-1 0 1,-1 1-1,1-1 1,0 0-1,0 0 1,-1-1-1,1 1 1,-1 0-1,1 0 0,-1-1 1,0 1-1,0-1 1,-3 2-1,-1 2-7,0 1 0,-11 10 0,4-4 7,-1 0 14,11-11-7,0 1 1,-4 4 16,3-4-20,2 3-3,-7 3-66,10-8 63,-1 0 2,0 0-1,1 0 0,-1 0 1,0 0-1,1 0 1,-1 0-1,0 0 1,0 0-1,1 0 1,-1 0-1,0 0 1,1 0-1,-1 0 1,0 0-1,0 0 0,1 0 1,-1-1-1,0 1 1,0 0-1,1 0 1,-1 0-1,0 0 1,0 0-1,0-1 1,1 1-1,-1 0 0,0 0 1,0-1-1,0 1 1,0 0-1,1 0 1,-1 0-1,0-1 1,0 1-1,0 0 1,0-1-1,0 1 0,0 0 1,0 0-1,0-1 1,0 1-1,0 0 1,0 0-1,0-1 1,20 1-60,37 0 100,-35 7-108,-20-7 67,-1 0 0,1 0 0,-1 0 0,1 0 0,-1 0 0,1 0 0,-1 1 0,1-1-1,-1 1 1,0-1 0,1 1 0,-1 0 0,1-1 0,-1 1 0,0 0 0,0 0 0,2 1-1,-1 0 5,-1-1-1,1 0 0,-1 0 0,1 0 0,0 0 0,-1 0 0,1 0 1,2 0-1,-3-1-2,1 1 0,-1-1 0,0 1 0,0-1 0,0 1 0,0-1 0,0 1-1,0-1 1,0 1 0,0 0 0,0 0 0,0-1 0,0 1 0,-1 0 0,1 0 0,0 0 0,0 0 0,-1 0 0,1 0 0,-1 0 0,1 0 0,-1 0 0,1 1 0,-1-1 0,0 0 0,1 0 0,-1 0 0,0 0 0,0 1 0,0 1 0,0-2 1,0 0-1,0 0 1,1-1 0,-1 1 0,0 0-1,0 0 1,1 0 0,-1 0-1,1 0 1,-1-1 0,0 1 0,1 0-1,1 1 1,-2-1-1,1-1 1,-1 1-1,1 0 0,-1 0 0,1-1 1,-1 1-1,1 0 0,-1 0 1,0 0-1,0 0 0,1 0 0,-1-1 1,0 3-1,0-2 1,0-1-1,0 1 1,0-1 0,0 1-1,0 0 1,0-1 0,1 1-1,-1-1 1,0 1 0,0-1-1,0 1 1,1-1 0,-1 1-1,0-1 1,0 1 0,1-1-1,-1 1 1,1-1 0,-1 0-1,0 1 1,1-1 0,-1 1-1,1-1 1,-1 0 0,1 0-1,0 1 1,0 0 2,2 4 18,-2-2-19,3 1-2,0 2 6,-3 10-79,-1-15 81,-2 0 14,1-1 1,-1 1-1,1 0 1,-1-1-1,1 1 1,-1 0-1,1 0 1,-3 2 0,-2 1 24,-38 3 297,-42 13-272,75-17-68,-4 3-3,13-5-2,1 0 0,0-1 0,-1 1 0,1 0 0,-1-1 0,1 1 0,-1-1 0,1 1 0,-1-1 0,0 0 0,1 0 0,-2 0 0,-18-1-299,21 1 279,0 0 1,1-1-1,-1 1 1,0 0-1,0-1 1,0 1-1,0 0 0,0 0 1,0-1-1,1 1 1,-1 0-1,0 0 1,0-1-1,0 1 1,1 0-1,-1 0 1,0 0-1,0-1 1,1 1-1,-1 0 1,0 0-1,0 0 0,1 0 1,-1-1-1,0 1 1,1 0-1,-1 0 1,0 0-1,0 0 1,1 0-1,-1 0 1,0 0-1,1 0 1,-1 0-1,0 0 1,1 0-1,-1 0 1,1 0-1,-1 0-2,0 0 0,0 0-1,0 0 1,0 0 0,0 0 0,0 0-1,0 0 1,0 0 0,0 0 0,0 0 0,0 0-1,1 0 1,-1 0 0,0 0 0,0 0 0,0 0-1,0 0 1,0 0 0,0 0 0,0 0-1,0 0 1,0 0 0,0 0 0,0 0 0,0 0-1,0 0 1,0-1 0,0 1 0,1 0 0,-1 0-1,0 0 1,0 0 0,0 0 0,0 0-1,0 0 1,0 0 0,0 0 0,0 0 0,0 0-1,0-1 1,0 1 0,0 0 0,0 0 0,0 0-1,0 0 1,0 0 0,0 0 0,-1 0-1,1 0 1,0 0 0,2-6-1787,4 2 901,0 0-1,-1-1 1,0 0 0,0 0 0,5-6 0,8-10-2120,2 2 567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4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560 121 572,'-29'-27'2929,"14"14"-2267,13 12-598,0-1 0,1 1 0,-1-1 0,0 1 0,0 0 0,-1 0 0,1 0-1,0 0 1,-4-1 0,-14-7 368,7 2-50,-1 0 0,0 1-1,-22-7 1,19 9 67,14 3-368,0 1-1,0-1 1,1 0 0,-1 0 0,0 0 0,0 0-1,-4-4 1,6 5-39,0-1-1,-1 0 1,1 0 0,0 1-1,-1-1 1,1 1 0,-1-1-1,1 1 1,-1 0 0,1 0-1,-1-1 1,1 1 0,-1 0-1,-1 1 1,0-1 47,1 0-1,0 0 1,-1 0-1,1-1 1,0 1-1,-5-2 1,3 1 60,0 1 0,0-1-1,0 0 1,0 1 0,0 0 0,0 0 0,0 0 0,0 1-1,0-1 1,-8 3 0,-2 2 579,-24 10 0,20-7-403,5-1-36,0 0 0,-19 14 0,5-2-100,24-16-170,-1 0-1,0 0 1,1 0-1,0 0 0,0 1 1,0-1-1,0 1 1,-3 7-1,-7 8 60,10-16-44,1 0 1,0 1-1,1-1 1,-1 1-1,-1 5 1,-6 12 130,5-15-63,1 0 0,1 0 1,-1 0-1,1 0 0,-2 11 0,1-8-14,0 32 295,-1-30-296,3-10-72,1 1-1,-1 0 1,0 0 0,1 0 0,-1 0-1,1 0 1,0 0 0,0 1-1,-1-1 1,1 0 0,1 0 0,-1 0-1,0 2 1,3 5 74,-1 1 0,0-1 0,-1 0-1,1 17 1,-2-5 170,1-1 0,7 33 1,-5-9 1,19 49-64,-19-83-192,1-1 0,0 0 0,0-1 0,10 17 0,0-2 20,29 51 24,-40-70-45,0 0 0,0 0 0,1-1 0,-1 1 0,1-1 0,-1 0 0,6 3 0,5 6 13,10 1 39,-7-5 71,-10-4-71,0 0-1,1-1 1,0 0-1,0 0 1,0-1 0,16 3-1,17 5 113,-28-8-174,0 1 1,0-2-1,0 1 0,1-2 1,20-1-1,0 0 34,-29 1-21,1-1-1,-1 0 1,0 0-1,7-3 1,6-1 12,-10 2 16,1 0-1,-2 0 1,1 0-1,0-1 1,-1 0-1,1-1 0,7-6 1,5-2 67,-7 3-9,-1 0-1,21-20 1,-14 11-55,-7 6 42,-1 0 0,0-1 1,-1 0-1,0 0 0,13-28 1,-20 34-21,0 0 0,0-1 0,0 0 0,-1 1 0,1-10 0,0 3 14,-2 3 4,0 1-1,0-1 0,-2-13 0,1 2 27,-1 17-71,1-1 0,-1 0-1,-1 1 1,1-1 0,-5-11-1,-3-13 84,5 12-22,-1 1 1,-10-28 0,-7-36 165,8 52-233,0 1-1,-24-34 1,7 28-12,28 30-63,0 1-1,1-1 1,-2 1 0,1-1-1,0 1 1,-1 0 0,-7-6-1,9 9 13,0 1 0,0-1-1,1 1 1,-1-1 0,0 1-1,0 0 1,0 0 0,0 0 0,0 0-1,1 0 1,-1 0 0,-2 1-1,-7 0-274,-4 0-1121,0 1 0,0 0-1,-24 8 1,-18 3-6810,35-7 4487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21 1348,'0'0'1275,"-1"0"-374,-1 0-923,-5-3 1287,7 3-1253,0 0 0,0 0 0,-1 0 0,1 0 0,0 0 0,0 0 0,0 0 0,0 0 1,0 0-1,0 0 0,0 0 0,0 0 0,0 0 0,0 0 0,-1 0 0,1 0 0,0 0 0,0 0 0,0-1 1,0 1-1,0 0 0,0 0 0,0 0 0,0 0 0,0 0 0,0 0 0,0 0 0,0 0 0,0 0 0,0 0 1,0 0-1,0-1 0,0 1 0,0 0 0,0 0 0,0 0 0,0 0 0,0 0 0,0 0 0,0 0 0,0 0 1,0 0-1,0 0 0,0-1 0,0 1 0,0 0 0,0 0 0,0 0 0,0 0 0,0 0 0,0 0 1,0 0-1,0 0 0,0 0 0,0 0 0,0 0 0,0 0 0,0-1 0,1 1 0,-1 0 0,0 0 0,0 0 1,0 0-1,0 0 0,0 0 0,0 0 0,0 0 0,0 0 0,0 0 0,7-1 152,-7 1-159,0 0-1,0 0 1,1 0 0,-1 0 0,0 0-1,0 0 1,0 0 0,0 0 0,1 0-1,-1 0 1,0 0 0,0 0 0,0 0 0,0 0-1,0 0 1,1 0 0,-1 0 0,0 0-1,0 0 1,0 0 0,0 0 0,0 0-1,0 0 1,1 0 0,-1-1 0,0 1-1,0 0 1,0 0 0,0 0 0,0 0-1,0 0 1,0 0 0,0-1 0,1 1 0,-1 0-1,0 0 1,0 0 0,0 0 0,0 0-1,0-1 1,0 1 0,0 0 0,0 0-1,0 0 1,0 0 0,0 0 0,0-1-1,0 1 1,0 0 0,0 0 0,0 0-1,-1-1 1,1 0 319,0-5 1289,0 7-1480,0-1-1,1 0 1,-1 1 0,0-1-1,0 0 1,0 0 0,0 1-1,0-1 1,0 0-1,0 0 1,0 1 0,0-1-1,1 0 1,-1 0 0,0 0-1,0 1 1,0-1 0,0 0-1,1 0 1,-1 0-1,0 1 1,0-1 0,1 0-1,-1 0 1,0 0 0,0 0-1,0 0 1,1 0-1,-1 0 1,0 0 0,1 1-1,-1-1 1,0 0 0,0 0-1,1 0 1,-1 0 0,0 0-1,0 0 1,1 0-1,-1-1 1,0 1 0,1 0-1,0 0-671,0 0 1580,-2 0-549,0 0-561,0 0 111,1 0-1,0 0 1,0 1 0,-1-1 0,1 0-1,0 0 1,0 0 0,-1 0-1,1 0 1,0 0 0,0 0-1,-1-1 1,1 1 0,0 0-1,0 0 1,-1 0 0,1 0 0,0 0-1,0 0 1,-1 0 0,1 0-1,0-1 1,0 1 0,-1 0-1,1 0 1,0 0 0,0-1-1,0 1 1,0 0 0,-1 0 0,1 0-1,0-1 1,0 1 0,-1-4 3170,1 12-2726,0 8-310,-1-10-149,1-1 1,0 1-1,0 0 1,0-1-1,1 1 0,1 6 1,-1-9-25,1 3 1,0-1 0,-1 1 0,0-1 0,0 1 0,0-1-1,-1 7 2,1-7-6,-1-1 1,1 1-1,0 0 1,2 5 0,-2-5 8,0 0 0,0 0 0,0 0 1,0 7-1,-1 118 389,1-117-318,4 22-1,-3-23-13,1 24 0,-2-8 69,8 47 0,-7-52-61,-1-1-1,-2 30 1,0-11 36,1-28-44,-5 25 0,3-24-1,-2 24-1,4 243 323,0-278-388,0-3 1,10 5 0,-9 0 2,-1-4 17,0 5-70,0-7-23,0 1 0,0 0 0,0 0 0,0-1 0,0 1 1,0 0-1,0 0 0,0-1 0,0 1 0,0 0 0,0 0 0,-1-1 1,1 1-1,0 0 0,0 0 0,0 0 0,0-1 0,-1 1 0,1 0 1,0 0-1,0 0 0,0 0 0,-1-1 0,1 1 0,0 0 0,0 0 0,-1 0 1,1 0-1,0 0 0,0 0 0,-1 0 0,1 0 0,0 0 0,0 0 1,-1 0-1,1 0 0,0 0 0,-1 0 0,1 0 0,0 0 0,0 0 1,-1 0-1,0 0 181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2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77 1596,'0'-1'165,"0"0"-1,0 1 1,0-1-1,0 0 1,0 0-1,0 0 1,0 1-1,0-1 1,-1 0-1,1 0 0,0 0 1,0 1-1,-1-1 1,1 0-1,-1 0 1,1 1-1,0-1 1,-1 0-1,1 1 1,-1-1-1,0 1 1,1-1-1,-1 1 1,1-1-1,-1 1 1,0-1-1,0-1-62,0 0 0,1 0 0,-1 0 0,1 0-1,0 0 1,0 1 0,0-1 0,0 0 0,0 0-1,0 0 1,0-2 0,1 0 23,-1 4-115,0 0-1,0-1 1,0 1-1,0 0 1,0 0-1,0-1 1,0 1-1,0 0 1,0 0 0,0-1-1,0 1 1,0 0-1,0 0 1,0-1-1,0 1 1,0 0-1,1 0 1,-1 0 0,0-1-1,0 1 1,0 0-1,0 0 1,1 0-1,-1-1 1,0 1-1,0 0 1,0 0 0,1 0-1,-1 0 1,0 0-1,0 0 1,0-1-1,1 1 1,-1 0-1,0 0 1,0 0 0,1 0-1,-1 0 1,0 0 4,1 0 1,-1 0 0,0 0 0,0 0 0,1 0-1,-1 0 1,0 0 0,0 0 0,1 0 0,-1-1-1,0 1 1,0 0 0,0 0 0,1 0-1,-1 0 1,0 0 0,0-1 0,0 1 0,1 0-1,-1 0 1,0 0 0,0-1 0,0 1 0,0 0-1,0 0 1,0 0 0,0-1 0,1 1 0,-1 0-1,0 0 1,0-1 0,0 1 0,0 0-1,0 0 1,0-1 0,0 1 0,0 0 0,0-1-1,0 0 288,0 0-1,0 0 0,0 0 0,0 0 0,1 0 0,-1 0 1,0 0-1,1 1 0,-1-1 0,3-4 3874,-6 7-3694,-1 1 522,-3-1 237,5-2-437,2 8-514,0-5-260,0 0 0,1 0 0,-1-1 0,1 1 0,-1 0 0,3 4 0,-2-5-17,0 1-1,0-1 0,0 1 0,-1 0 0,1 0 1,0 4-1,-1-3 11,0-1-1,1 1 1,0-1 0,0 1-1,0-1 1,0 0 0,3 6 0,0 0 35,14 18 163,-14-17-131,1 1 0,0-1 0,1-1 0,9 13 1,-2 2 24,-11-21-95,0 1 0,-1 0 0,2-1 1,-1 0-1,0 1 0,6 5 0,46 46 215,1-12-427,-41-32 143,0 0-1,23 13 1,-34-22 50,-2-1 0,0-1 1,0 0-1,0 1 0,0 0 0,0-1 0,0 1 0,0 0 0,0-1 1,-1 1-1,1 0 0,0 0 0,0 0 0,-1-1 0,2 3 0,0-2 3,0-1-2,0 0 127,-1-1-148,-1 0-1,0 0 0,0 1 1,0-1-1,0 0 0,0 0 1,0 0-1,0 1 0,0-1 1,-1 0-1,1 0 0,0 0 1,0 1-1,-1-1 0,0-1 1,1 2 4,0 0 0,0 0 0,0 0 1,-1 0-1,1 0 0,0 0 0,0 0 1,-1 0-1,1 0 0,0 0 0,0 0 1,0 0-1,-1 0 0,1 0 0,0 0 1,0 0-1,-1 0 0,1 0 0,0 0 1,0-1-1,0 1 0,-1 0 0,1 0 1,0 0-1,0 0 0,0 0 0,0-1 1,-1 1-1,1 0 0,0 0 0,0 0 1,0-1-1,3-7-1437,-2 7 1010,-1-1 0,1 1 0,0-1 1,-1 0-1,1 1 0,-1-1 1,1 0-1,-1-3 0,0 1-136,0 3 322,0-1 0,0 1 0,0 0 0,0-1 0,0 1 0,0-1 0,0 1 1,1-1-1,-1 1 0,0 0 0,1-1 0,-1 1 0,1 0 0,0-1 0,-1 1 0,1 0 0,0 0 0,0 0 0,0 0 0,0-1 0,1 0 0,42-39-5760,-22 21 3835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2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220 151 448,'6'-7'582,"-1"0"1,0 0-1,0-1 0,-1 1 0,6-12 1,-2 3-12,-6 14-461,-1 0 1,0 0-1,1-1 0,-1 1 0,0 0 1,0-1-1,-1 1 0,1-1 1,0 1-1,-1-1 0,1-3 1,-1 5-81,0 0 0,0 0 1,0 0-1,0 1 1,1-1-1,-1 0 0,0 0 1,0 1-1,1-1 1,-1 0-1,0 1 1,1-1-1,-1 0 0,1 1 1,0-2-1,0 2 14,-1-1-1,1 0 0,-1 0 1,1 0-1,-1 0 1,1 0-1,-1 0 1,1 1-1,-1-1 0,0 0 1,0 0-1,1 0 1,-1 0-1,0 0 1,0-2-1,0-15 2803,0 18-2820,0 0 0,0 1 1,0-1-1,0 0 1,-1 1-1,1-1 1,0 0-1,0 0 1,0 1-1,0-1 0,-1 0 1,1 0-1,0 1 1,0-1-1,-1 0 1,1 0-1,0 1 1,0-1-1,-1 0 0,1 0 1,0 0-1,0 0 1,-1 1-1,1-1 1,0 0-1,-1 0 1,1 0-1,0 0 1,-1 0-1,1 0 0,0 0 1,-1 0-1,1 0 1,0 0-1,-1 0 1,1 0-1,0 0 1,-1 0-1,1 0 0,0 0 1,-1-1-1,1 2-4,0-1-1,0 0 1,0 0-1,0 1 1,0-1 0,0 0-1,0 0 1,0 1-1,0-1 1,0 0-1,0 0 1,0 1-1,0-1 1,0 0-1,0 0 1,0 1-1,0-1 1,0 0 0,0 0-1,-1 0 1,1 1-1,0-1 1,0 0-1,0 0 1,0 1-1,-1-1 1,1 0-1,0 0 1,0 0-1,0 0 1,-1 0 0,1 1-1,0-1 1,-6 6 212,-16 24 1612,-19 35 0,14-21-835,20-31-860,5-9-117,-1 0-1,1 0 1,-1 0-1,-4 5 1,-2 0 6,5-4-22,-1-1 1,1 1-1,-5 7 1,-13 15-1,19-24-46,-1 1 1,1 0-1,-1 1 0,-4 8 1,2-3-575,-1 0 0,0 0 0,-15 14 0,-2 4-4495,15-14 1501,7 0-204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4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165 103 612,'0'-1'201,"0"1"0,0-1-1,1 0 1,-1 0 0,0 0 0,0 0 0,1 0-1,-1 0 1,0 1 0,1-1 0,-1 0 0,1 0-1,1-1 1,-2 2-119,1-1 0,-1 0 0,1 0 0,-1 1 0,1-1 0,-1 0 0,1 0 0,-1 0 0,0 0 0,0 0 0,1 1 0,-1-1-1,0-2 1,1-22 1891,-1-7 2463,-1 12 2954,-3 23-6872,3-3-505,1 0 0,0 0 1,-1 1-1,1-1 0,0 0 1,0 0-1,-1 0 0,1 0 1,0 0-1,0 0 0,-1 0 1,1 0-1,0 1 0,0-1 1,-1 0-1,1 0 0,0 0 1,0 1-1,-1-1 0,1 0 1,0 0-1,0 0 0,0 1 1,0-1-1,0 0 0,-1 0 0,1 1 1,0-1-1,0 2 15,0 0 1,-1 0-1,1 0 0,0 0 0,-1-1 1,1 1-1,-1 0 0,-1 2 0,1-2-8,0 0 0,0 0 0,1 0 0,-1 0 0,0 0 0,1 1 0,0-1 0,-1 4 0,1-2 6,-1 1 0,0 0 0,0 0 0,0-1 1,0 1-1,-1-1 0,0 1 0,0-1 0,-3 5 0,2-2 18,0-1 0,0 1 0,-3 12 1,3-5 10,-3 11 24,-9 25 1,3-14-13,-20 49 64,28-75-101,1 0 0,0 0-1,-4 19 1,0 3 16,-1-8-14,6-19-25,0 1 1,0 0-1,0-1 0,1 1 1,-2 9-1,3-14-6,0 0 0,0 0 0,0 0 0,0 0 0,0 0-1,0 0 1,-1 0 0,1 0 0,0 0 0,-1 0 0,1 0 0,-1 0 0,1-1 0,-1 1 0,1 0 0,-1 0 0,-1 1 0,0 0 2,0 0 9,2 2 15,2-5-8,5-2-28,-3 1-7,0-4 9,-3 3-1,1 1 1,-1 0-1,1 0 0,-1 0 1,1 0-1,0 1 0,-1-1 1,3-1-1,53-40-252,-20 19-84,-20 11-545,37-18-1,-44 26 557,0 0-1,0 0 0,0-1 0,-1 0 0,0-1 1,0 0-1,12-13 0,-1 2-128,-17 15 421,0 1 0,0 0-1,0-1 1,-1 0 0,1 0 0,2-3 0,6-9-18,-11 15 74,1-1 1,-1 1-1,0-1 0,1 1 0,-1 0 0,0-1 0,1 1 0,-1-1 0,0 1 0,0-1 0,0 1 0,0-1 0,0 1 0,1-1 0,-1 1 1,0-1-1,0 1 0,0-1 0,0 0 0,0 1 0,0-1 0,-1 1 0,1-1 0,0 1 0,0-1 0,0 1 0,0-1 0,-1 1 1,1 0-1,0-1 0,0 1 0,-1-1 0,1 1 0,0-1 0,-1 1 0,1 0 0,0-1 0,-1 1 0,1 0 0,-1-1 0,1 1 0,-1 0 1,1 0-1,-1-1 0,1 1 0,-1 0 0,-3-1 3592,4 2-3554,-1 0-1,1-1 1,-1 1 0,1-1 0,-1 1-1,1-1 1,-1 0 0,1 1-1,-1-1 1,1 1 0,-1-1 0,0 0-1,1 1 1,-1-1 0,1 0-1,-1 0 1,-1 1 0,1-1-25,1 0 1,-1 0 0,0 0-1,1 1 1,-1-1 0,1 0-1,-1 0 1,0 1-1,1-1 1,-1 1 0,1-1-1,-1 0 1,1 1 0,-1-1-1,1 1 1,-1-1 0,1 1-1,-1 0 1,1 2 54,0-1 0,-1 0 1,1 0-1,0 1 0,-1-1 0,0 0 0,1 0 1,-2 2-1,1-1-17,0-1-1,0 1 1,0-1-1,0 1 1,1-1 0,0 1-1,-1 0 1,1 2-1,0 0-3,-1-1 0,1 0 0,-1 0 0,0 1 0,0-1-1,0 0 1,-3 6 0,3-7-37,0 0 1,1-1-1,-1 1 0,1 0 0,0-1 0,-1 1 1,1 0-1,1 0 0,-1 2 0,1-2 2,-1 1 0,0-1 1,0 0-1,0 0 0,-2 6 0,0 0 49,-1 1 0,2-1-1,-1 0 1,1 17 0,0-15-30,0 0 1,-2 12-1,1-11-12,0 1 1,0 13 0,2 82 72,0-105-104,0-1 1,-1 1-1,1 0 0,-1 0 1,1-1-1,-1 1 0,-2 3 0,2-4-2,0 1-1,1-1 1,-1 1-1,0 0 1,1-1-1,-1 1 1,1 3-1,0-19-3681,-2-7-1064,2 0 1,4-36-1,5 35 778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4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748 222 480,'-22'-23'2306,"15"15"-1488,-1 0 0,-10-9 0,2 5 291,-29-18-1,37 26-821,0 0-1,0 1 0,0 0 0,0 0 0,-1 1 0,-15-3 0,6 2 69,5 1 89,0 1-1,0-1 1,0 2-1,-16 1 1,18 0-2,0 1-1,0 0 1,0 1-1,-20 7 1,11 0 113,10-6-334,0 1 0,0 0-1,0 1 1,-9 7-1,-10 9 380,-32 32 0,49-42-423,0 1 1,1 1 0,0 0-1,-15 28 1,6-7 72,8-13-64,0 1 0,-12 35 0,3-6 17,12-32-134,1 0 1,-7 33-1,-2 69 69,14-86-104,0 14 26,3 1 1,13 97 0,-12-144-59,2 16 10,1 0 0,1 0 0,0-1 0,2 1 0,0-1 0,2-1 0,0 0 0,17 26 0,-14-28 9,1-1-1,1 0 0,25 21 1,-29-29-8,0-1 1,0 0 0,0 0-1,1-1 1,0-1 0,0 0-1,0 0 1,15 2-1,-9-2-5,0-2 0,0 0-1,0 0 1,0-2-1,0 0 1,0-1-1,0-1 1,-1 0-1,1-1 1,0-1 0,-1-1-1,16-6 1,14-9-12,0-1 0,77-49-1,2-20-24,-98 69 11,6-7-18,-1-1 0,-2-1 0,-1-2 0,34-46 0,-61 74 38,45-64 126,-43 60-99,0 0 1,0 0-1,0 0 1,-1-1-1,0 1 1,2-15-1,1-18 164,1-58 0,-7 82-168,-1 0 1,-1 0-1,0 0 0,-2 0 0,1 1 0,-9-20 0,0 0 5,6 16 13,-1 1 0,-1 0 1,-13-24-1,-1 7 162,-1 1-1,-51-58 1,54 72-138,0 0 0,-1 2 1,-1 1-1,0 0 0,-40-22 0,46 31-63,-1 1-1,0 1 1,0 1-1,0 1 1,-1 0-1,-20-2 0,29 5-11,0 1 0,-1 1-1,1 0 1,-1 0 0,1 1-1,0 0 1,0 0 0,-1 1-1,1 0 1,0 1 0,0 0-1,1 1 1,-17 8 0,12-4-109,0 1 0,-20 17 0,28-21 31,1-1 1,-1 2-1,1-1 1,0 0-1,1 1 1,-1 0-1,1-1 1,0 1-1,-2 7 1,2-3-40,-9 21-1541,2 1 0,-7 37 0,13-41-188,0-7-1808,-1 42 1,5-23-96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63 196,'0'-27'4238,"0"27"-4177,0-1 1,1 0 0,-1 1 0,1-1-1,0 1 1,-1-1 0,1 1-1,-1-1 1,1 1 0,0-1 0,-1 1-1,2-1 1,-1 0 21,-1 0 25,1 0-1,-1 0 0,1 0 1,-1 0-1,0 0 1,1 0-1,-1 0 0,0-1 1,0 1-1,0 0 0,0 0 1,0 0-1,0 0 1,0 0-1,-1-10 6724,-1 17-6706,1-6-112,0 0-1,1 1 1,-1-1 0,1 1 0,-1-1 0,0 1-1,1-1 1,-1 1 0,1-1 0,-1 1-1,1-1 1,0 1 0,-1 0 0,1-1 0,-1 1-1,1 0 1,0-1 0,0 1 0,-1 0-1,1-1 1,0 1 0,0 0 0,0 0-1,0-1 1,0 1 0,0 0 0,0-1 0,0 1-1,0 0 1,0 0 0,1 0 0,-2 19 679,0 0 1,-7 31 0,5 4 218,-30 103 660,15-105-1371,14-38-158,3-9-24,0 0 0,-1 1 0,-3 7-1,1-4-7,0 0 0,-4 20 0,4-10-9,2-5 1,2-13-1,1 0-1,-2 1 1,1-1-1,0 0 1,0 0 0,-1 0-1,0 3 1,-1 0 3,0 0 1,1 0-1,-1 1 1,1-1-1,1 1 0,-1-1 1,1 1-1,0 5 1,0 9-57,0-20 51,0-1 0,0 1 0,-1 0 0,1-1 0,0 1 0,0 0 0,0 0 0,0-1-1,0 1 1,0 0 0,-1 0 0,1-1 0,0 1 0,0 0 0,0 0 0,-1-1 0,1 1-1,0 0 1,0 0 0,-1 0 0,1 0 0,0-1 0,-1 1 0,1 0 0,0 0 0,0 0-1,-1 0 1,1 0 0,0 0 0,-1 0 0,1 0 0,0 0 0,-1 0 0,1 0 0,0 0-1,0 0 1,-1 0 0,1 0 0,-1 0-171,1-1-1,0 1 1,-1-1-1,1 0 1,0 1-1,0-1 1,-1 0-1,1 1 1,0-1 0,0 1-1,0-1 1,0 0-1,0 1 1,0-1-1,0 0 1,0 1-1,0-1 1,0 0-1,1 0 1,1-13-3208,-2 13 3073,1 0-1,-1 0 1,1 0 0,-1 0 0,0 0 0,1 0-1,-1-1 1,0 1 0,0 0 0,0 0 0,1 0-1,-1 0 1,0 0 0,-1 0 0,1 0 0,0-1-1,0 1 1,0 0 0,-1 0 0,1 0 0,0 0 0,-1 0-1,0-2 1,-1-10-3634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6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1 433 1264,'0'-7'544,"1"-1"0,0 1-1,1 0 1,-1 0 0,1 0 0,1 0-1,-1 0 1,7-11 0,0 2-245,1 0 1,18-21-1,-10 17-193,38-33 1,-22 23-42,32-25 27,-51 42-93,0 1 0,20-11-1,-18 12-16,-1-1 0,17-14 0,-30 23 16,-1 1 1,0 0-1,0 0 0,1 0 1,-1 1-1,1-1 0,0 0 0,0 1 1,-1 0-1,6-2 0,2-4 1,-10 7 0,1-1 0,-1 1-1,1-1 1,-1 1 0,1 0 0,-1-1 0,1 1 0,-1-1-1,1 1 1,-1 0 0,1 0 0,-1-1 0,1 1 0,0 0-1,-1 0 1,1 0 0,0 0 0,-1-1 0,1 1 0,0 0-1,20 0-703,-20 0 56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7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0 303 280,'0'19'4926,"1"-20"-4888,0 0-1,0 0 1,-1 1-1,1-1 1,0 0-1,0 0 0,0 1 1,0-1-1,0 1 1,0-1-1,0 1 1,0-1-1,0 1 0,1-1 1,16-10 110,28-22-30,40-30-99,0 1 5,-81 60 17,-1-1 0,0 0 0,0-1 0,-1 1 0,1-1 0,0 0 0,-1 1 0,0-1 0,0-1 0,4-8 0,-1-2 729,10-22 0,-15 35-645,0 0 0,-1 0-1,1 1 1,-1-1 0,0 0 0,0 0-1,1 0 1,-1 0 0,0 1 0,0-1 0,-1 0-1,1-2 1,-1-7 2016,1 11-2093,0 0-1,0-1 1,0 1-1,0 0 1,0-1-1,-1 1 1,1 0-1,0 0 1,0-1-1,0 1 1,0 0-1,-1 0 1,1-1-1,0 1 1,0 0-1,0 0 1,-1-1-1,1 1 1,0 0-1,0 0 1,-1 0-1,1 0 1,0 0-1,-1-1 1,1 1-1,0 0 1,0 0-1,-1 0 1,1 0-1,0 0 1,-1 0-1,1 0 1,0 0-1,-4 0 3067,2 2-2645,-1 0-230,2-2-186,0 0-1,0 1 1,0-1 0,0 1-1,0-1 1,0 1 0,0 0-1,0-1 1,0 1 0,0 0-1,1 0 1,-1-1-1,0 1 1,1 0 0,-1 0-1,1 0 1,-1 0 0,1 0-1,-1 0 1,0 2 0,1-2-44,0-1 0,0 1 0,0-1 0,0 1 0,0-1 0,0 1 0,-1-1 0,1 1 0,0-1 0,0 1 1,0-1-1,-1 1 0,1-1 0,0 0 0,-1 1 0,1-1 0,0 1 0,-1-1 0,0 1 0,-3 4 50,2-1-19,0-2-13,1 1 0,0-1-1,-1 1 1,1 0 0,0 0-1,1-1 1,-1 1 0,0 0-1,1 0 1,-1 0 0,1 4-1,-5 15 62,4-19-79,0 0 1,0 0-1,0 0 1,0 0-1,1 0 1,-1 4-1,1 54 49,0-61-56,0 1-1,0 0 0,0 0 0,0 0 0,0-1 0,0 1 0,1 0 1,-1 0-1,0-1 0,0 1 0,1 0 0,-1 0 0,0-1 0,1 1 1,-1 0-1,1-1 0,-1 1 0,2 1 0,-2-2-1,1 1 0,-1-1 1,1 1-1,-1 0 0,1-1 0,-1 1 0,0 0 0,1-1 1,-1 1-1,0 0 0,0-1 0,1 1 0,-1 0 0,0 0 0,0 0 1,0-1-1,0 1 0,0 1 0,0 0 2,0-1-1,1 1 1,-1-1-1,0 1 1,1-1-1,-1 0 1,1 1-1,-1-1 0,1 0 1,0 0-1,-1 1 1,1-1-1,0 0 1,0 0-1,0 0 1,0 0-1,0 0 1,0 0-1,0 0 1,0 0-1,3 1 1,-2-1 1,-1 0 0,1 0-1,0-1 1,0 1 0,0 0 0,0-1 0,0 1 0,0-1 0,0 0-1,0 0 1,0 0 0,0 0 0,0 0 0,0 0 0,0 0 0,4-2-1,17-3 4,-18 5-10,0-1 0,0 0 0,0-1 0,7-2 0,-8 2-6,5-2-69,-1 0 1,1-1 0,-1 0-1,11-8 1,8-6-680,-23 17 416,1-1 0,-1 0 0,0 0 0,1 0 0,-1 0 1,-1-1-1,1 1 0,-1-1 0,1 0 0,4-7 0,25-58-7633,-22 48 4589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7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43 103 1792,'-1'-3'516,"1"0"0,-1 0 0,0 0 0,0 0 0,0 1 0,0-1 0,-1 0 0,1 1 0,-4-6 0,-1-1 883,-5-11 822,9 14-1409,2 5-706,0 0-1,0 0 0,0 0 0,0 0 0,0 0 1,0 0-1,0 0 0,0 1 0,0-1 0,0 0 1,-1 0-1,1 0 0,-1-2 0,-1 1 11,2 2-105,0 0-1,-1 0 1,1-1-1,0 1 1,-1 0-1,1 0 1,0-1-1,-1 1 1,1 0 0,0-1-1,0 1 1,-1 0-1,1-1 1,0 1-1,0 0 1,0-1-1,-1 1 1,1 0 0,0-1-1,0 1 1,0 0-1,0-1 1,0 1-1,0-1 1,0 1-1,0 0 1,0-1 0,0 1-1,0-1 1,0 1-1,0 0 1,0-1-1,0 1 1,1-1-1,-1 1 1,0 0-1,0-1 1,0 1 0,1 0-1,-1-1 1,0 1-1,0 0 1,1-1-1,-1 1 1,0 0-1,0 0 1,1-1 0,-1 1-1,0 0 1,1 0-1,-1 0 1,1 0-1,-1-1 1,0 1-1,1 0 1,0 0-29,-1 0-1,1 0 1,-1 0-1,1 0 1,-1 0 0,1 0-1,-1 0 1,1 0 0,-1 0-1,1 1 1,-1-1 0,1 0-1,-1 0 1,0 1 0,1-1-1,-1 0 1,1 0-1,-1 1 1,0-1 0,1 0-1,-1 1 1,1-1 0,-1 1-1,0-1 1,0 0 0,1 1-1,-1-1 1,0 1 0,0-1-1,1 1 1,-1 0-1,2 1-385,0 0 105,0-1 0,0 1 0,-1 0 0,1-1 0,0 1 0,-1 0 0,1 0 0,-1 0 0,2 3 0,1 4-1057,5 3-355,0-3-354,-7 3-341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8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233 454 2252,'0'-3'302,"0"1"1,-1-1-1,1 0 0,-1 1 0,0-1 0,0 1 0,0-1 1,0 1-1,-1-1 0,1 1 0,-3-3 0,-23-27 1773,12 15-792,6 5-454,6 7-407,-1 0 0,1 1 0,-1-1 1,0 1-1,-1 0 0,-6-5 0,1-1 694,9 9-1013,0 0 1,1 0-1,-1 1 0,0-1 1,0 0-1,0 0 1,0 0-1,1 1 0,-1-1 1,0 1-1,-2-2 1,-5-1 447,7 2-480,0 1 1,0-1 0,0 0-1,0 1 1,0 0 0,0-1-1,0 1 1,0 0 0,-1-1-1,1 1 1,0 0 0,0 0-1,0 0 1,0 0 0,0 0-1,0 0 1,0 0 0,-1 0-1,-1 1 1,1 1-48,0-1-1,0 1 1,0 0-1,0-1 1,0 1 0,1 0-1,-1 0 1,0 0-1,1 1 1,-1-1 0,1 0-1,0 0 1,0 1-1,-1 2 1,-17 24 63,17-20-50,1-5-20,0-1 0,0 0 1,0 0-1,0 0 1,-1 0-1,-1 3 0,-1 1 26,1 1 1,0-1-1,1 0 0,-4 14 0,4-10-7,0-3-20,1 1-1,0-1 1,0 1-1,1-1 1,2 12-1,-1 8-5,-2-5-4,0-13-2,1 0 0,0 0 0,0 1 0,4 14 1,-4-22-6,12 35 19,-11-34-17,1 0 0,-1-1 1,1 1-1,0-1 1,0 0-1,0 1 1,5 4-1,-5-6-2,0-1 1,0 1-1,0-1 0,0 1 0,0-1 0,1 0 0,-1 0 0,0 0 0,1 0 1,-1 0-1,1-1 0,-1 1 0,1-1 0,-1 1 0,1-1 0,0 0 0,-1 0 1,1 0-1,-1 0 0,1-1 0,-1 1 0,4-2 0,5-1-27,1-1-1,-1-1 0,19-11 1,-8 5-23,-10 4 4,-1 0 0,0 0 0,0-1 1,-1-1-1,0 0 0,-1 0 0,14-18 0,-14 17 4,10-13-43,0-1 0,-2-1 0,27-52 0,9-63-32,-38 97 114,-10 27 17,-1-1 0,4-24 0,-5 19 36,-2 15 6,0 0 0,-1 1-1,0-1 1,0 0 0,-1 0 0,0 1 0,0-1 0,0 0-1,-4-7 1,5 12-32,-1-19 310,1 19-268,0-1 0,0 1 1,0 0-1,0-1 0,0 1 0,0 0 0,-1-1 0,1 1 0,-2-3 0,-2-1 140,4 6-161,-1-1 0,1 0 0,-1 0 0,1 0 0,-1 1 1,1-1-1,-1 0 0,1 0 0,0 0 0,0 0 0,-1 0 0,1 1 1,0-1-1,0 0 0,0 0 0,0-1 0,0 1-32,0 1-1,0 0 1,0 0 0,0-1-1,0 1 1,0 0 0,0-1-1,0 1 1,0 0-1,0 0 1,0-1 0,0 1-1,0 0 1,-1 0 0,1 0-1,0-1 1,0 1-1,0 0 1,0 0 0,0-1-1,-1 1 1,1 0 0,0 0-1,0 0 1,-1 0-1,1-1 1,0 1 0,0 0-1,0 0 1,-1 0 0,1 0-1,0 0 1,0 0-1,-1 0 1,1 0 0,-1 0-1,1 0-2,0 0 0,0 0 0,-1-1-1,1 1 1,0 0 0,0 0 0,0 0-1,-1 0 1,1 0 0,0 0 0,0 0 0,0 0-1,-1 0 1,1 0 0,0-1 0,0 1-1,0 0 1,-1 0 0,1 0 0,0 0 0,0-1-1,0 1 1,0 0 0,0 0 0,0 0-1,0 0 1,-1-1 0,1 1 0,0 0 0,0 0-1,0-1 1,0 1 0,0 0 0,0 0-1,0 0 1,0-1 0,0 0 164,0 3 1,0-2-171,0 0 0,0 0 0,0 0 0,0 0 1,0 0-1,0 1 0,1-1 0,-1 0 0,0 0 1,0 0-1,0 0 0,0 1 0,0-1 0,0 0 1,0 0-1,-1 0 0,1 0 0,0 0 0,0 1 1,0-1-1,0 0 0,0 0 0,0 0 0,0 0 0,0 0 1,0 1-1,0-1 0,0 0 0,-1 0 0,1 0 1,0 0-1,0 0 0,0 0 0,0 0 0,0 1 1,0-1-1,-1 0 0,1 0-2,0 0 0,0-1 1,-1 1-1,1 0 0,0 0 1,0 0-1,-1 0 0,1 0 0,0 0 1,0 0-1,-1 0 0,1 0 0,0 0 1,0 0-1,-1 0 0,1 0 0,0 1 1,0-1-1,-1 0 0,1 0 0,0 0 1,0 0-1,-1 0 0,1 0 0,0 1 1,0-1-1,0 0 0,0 0 1,-1 0-1,1 0 0,0 1 0,0-1 1,0 0-1,0 0 0,0 1 0,-1-1 1,1 0-1,0 0 0,0 1 0,0-1 1,0 0-1,0 0 0,0 1 0,0-1 1,0 0-1,0 0 0,0 1 1,0-1-1,0 0 0,0 0 0,0 1 1,0 0-2,0 0 1,0 0 0,0 0 0,0 1 0,0-1-1,0 0 1,0 0 0,-1 0 0,1 0 0,-1 0-1,0 1 1,-1 2-2,1-2 1,0-1 0,0 1 0,1 0 0,-1-1-1,0 1 1,1 0 0,-1-1 0,1 1 0,0 0-1,-1 0 1,1 3 0,-1 3 7,0-1 1,0 1-1,-4 12 1,0-4 18,-13 28 91,-26 169 397,43-182-482,1-26-28,0 1 1,0-1-1,0 1 1,-3 8-1,1-4 8,0-1 0,0 1 0,1 0-1,-1 13 1,2-15-5,-1-6-7,1 0-1,0 0 1,0-1-1,0 1 1,0 0 0,0 0-1,0 0 1,0 0 0,1-1-1,-1 1 1,0 0-1,2 2 1,1-1-6,-3-2-5,1 0 0,-1-1 0,1 1 0,0 0 0,-1 0 0,1-1-1,-1 1 1,0 0 0,1 0 0,-1 0 0,0 0 0,1 0 0,-1 0 0,0-1 0,0 1 0,0 0 0,0 2 0,0-2-171,6 2-213,-5-2 290,-1-1-1,1 0 0,-1 1 0,1-1 1,-1 1-1,1-1 0,-1 0 1,1 0-1,-1 1 0,1-1 0,0 0 1,-1 0-1,1 0 0,-1 1 1,1-1-1,0 0 0,-1 0 1,1 0-1,-1 0 0,1 0 0,0 0 1,-1 0-1,1-1 0,-1 1 1,1 0-1,0 0 0,-1 0 0,1-1 1,0 1-1,9-5-1520,-8 4 1259,0 0 1,0 0-1,0 0 0,0 0 0,0 0 1,0-1-1,-1 1 0,1 0 1,2-4-1,51-56-6448,-31 33 4396,7 1-33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8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165 173 1164,'5'-9'909,"0"1"0,9-10 0,-10 13-549,0 0 1,0 0-1,0 0 1,-1-1 0,0 1-1,4-11 1,-2-4 879,-4 16-855,0-1 0,0 1-1,1 1 1,3-9-1,-5 11-209,2-1 238,-1 0 1,0 0 0,0-1 0,0 1-1,-1 0 1,1 0 0,0-1-1,-1 1 1,1-1 0,-1 1 0,0 0-1,0-1 1,0-2 0,0 4-340,0 1 0,0 0 0,0 0 0,0 0 0,0 0 0,0-1 0,0 1 0,0 0 0,0 0 1,0 0-1,0-1 0,0 1 0,0 0 0,0 0 0,0 0 0,0 0 0,0-1 0,0 1 0,-1 0 0,1 0 0,0 0 0,0 0 1,0-1-1,0 1 0,0 0 0,0 0 0,-1 0 0,1 0 0,0 0 0,0 0 0,0-1 0,0 1 0,0 0 0,-1 0 0,1 0 0,0 0 1,-7 4 592,-7 14-576,12-16-84,1 0-1,-1 0 1,0 0 0,0 0 0,0 0 0,0 0 0,-3 1 0,-6 7 4,-57 73-65,57-71 5,1 0-1,1 1 0,0 1 0,0 0 0,-9 22 0,2-5-13,13-27 55,0 1 0,0 0 0,0 0 0,1 0 0,-3 9 0,-4 5-7,7-17 21,1 0-1,0 0 0,0 0 0,0 0 0,0 0 0,0 0 0,0 1 0,1-1 1,-1 0-1,1 0 0,-1 4 0,1 34 19,9-38-87,-5 2 56,3-2 12,17 5 47,9 0 96,-29-7-128,-1 1 0,1-1 0,-1 1 0,1 0 0,-1 0 0,0 0 0,1 1 0,-1-1 0,0 1 0,4 2 0,18 8 20,6 2-3,-28-9-40,-2-2 2,0-1 1,1 0-2,15 8 5,-15-9-3,0 1 0,0-1 0,0 1 0,-1 0 0,1 0 0,0 0 0,-1 0 0,2 2 0,4 5 0,2-2 0,-1 0 4,-8-6-3,1-1 0,-1 1 0,1-1-1,-1 1 1,1-1 0,0 1 0,-1-1 0,1 0-1,-1 1 1,1-1 0,0 0 0,-1 1 0,1-1 0,0 0-1,-1 0 1,1 0 0,0 1 0,0-1 0,1 0-1,18 0 44,-16-7-13,-2 3-20,3-1 18,0-1 0,-1-1 0,6-10 0,-9 15-13,0 0 1,0 0 0,0 0 0,-1 0 0,1-1-1,-1 1 1,1 0 0,-1-1 0,0 1 0,0 0-1,0-1 1,0 1 0,0 0 0,-1-1-1,1 1 1,-1 0 0,0-3 0,-3-2 31,4 6-40,-1 1-1,1-1 0,-1 0 1,1 0-1,-1 0 1,1 0-1,0 0 1,-1 0-1,1 0 1,0 1-1,0-1 0,0 0 1,-1 0-1,1 0 1,0 0-1,0 0 1,1 0-1,-1 0 1,0 0-1,0-2 0,2-1 14,0 1 0,-1-1 0,0 0-1,0 0 1,0 0 0,0 0 0,-1 0-1,1-6 1,-1 10-20,0-1-1,0 1 1,0 0-1,0 0 0,0-1 1,0 1-1,0 0 1,0-1-1,-1 1 1,1 0-1,0 0 1,0-1-1,0 1 0,0 0 1,0 0-1,0 0 1,0-1-1,-1 1 1,1 0-1,0 0 1,0 0-1,0-1 1,-1 1-1,1 0 0,0 0 1,0 0-1,0 0 1,-1-1-1,1 1 1,0 0-1,0 0 1,-1 0-1,1 0 1,0 0-1,0 0 0,-1 0 1,1 0-2,-1 0 0,1 0-1,0 0 1,0 0 0,-1 0 0,1 0 0,0 0 0,0-1 0,0 1 0,-1 0-1,1 0 1,0 0 0,0 0 0,0 0 0,0 0 0,-1 0 0,1-1-1,0 1 1,0 0 0,0 0 0,0 0 0,-1 0 0,1-1 0,0 1-1,0 0 1,0 0 0,0 0 0,0-1 0,0 1 0,0 0 0,0 0 0,0-1-1,0 1 1,0 0 0,0 0 0,0-1 0,-11 0-201,6 1-180,0 1-1,0-1 1,0 1-1,1 0 1,-1 1-1,-6 2 0,-26 15-5651,36-19 5766,0 1 1,1-1 0,-1 0 0,0 1-1,1-1 1,-1 0 0,0 1 0,0-1-1,1 0 1,-1 0 0,0 0 0,0 0-1,0 0 1,1 1 0,-1-2 0,0 1 0,0 0-1,0 0 1,1 0 0,-1 0 0,0 0-1,0-1 1,1 1 0,-2-1 0,0 1-366,-9-1-3051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09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10 110 512,'2'0'800,"6"-3"15,-7 3-355,-1 4-86,0 1-227,1-5-120,-1 1 0,0-1 0,1 0 0,-1 0 0,1 0 0,-1 0 0,1 0 0,0 0 0,-1 0 0,1 0 0,-1 0 0,1 0 0,-1 0 0,1 0 0,-1 0 0,1 0 0,-1 0 0,1 0 0,-1 0 0,1-1 0,-1 0-2,0 1-1,1-1 1,-1 1-1,0-1 1,0 0-1,1 1 1,-1-1-1,0 1 1,1-1 0,-1 0-1,0 1 1,1-1-1,-1 1 1,1 0-1,-1-1 1,1 1-1,-1-1 1,1 1 0,-1 0-1,2-1 1,-2 1-29,2-2 168,0 2-3,16-6 505,-18 6-659,0-1 1,1 1 0,-1 0-1,0 0 1,0 0-1,0 0 1,0 0-1,0 0 1,1 0 0,-1 0-1,0-1 1,0 1-1,0 0 1,0 0-1,0 0 1,0 0 0,0 0-1,0-1 1,0 1-1,0 0 1,1 0-1,-1 0 1,0 0 0,0 0-1,0-1 1,0 1-1,0 0 1,0 0-1,0 0 1,0 0 0,0-1-1,0 1 1,0 0-1,-1 0 1,1 0-1,0 0 1,0-1 0,0 1-1,0 0 1,0 0-1,0-1 12,0 1 0,0 0 0,0-1 0,-1 1 0,1 0 0,0-1 0,0 1 0,0 0 0,0-1 0,0 1 0,0-1 0,1 1 0,-1 0-1,0-1 1,0 1 0,0 0 0,0-1 0,0 1 0,0 0 0,1-1 0,-1 1 0,0 0 0,0-1 0,1 1 0,0-1-10,-1 1 0,1-1 0,0 1 0,-1-1-1,1 0 1,-1 1 0,1-1 0,0 0 0,-1 1 0,0-1 0,1 0 0,-1 0 0,1 0 0,-1 1 0,0-1 0,0 0-1,1 0 1,-1 0 0,0 0 0,0 0 0,0 1 0,0-1 0,0-2 0,2 1-11,0-1 1,0 1-1,0 0 1,0 0-1,0 0 0,0 0 1,4-2-1,-6 4 4,0 0 0,1 0 0,-1 0 0,0 0 0,0 0 0,0 0 0,0-1 0,0 1 0,0 0 0,0 0 0,0 0 0,1 0 0,-1 0 0,0 0 0,0 0 0,0 0 0,0 0 0,0-1 0,0 1 0,0 0 0,0 0-1,0 0 1,0 0 0,0 0 0,0 0 0,0-1 0,0 1 0,0 0 0,0 0 0,0 0 0,0 0 0,0 0 0,0 0 0,0-1 0,0 1 0,0 0 0,0 0 0,0 0 0,0 0 0,0 0 0,0 0 0,0-1 0,0 1 0,0 0 2,0 0 0,0 0 0,0 0 1,0 0-1,0 0 0,0-1 0,0 1 1,0 0-1,-1 0 0,1 0 0,0 0 1,0 0-1,0 0 0,0-1 0,0 1 1,0 0-1,0 0 0,1 0 0,-1 0 1,0 0-1,0 0 0,0-1 0,0 1 1,0 0-1,0 0 0,0 0 0,0 0 1,0 0-1,0 0 0,0 0 0,0-1 1,0 1-1,1 0 0,-1 0 0,0 0 1,0 0-1,0 0 0,0 0 0,0 0 1,0 0-1,0 0 0,1 0 0,-1 0 1,0-1-7,1 1 19,-1 0 1,1 0-1,-1-1 1,1 1-1,-1-1 1,1 1-1,-1 0 1,1-1-1,-1 1 1,1-1-1,-1 1 1,1-1-1,-1 1 1,0-1 0,1 0-1,-1 1 1,0-1-1,0 1 1,1-1-1,-1-1 1,0 2-14,0 0 0,0 0 0,0-1 0,0 1 0,0 0 0,0 0 0,0 0 0,1-1 0,-1 1 1,0 0-1,0 0 0,0 0 0,0-1 0,0 1 0,0 0 0,1 0 0,-1 0 0,0 0 0,0 0 1,0-1-1,1 1 0,-1 0 0,0 0 0,0 0 0,0 0 0,1 0 0,-1 0 0,0 0 0,0 0 1,0 0-1,1 0 0,-1 0 0,0 0 0,1 0-1,-1 0-1,0 0 1,0 0 0,1 0 0,-1 0-1,0 0 1,0-1 0,0 1-1,1 0 1,-1 0 0,0 0 0,0 0-1,0 0 1,1 0 0,-1 0 0,0 0-1,0-1 1,0 1 0,0 0-1,1 0 1,-1 0 0,0 0 0,0-1-1,0 1 1,0 0 0,0 0 0,0 0-1,1-1 1,-1 1 0,0 0-1,0 0 1,0 0 0,0-1 0,1 0 1,-1 0 0,1 0 1,0 0-1,-1 1 1,1-1-1,0 0 0,0 0 1,0 0-1,0 1 1,0-1-1,0 1 0,0-1 1,0 1-1,0-1 1,0 1-1,0-1 0,0 1 1,0 0-1,2-1 1,-1 1 296,-2 1-300,0 0 1,0 0-1,0 0 0,0-1 1,1 1-1,-2 0 0,1 0 1,0 0-1,0-1 0,0 1 1,0 0-1,0 0 0,-1-1 1,1 1-1,-1 1 0,0-2-4,1 0 6,0 0-1,-1 0 1,1 0-1,0 0 1,0 0-1,-1 0 0,1 0 1,0 0-1,0 0 1,-1 0-1,1 0 1,0 0-1,0 0 1,-1 0-1,1 0 1,0 0-1,0 0 1,-1 0-1,1 1 0,0-1 1,0 0-1,-1 0 1,1 0-1,0 0 1,0 1-1,0-1 1,-1 0-1,1 0 1,0 0-1,0 1 1,0-1-1,0 0 0,0 0 1,-1 1-1,1-1 1,0 0-1,0 0 1,0 1-1,0-1 1,0 0-1,0 0 1,0 1-1,0 0 25,-2 12 189,1-13-200,1 0 0,-1 1 0,1-1-1,-1 0 1,0 1 0,1-1-1,-1 1 1,1-1 0,-1 1 0,1-1-1,-1 1 1,1 0 0,0-1 0,-1 1-1,1 0 1,0-1 0,-1 1 0,1 0-1,0-1 1,0 1 0,-1 0-1,1-1 1,0 1 0,0 0 0,0 0-1,0-1 1,0 1 0,0 0 0,0-1-1,0 1 1,1 1 0,-1-1 3,-1 0 1,1-1-1,-1 1 1,1 0 0,-1-1-1,0 1 1,1-1-1,-1 1 1,1-1-1,-1 1 1,0-1 0,-1 1-1,2-1 7,-1 1-15,1-1 0,0 1 0,0-1 0,-1 1 0,1-1 0,0 1 0,0-1 0,0 1 0,0 0 0,0-1 0,0 1 0,0-1 0,0 1 0,0-1 0,0 1 0,0 1 0,0-2-1,0 1 0,0-1 1,0 1-1,0-1 0,0 1 0,0 0 0,0-1 0,0 1 0,0-1 0,0 1 0,0-1 1,0 1-1,-1-1 0,1 1 0,0-1 0,-1 2 0,-2 2 54,-23 32 395,-22 53-621,46-85-542,-1 0 0,1 0 1,-1 0-1,0-1 0,0 1 0,-1-1 1,-5 6-1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10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0 612,'0'0'3301,"0"0"-3227,0 1 0,0-1 1,0 0-1,0 0 0,0 0 0,0 1 0,0-1 1,0 0-1,0 0 0,0 1 0,0-1 0,0 0 1,0 0-1,0 1 0,0-1 0,0 0 0,0 0 1,0 0-1,0 1 0,0-1 0,0 0 0,0 0 0,0 0 1,-1 1-1,1-1 0,0 0 0,0 0 0,0 0 1,0 1-1,-1-1 0,1 0 0,-7 0 48,5 0 0,2 0-111,0 0 0,0 1 0,0-1 0,0 0 0,0 0 0,0 1 0,0-1 0,0 0 0,0 0 0,0 0 1,0 1-1,0-1 0,0 0 0,0 0 0,0 1 0,0-1 0,0 0 0,0 0 0,0 0 0,0 1 0,0-1 0,0 0 1,0 0-1,-1 1 0,1-1 0,0 0 0,0 0 0,0 0 0,0 0 0,-1 1 0,1-1 0,-11 0 173,10 0-183,-1 0-1,0 0 1,1 0 0,-1 0 0,1 0 0,-1 0 0,1 0 0,-1 1-1,1-1 1,-1 1 0,1-1 0,0 1 0,-2 0 0,-4 2 4,-15 4 266,10-4-19,11-3-220,0 1 0,0-1-1,0 1 1,0-1 0,0 0 0,0 1 0,0-1 0,0 0 0,0 0 0,-1 0 0,0 0-1,-6 3 265,7-2-268,0-1 1,1 1 0,-1-1-1,0 1 1,0-1-1,1 0 1,-1 0-1,0 1 1,0-1 0,0 0-1,1 0 1,-1 0-1,-1 0 1,-11 1 262,1 1 0,-1 0 1,0 1-1,1 0 0,0 1 0,-21 9 1,6 3 282,25-14-538,-1 0 1,1 0 0,-1 0-1,0-1 1,0 1-1,0-1 1,0 0-1,0 0 1,0 0-1,0 0 1,0 0 0,-4 0-1,2-1-9,-6 0 21,10 0-47,1 0 1,0 0 0,0 0-1,-1 0 1,1 0-1,0 1 1,0-1-1,-1 0 1,1 0 0,0 0-1,0 0 1,0 0-1,-1 0 1,1 1-1,0-1 1,0 0 0,0 0-1,0 0 1,-1 0-1,1 1 1,0-1-1,0 0 1,0 0 0,0 0-1,0 1 1,0-1-1,0 0 1,-1 0-1,1 1 1,0-1 0,0 0-1,0 1 1,-9 1 51,2 3-35,5-4-21,0-1 1,2 0 2,0 0-1,0 0 0,0 0 0,0 0 0,0 0 0,-1 0 0,1 0 0,0 0 0,0 0 0,0 0 0,0 0 0,0 0 1,0 0-1,0 0 0,0 0 0,0 0 0,0 1 0,0-1 0,-1 0 0,1 0 0,0 0 0,0 0 0,0 0 1,0 0-1,0 0 0,0 0 0,0 0 0,0 0 0,0 1 0,0-1 0,0 0 0,0 0 0,0 0 0,0 0 0,0 0 1,0 0-1,0 0 0,0 0 0,0 1 0,0-1 0,0 0 0,0 0 0,0 0 0,0 0 0,0 0 0,0 0 0,0 0 0,0 0 0,0 1 0,1-1 0,-1 0 0,0 0 0,0 0 0,0 0 0,0 0 0,0 0-1,0 0 1,0 0 0,0 1 0,0-1 0,0 0 0,0 0 0,0 0 0,0 0 0,0 0 0,-1 0 0,1 0 0,0 0-1,0 0 1,0 1 0,0-1 0,0 0 0,0 0 0,0 0 0,0 0 0,0 0 0,0 0 0,0 0 0,0 0-1,0 0 1,0 0 0,-1 0 0,1 0 0,0 0 0,0 1 0,0-1 0,0 0 0,0 0 0,0 0 0,0 0 0,-1 0-1,1 0 2,0 0-1,0-1 1,-1 1-1,1 0 0,0 0 1,-1 0-1,1 0 1,0 0-1,-1 0 0,1 0 1,0 0-1,0 1 0,-1-1 1,1 0-1,0 0 1,-1 0-1,1 0 0,0 0 1,0 0-1,-1 1 1,1-1-1,0 0 0,0 0 1,-1 0-1,1 1 0,0-1 1,0 0-1,0 0 1,-1 0-1,1 1 0,0-1 1,0 0-1,0 1 1,0-1-1,0 0 0,0 0 1,-1 1-1,1-1 0,0 1 0,-1 0-1,1-1 0,-1 1 0,1-1 0,-1 1 0,1-1 0,-1 1 0,0-1 1,1 1-1,-1-1 0,0 1 0,1-1 0,-1 0 0,0 1 0,1-1 1,-1 0-1,0 0 0,0 0 0,1 0 0,-1 1 0,0-1 0,-1 0 0,-2 1-9,1 11-25,-1-8 21,4-4-70,-1 1 1,1 0-1,-1-1 0,1 1 1,-1 0-1,1-1 1,-1 1-1,1 0 1,0 0-1,-1-1 0,1 1 1,0 0-1,0 0 1,0 0-1,-1-1 0,1 1 1,0 0-1,0 0 1,0 1-1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4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1 912,'0'0'691,"-2"0"-175,-6 0-155,7 0 523,-1 0-802,-6 0 11,7 0 564,-1 0-437,1-1-207,1 1 0,0 0 0,0 0 0,-1 0 0,1 0 0,0 0 0,-1 0 0,1 0 0,0 0 0,-1 0 0,1 0 0,0 0 0,0 0 0,-1 1 0,1-1-1,0 0 1,-1 0 0,1 0 0,0 0 0,0 0 0,-1 1 0,1-1 0,0 0 0,0 0 0,-1 0 0,1 1 0,0-1 0,0 0 0,0 0 0,0 1 0,-1-1 0,1 0-1,0 0 1,0 1 0,0-1 0,0 0 0,0 1 0,0-1 0,3 1 263,4 1 491,-7-2-758,0 0-1,0 0 1,0 0-1,1 0 1,-1 0-1,0 0 1,0 0-1,0 0 1,0 1-1,0-1 1,0 0 0,0 0-1,0 0 1,0 0-1,0 0 1,0 0-1,0 0 1,0 0-1,0 0 1,0 1-1,0-1 1,0 0 0,0 0-1,0 0 1,0 0-1,0 0 1,0 0-1,0 0 1,0 0-1,0 0 1,0 1 0,0-1-1,0 0 1,0 0-1,0 0 1,0 0-1,0 0 1,0 0-1,0 0 1,0 0-1,0 0 1,0 1 0,0-1-1,-1 0 1,1 0-1,0 0 1,0 0-1,0 0 1,0 0-1,0 0 1,0 0-1,0 0 1,0 0 0,0 0-1,0 0 1,-1 0-1,1 0 1,0 0-1,0 0 1,0 0-1,0 0 1,-8 1 212,7-1 189,1 0-399,0 1 1,0-1 0,0 0-1,0 0 1,0 0 0,0 1-1,0-1 1,0 0 0,0 0-1,0 0 1,0 0 0,0 1-1,0-1 1,0 0 0,0 0-1,0 0 1,0 1 0,0-1-1,0 0 1,0 0 0,0 0-1,-1 0 1,1 1 0,0-1-1,0 0 1,0 0 0,0 0-1,0 0 1,0 0 0,0 1-1,-1-1 1,1 0 0,0 0-1,-4 3 106,-1-1 155,5-11 379,0 8-603,0 0 557,-2 1-265,-7 0 3091,7 0-2933,2 0-461,-1 0 0,1 0 1,0 0-1,-1 0 0,1 0 0,0 0 0,-1 0 0,1 0 0,0 0 0,0 0 0,-1 0 1,1 0-1,0 0 0,-1 0 0,1 0 0,0 1 0,-1-1 0,1 0 0,0 0 1,0 0-1,-1 0 0,1 0 0,0 1 0,0-1 0,0 0 0,-1 0 0,1 1 0,0-1 1,0 0-1,0 0 0,-1 1 0,1-1 0,0 0 0,0 0 0,0 1 0,0-1 0,0 0 1,0 1-1,0-1-15,0-1 0,-1 1 1,1 0-1,0 0 0,0-1 1,0 1-1,0 0 0,0-1 0,0 1 1,-1 0-1,1 0 0,0-1 1,0 1-1,0 0 0,-1 0 1,1 0-1,0-1 0,0 1 1,-1 0-1,1 0 0,0 0 1,0 0-1,-1-1 0,1 1 0,0 0 1,0 0-1,-1 0 0,1 0 1,0 0-1,-1 0 0,1 0 1,0 0-1,-1 0 0,1 0 1,0 0-1,-1 0 0,1 0 0,0 0 1,-2 0 373,0-7 3006,1 7-3404,1 0 8,-1 0 1,1 0 0,0 0 0,0 0-1,-1 0 1,1 0 0,0 0-1,0 0 1,-1 0 0,1 0 0,0 0-1,0 0 1,-1 0 0,1 0-1,0 0 1,0 0 0,-1 1-1,1-1 1,0 0 0,0 0 0,-1 0-1,1 0 1,0 0 0,0 1-1,0-1 1,-1 0 0,1 0 0,0 0-1,0 1 1,0-1 0,0 0-1,-1 0 1,1 0 0,0 1-1,0-1 1,0 0 0,0 0 0,0 1-1,0-1 1,0 0 0,0 1-1,0-1 1,0 1 319,0 7-90,0-7-235,0-1 0,0 0 0,0 0 0,0 0 0,0 1 0,0-1 0,0 0 0,-1 0 0,1 0 0,0 1 0,0-1 0,0 0 0,0 0 0,0 0 0,0 1 0,0-1 0,0 0 0,-1 0 1,1 0-1,0 1 0,0-1 0,0 0 0,0 0 0,-1 0 0,1 0 0,0 0 0,0 0 0,0 0 0,-1 1 0,1-1 0,0 0 0,0 0 0,0 0 0,-1 0 0,1 0 0,0 0 0,-1 0 0,1 0-1,0 0 0,-1 0 1,1 0-1,0 0 0,0 0 0,-1 0 1,1 0-1,0 1 0,0-1 1,0 0-1,-1 0 0,1 0 0,0 0 1,0 0-1,-1 1 0,1-1 1,0 0-1,0 0 0,0 0 0,0 1 1,0-1-1,-1 0 0,1 0 1,0 1-1,0-1 0,0 0 0,0 0 1,0 1-1,0-1 0,0 0 0,0 0 1,0 1-1,0-1 0,0 0 1,0 1-1,0 0 2,0-1 0,0 1 0,0 0 0,0 0 1,0 0-1,0 0 0,0-1 0,0 1 0,-1 0 0,1 0 1,0-1-1,0 1 0,-1 0 0,1 0 0,0-1 0,-1 1 0,1 0 1,-1-1-1,1 1 0,-1 0 0,1-1 0,-1 1 0,0-1 0,1 1 1,-1-1-1,0 1 0,0-1 0,1 1 0,0-1-1,0 0 1,0 0 0,-1 0 0,1 0 0,0 1 0,0-1-1,0 0 1,0 0 0,0 1 0,-1-1 0,1 0 0,0 0-1,0 0 1,0 1 0,0-1 0,0 0 0,0 0-1,0 1 1,0-1 0,0 0 0,0 0 0,0 1 0,0-1-1,0 0 1,0 0 0,0 1 0,0-1 0,0 0 0,1 1-1,-1-1 1,0 0-1,0 1 1,0-1-1,0 0 1,0 0-1,0 1 1,0-1-1,0 0 1,0 0-1,0 1 1,1-1 0,-1 0-1,-1 1 1,1-1-1,0 0 1,0 0-1,0 1 1,0-1-1,0 0 1,0 1-1,0-1 1,0 0-1,0 0 1,0 1-1,-1-1 1,1 0-1,0 0 1,0 0-1,0 1 1,-1-1-1,1 0 1,-1 0-2,1 0 1,0 0 0,-1 1 0,1-1-1,-1 0 1,1 0 0,0 0 0,-1 0-1,1 0 1,-1 1 0,1-1 0,0 0-1,-1 0 1,1 1 0,0-1 0,-1 0-1,1 1 1,0-1 0,0 0 0,-1 1-1,1-1 1,0 0 0,0 1 0,-1-1 0,1 0-1,0 1 1,0-1 0,0 1 0,0-1-1,0 0 1,0 1 0,0-1 0,0 1-1,0-1 1,0 1 0,0 0 0,0 0-5,-2-1-5,1 0 11,1 0 0,-1 0 0,1 0 0,-1 0 0,1 0 0,-1 1 0,1-1-1,0 0 1,-1 0 0,1 0 0,-1 1 0,1-1 0,-1 0 0,1 1 0,0-1 0,-1 0 0,1 1 0,0-1 0,-1 0 0,1 1 0,0-1 0,-1 1 0,1-1 0,0 0 0,0 1 0,0-1 0,-1 1-1,1-1 1,0 1 0,0-1 0,0 1 0,0-1 0,0 1 0,0-1 0,0 1 0,0-1 0,0 1 0,0-1 0,0 1 0,0-1 0,0 1 0,0 5 41,-3-3-26,2-3-13,1 0 0,-1 1-1,1-1 1,-1 1 0,1-1 0,0 0-1,-1 1 1,1-1 0,0 1-1,-1-1 1,1 1 0,0-1-1,0 1 1,-1-1 0,1 1-1,0-1 1,0 1 0,0 0 0,0 0 218,-1 7-328,0 4 48,1-12 65,-1 0-1,1 0 0,0 0 0,-1 0 1,1 0-1,0 1 0,-1-1 1,1 0-1,0 0 0,-1 1 1,1-1-1,0 0 0,0 0 1,-1 1-1,1-1 0,0 0 0,0 0 1,-1 1-1,1-1 0,0 0 1,0 1-1,0-1 0,0 0 1,0 1-1,-1-1 0,1 1 1,0-1-1,0 0 0,0 1 0,0 0 13,0 0 0,0 1 0,0-1 0,0 0 0,-1 0 0,1 0 0,0 0-1,-1 1 1,1-1 0,-2 2 0,0 0 13,1-1-16,0-1 1,0 1-1,0 0 0,1-1 1,-1 1-1,0 0 0,1 0 0,0-1 1,-1 1-1,1 0 0,0 2 0,-1 0 17,1 0-1,-1 0 1,0 0 0,0 0-1,0 0 1,-1 0-1,-2 6 1,2-6-9,0-1-1,1 1 1,-1 0 0,1-1-1,0 1 1,0 0 0,0 6-1,1-5 3,-1-1 0,0 1-1,0-1 1,0 1-1,0-1 1,0 0 0,-1 1-1,-2 3 1,-4 12 72,-3 19 33,7-4-7,-4-14-38,6-17-70,0 1 1,0 0 0,1 0 0,-1 1-1,1-1 1,0 0 0,0 8 0,1-12-15,0 0 0,0 0 1,0-1-1,-1 1 0,1 0 0,0 0 1,0-1-1,0 1 0,-1 0 0,1-1 1,0 1-1,-1 0 0,1-1 0,-1 1 1,0 0-1,0 0 4,1 0 0,-1 0 0,1-1-1,-1 1 1,1 0 0,-1 0 0,1 0 0,-1 0 0,1 0 0,0 0 0,-1 0 0,1 0 0,0 0 0,0 0 0,0 0 0,0 1-1,0-57-2291,0 53 1960,0 0 1,1 0-1,-1 0 0,0 0 0,1 0 0,0 0 0,-1 0 1,1 0-1,2-3 0,3-8-1981,11-22-3073,-3 8 710,-3 0 914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497 178 1712,'-1'-1'139,"0"0"-1,0-1 1,0 1 0,0-1-1,0 1 1,0-1 0,1 1-1,-1-1 1,1 1-1,-1-1 1,1 0 0,0 1-1,0-1 1,-1 0 0,1-1-1,-3-20 980,1 17-912,0 2-49,1-1 0,0 1 0,0 0-1,0-1 1,0-6 0,1 10-116,0 0-1,-1 0 1,1 0 0,0 0-1,0 0 1,0 0-1,-1 0 1,1 0 0,-1 0-1,1 0 1,-1 0-1,1 0 1,-1 0 0,-1-2-1,2 3 4,-1-1 0,1 1 0,-1-1 0,1 0 0,0 1 0,-1-1 0,1 0 0,0 1 0,0-1 0,-1 0 0,1 1 0,0-1-1,0 0 1,0 0 0,-1 0-5,1 0 0,-1 1 0,1-1 0,0 1-1,-1-1 1,0 1 0,1-1 0,-1 1 0,1-1 0,-1 1-1,1 0 1,-1-1 0,0 1 0,1 0 0,-2-1-1,1 1 51,-2-2 62,0 1-1,0-1 1,-1 1-1,1 0 1,0 0-1,0 1 1,-1-1-1,1 1 1,0-1-1,-1 1 0,1 0 1,-1 0-1,-5 1 1,-3 2 334,-1-1-1,-13 6 1,19-6-287,-80 32 2527,55-19-1827,28-14-810,1 1-1,-1-1 0,1 1 0,0 1 0,0-1 0,0 0 0,-3 3 1,-13 10 285,17-14-344,-1 1 31,0-1 0,1 1 1,-1 0-1,0 0 0,1 0 0,-1 1 1,1-1-1,0 1 0,-4 4 1,-20 25 574,21-26-490,0 0 0,0 0 0,0 0 0,-4 8 0,-10 19 317,12-21-379,0-1 1,1 1 0,0 1-1,1-1 1,0 1-1,-4 18 1,7-16-37,1-5-12,-1-1 0,0 1 0,-4 9 0,2-3 1,1 0-1,0 1 0,2-1 1,-1 0-1,2 1 0,2 18 1,-2 3 22,0-13-23,-1-8-17,1 0 1,1 0-1,1 0 0,0 0 1,5 18-1,3 15 40,-7-33-16,6 25 1,35 81 201,-41-116-225,0-1 0,1 0 1,-1 0-1,8 8 0,9 16 85,-14-20-59,0 0-1,1 0 1,0-1 0,13 13-1,-15-17-17,1-1 0,-1 1 0,1-1 0,0 0-1,1 0 1,-1-1 0,1 0 0,-1 0 0,1 0-1,7 1 1,-5-2 19,0 0 0,0 0 0,0-1 0,1 0 0,-1-1 0,0 0 0,15-2 0,-14-1 10,-1 0 1,1 0-1,-1-1 0,0 0 1,0-1-1,-1 0 0,1 0 0,-1-1 1,0 0-1,13-13 0,24-34 126,-25 32-110,-1-1 0,-1-1 0,23-40 0,-25 37-2,-9 15-1,12-23 0,-11 15-8,18-39 141,-17 40-107,-2 0-1,9-33 1,-2 3 36,-3 20-64,9-34 72,-9 18 30,-3-1 0,-1 0 0,0-67 0,-8 95 44,0 0 1,-7-27-1,5 33-96,1 3-58,0 0 1,-1 1 0,0-1-1,-1 1 1,0 0 0,0 0-1,0 0 1,-1 1-1,0-1 1,0 1 0,-1 0-1,1 1 1,-1-1 0,-1 1-1,-9-6 1,0 0-22,-2 1 0,0 0-1,0 2 1,-37-13 0,8 8-555,-81-10-1,94 18-462,29 4 614,-1 1 0,1 0 0,0 1 1,0-1-1,-1 1 0,-7 2 0,-17 6-4396,28-8 4051,1-1 208,-1 1 1,1-1-1,-1 1 1,1-1-1,0 1 1,0 0-1,-1 0 1,1 0-1,0 0 1,0 0-1,0 0 1,0 0 0,0 0-1,0 0 1,0 0-1,1 0 1,-1 1-1,0-1 1,1 0-1,-1 1 1,0-1-1,0 3 1,1-3 328,-9 13-4015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7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2962 1348,'-11'0'3429,"9"0"-3008,2 0-404,-1 0 0,1 0 1,0 0-1,0 0 0,-1 0 0,1 0 0,0 0 0,-1 0 0,1 0 0,0 0 0,-1 0 0,1 0 0,0 0 0,0 0 0,-1-1 0,1 1 0,0 0 0,-1 0 0,1 0 0,0 0 0,0 0 0,-1-1 0,1 1 0,0 0 0,0 0 0,0-1 0,-1 1 0,1 0 0,0 0 0,0-1 0,0 1 0,0 0 0,-1 0 0,1-1 0,0 1 0,0 0 0,0 0 0,0-1 0,0 0 249,0-7 889,0 7-1134,0 1 0,0 0-1,0 0 1,0-1 0,0 1 0,0 0-1,0 0 1,-1-1 0,1 1 0,0 0-1,0 0 1,0-1 0,0 1-1,0 0 1,-1 0 0,1 0 0,0-1-1,0 1 1,0 0 0,-1 0-1,1 0 1,0 0 0,0-1 0,0 1-1,-1 0 1,1 0 0,0 0-1,0 0 1,-1 0 0,1 0 0,0 0-1,0 0 1,-1 0 0,1 0-1,0 0 1,-1 0 0,1 0 0,0 0-1,0 0 1,-1 0 0,1 0 0,0 0-1,-1 0-25,1 0 16,0 0 0,-1 0 0,1 0 0,0 0-1,0 0 1,0 0 0,0 0 0,0 0 0,0 0-1,0 0 1,0 0 0,0 0 0,-1 0 0,1-1-1,0 1 1,0 0 0,0 0 0,0 0-1,0 0 1,0 0 0,0 0 0,0 0 0,0 0-1,0 0 1,0 0 0,0-1 0,0 1 0,0 0-1,0 0 1,0 0 0,0 0 0,0 0 0,0 0-1,0 0 1,0 0 0,0 0 0,0-1 0,0 1-1,0 0 1,0 0 0,0 0 0,0 0-1,0 0 1,0 0 0,0 0 0,0-1 1,0 1 0,0 0 0,0 0 0,0 0 0,0 0 0,0 0 0,0 0 0,0 0 0,0 0-1,0 0 1,0-1 0,0 1 0,0 0 0,0 0 0,0 0 0,0 0 0,0 0 0,0 0 0,0 0 0,0 0 0,0-1 0,0 1 0,0 0 0,0 0 0,0 0 0,0 0 0,0 0 0,0 0 0,0 0 0,0 0 0,-1 0 0,1 0 0,0 0 0,0-1 0,0 1 0,0 0 0,0 0-1,0 0 1,0 0 0,0 0 0,0 0 0,0 0 0,-1 0 0,1 0 0,0 0 0,-1 0-36,1 0 58,0 0 1,-1 0-1,1 0 0,0 0 0,0 0 0,-1 0 1,1 0-1,0 0 0,0 0 0,-1 0 0,1 0 1,0 0-1,0 0 0,-1 0 0,1 0 0,0 0 0,0 0 1,-1 0-1,1 0 0,0 0 0,0-1 0,-1 1 1,1 0-1,0 0 0,0 0 0,0 0 0,-1-1 0,1 1 1,0 0-1,0 0 0,0-1 0,0 1 0,0 0 1,-1 0-1,1 0 0,0-1 0,0 1 0,0 0 1,0-1-1,0 1 0,0 0 0,0-2 1121,0 2-1124,0 0 0,0 0 0,0 0 0,0-1 0,0 1 0,0 0 0,0 0 0,0 0 0,0-1 0,0 1 1,0 0-1,0 0 0,0 0 0,0 0 0,0-1 0,0 1 0,0 0 0,0 0 0,0 0 0,0-1 0,0 1 0,0 0 0,0 0 0,0 0 0,-1 0 0,1 0 0,0-1 0,0 1 0,0 0 0,0 0 0,0 0 0,-1 0 0,1 0 1,-4-3 80,4 3-46,0 0 0,-1 0 1,1 0-1,0-1 0,-1 1 0,1 0 0,0 0 1,-1-1-1,1 1 0,0 0 0,0 0 0,-1-1 0,1 1 1,0 0-1,0-1 0,-1 1 0,1 0 0,0-1 1,0 1-1,0-1 0,0 1 0,0 0 0,0-1 1,-1 1-1,1-1 0,0 1 0,0 0 0,0-1 0,0 1 1,1-1-1,-1 1 0,0 0 0,0-1 0,0 1-42,0-1-1,0 1 1,0 0-1,0 0 1,0-1-1,0 1 0,-1 0 1,1 0-1,0 0 1,0-1-1,0 1 1,0 0-1,0 0 0,0 0 1,-1 0-1,1-1 1,0 1-1,0 0 1,0 0-1,0 0 0,-1 0 1,1 0-1,0 0 1,0 0-1,0-1 1,-1 1-1,1 0 0,0 0 1,0 0-1,-1 0 1,1 0-1,0 0 1,-1 0-1,1 0-1,0 0 0,0 0 0,0 0 0,-1 0 0,1 0 1,0 0-1,0 0 0,-1 0 0,1 0 0,0 0 0,0 0 0,0 0 0,-1 0 0,1-1 0,0 1 0,0 0 0,0 0 1,0 0-1,-1 0 0,1 0 0,0-1 0,0 1 0,0 0 0,0 0 0,0 0 0,-1-1 0,1 1 0,0 0 0,0 0 1,0 0-1,0-1 0,0 1 0,0 0 0,-1-2 58,1 0 1,-1 0-1,1 0 0,-1 0 1,0 0-1,0 1 0,0-1 1,0 0-1,0 1 0,0-1 1,-1 0-1,1 1 0,0 0 1,-1-1-1,1 1 0,-1 0 1,0 0-1,1 0 0,-3-1 1,-13-13 325,4-4 67,-9-9-76,17 22-324,0 0-1,1 0 1,0 0-1,-7-13 1,9 14-35,-1-8 84,2 4-65,-1 5-38,1 0 0,-1-1 0,1 1 0,0 0 0,0-1 0,1 1 0,-1-1 0,1 1 0,0-6 1,0-8 3,2 0 0,5-33 1,-2 31-4,-3 13-13,0-1-1,0 0 0,-1 0 0,0-12 1,0 11-4,-1 1 1,4-14 0,-2 13-1,0 0 1,0-15-1,-1 8-7,1 0 0,6-29 1,-4 30 0,-1 0 0,1-28 0,-4 31 6,1 0 0,4-15 0,-3 16 2,-1 1 1,1-16-1,-1 3-5,2 0 0,5-26-1,0 0-6,-5 28 4,7-41-26,2-13 2,-2 5 22,7-5 3,19-108 3,-12 31-31,0 14-3,-6 56 24,-15 60 11,-1 4 1,6-24-1,2-14 6,-8 38 4,8-26 0,12-66 14,-18 92-18,3-27-1,4-15 1,33-96 4,-37 134-9,2 1 0,18-35 0,-6 16 3,78-145 18,-85 150 5,-3 9-14,0 8-7,-8 14-8,0-1 1,0 1 0,-1-1-1,0 0 1,4-9 0,-4 5-4,-2 4 1,2 0 1,-1 0-1,0 1 0,1-1 1,2-4-1,9-25-44,-6 13 31,-3-5 5,-3 23 7,1 1 1,-1 0-1,0 0 1,0-1-1,0 1 1,-1 0 0,1-1-1,-1 1 1,1-1-1,-1 1 1,0-1 0,0-4-1,0-1-392,0 18-5113,0 8-1785,0-13 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7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67 133 1816,'-2'0'207,"1"0"1,-1 0-1,1 0 0,-1 0 0,1 0 0,-1 0 0,1-1 1,0 1-1,-1 0 0,1-1 0,-1 1 0,1-1 1,0 0-1,0 1 0,-2-2 0,-26-6 1853,25 2-1204,3 6-834,-6-7 877,6-8-481,1 14-419,0 0 0,0 0 0,1-1 0,-1 1 1,1 0-1,-1 0 0,1 0 0,-1 0 0,1-1 1,0 1-1,0 0 0,-1 0 0,1 0 0,0 0 1,0 1-1,1-2 0,1-1 8,0 1 0,0 0 0,0 0 0,1 0 0,4-2 0,29-9 27,1 2 0,0 2 0,60-7-1,-70 11-43,-11 4 2,0 0 0,20 2 0,-11-1-18,-24 0 22,-2 22 20,1-5-15,-1-9 1,1 0 0,-1-1 1,-1 1-1,-2 11 1,3-17-3,-2 4 8,0 1-1,1-1 1,-1 1-1,1-1 0,1 1 1,-1 0-1,1-1 0,1 1 1,0 8-1,2 3 17,0 0 0,0 35 0,-2-43-18,-1-1-1,5 16 0,-3-15-7,-1-1 0,1 19 0,-1-19-22,0 1 0,1-1 0,0 1 0,4 11 1,2 14-228,-5-23-125,-1 0 0,1 0 0,6 15 0,-7-23 1,0 0 0,0-1 0,0 1 0,0 0 0,1-1 0,-1 1 0,1-1 0,0 0 0,0 0 0,0 0 1,1 0-1,3 2 0,6 3-2263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8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25 1680,'-1'-1'6,"1"1"175,-1 0 0,0-1 0,1 1-1,-1 0 1,1-1 0,-1 1 0,0-1-1,1 1 1,-1-1 0,1 1-1,-1-1 1,1 1 0,0-1 0,-1 1-1,1-1 1,0 1 0,-1-1 0,1 0-1,0 1 1,-1-1 0,1-1 0,0 2-142,0-1 0,0 1 0,0 0 0,0 0 0,0 0 0,0-1 0,-1 1 0,1 0 0,0 0 0,0 0 0,0-1 0,0 1 0,0 0 0,0 0 0,-1 0 0,1 0 0,0-1 0,0 1 0,0 0 0,0 0 0,-1 0 0,1 0 0,0 0 0,0 0 0,0 0 0,-1 0 0,1-1 0,0 1 0,0 0 0,-1 0 0,1 0 0,0 0 0,-1 0 0,1 0 1,0 0 1,0 0-1,0 0 0,-1 0 1,1 0-1,0 0 1,0 0-1,-1 0 1,1 0-1,0 0 0,0 0 1,0 0-1,-1 0 1,1 0-1,0-1 1,0 1-1,0 0 1,0 0-1,-1 0 0,1 0 1,0 0-1,0-1 1,0 1-1,0 0 1,0 0-1,0 0 0,-1-1 1,1 1-1,0 0 1,0 0-1,0 0 1,0-1-1,-1-2 2619,-3 6 352,0-1-3181,0 12 2289,0-5-1729,1 0 1,0 0-1,0 0 1,-2 18-1,2-12 46,-7 24 0,-78 255 1287,66-233-1415,0 1 14,-20 62 270,32-92-461,7-21-50,-10 21 1,3-10-18,1-5-5,1 0 0,1 0 0,-10 34 0,14-36-37,3-8-13,-2-1-1,1 0 1,-1 1-1,-3 6 0,-15 43 28,17-40-18,3-15-17,0-1 0,0 1 0,0 0 0,0 0 0,0-1 0,0 1 0,0 0 0,0 0 0,0-1 0,-1 1 0,1 0 0,0 0-1,-1-1 1,1 1 0,0 0 0,-1-1 0,1 1 0,-1 0 0,1-1 0,-1 1 0,0-1 0,1 1 0,-2 0 0,0 1 11,2 3-5,0-4-19,4-17-8246,12-6 849,-14 19 6124,9-11-2524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9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78 558 1584,'0'-11'682,"0"1"-229,0-1 0,0 0 0,1 1 0,0-1 0,1 1 0,5-19-1,48-108 1135,-48 124-1495,-1 0 0,2 1 0,0 0 0,0 0 0,14-14 0,-4 4-2,41-40 123,-39 42-143,4-3 46,2 1 1,41-28-1,-53 40-57,12-7 84,-25 16-127,1 0 0,-1 1-1,0 0 1,0-1 0,0 1 0,0 0 0,0-1 0,0 1 0,0 0 0,0 0 0,0 0 0,1 0 0,-1 0-1,0 0 1,0 1 0,0-1 0,0 0 0,0 0 0,0 1 0,0-1 0,2 1 0,-3 0 15,1 0 0,-1 1 0,1-1 0,-1 0 0,0 0 0,0 0 0,0 0 0,0 0 0,0 0 0,0 1 0,0-1 0,0 2 0,0 0-7,0 3 79,0 0 1,0 0-1,0 0 1,-1-1-1,0 1 1,0 0-1,0 0 1,-1 0-1,0-1 1,0 1-1,0-1 1,-1 1-1,1-1 1,-5 5-1,-23 32 342,-26 40 30,47-68-432,0 0 0,0 0 0,-19 18 0,11-13-10,-15 23-1,-7 8-6,-47 58-49,32-39 4,18-20 2,20-30 16,-21 36 0,37-54-2,-1 0 0,1 0 0,0 0 0,-1 0 0,1-1 0,0 1 0,0 0 0,0 0 0,-1 0 0,1 0 0,0 0 0,0 0 0,0 0-1,1 0 1,-1 2 0,0-3 2,0 0 0,0 1-1,1-1 1,-1 0 0,0 0-1,0 1 1,0-1 0,0 0-1,1 0 1,-1 1 0,0-1-1,0 0 1,0 0 0,1 0-1,-1 0 1,0 1 0,0-1-1,1 0 1,-1 0 0,0 0-1,0 0 1,1 0 0,-1 0-1,0 0 1,0 1 0,1-1-1,-1 0 1,0 0-1,1 0 1,-1 0 0,0 0-1,1 0 1,-1-1 0,0 1-1,0 0 1,1 0 0,-1 0-1,0 0 1,0 0 0,1 0-1,-1 0 1,0 0 0,0-1-1,1 1 1,-1 0 0,0 0-1,20-14-26,-13 8 21,1 0 1,12-6-1,-7 6 2,1 1 0,-1 0-1,24-5 1,-32 9 3,1 0 0,0 0 1,0 1-1,0 0 1,0 0-1,0 0 0,-1 0 1,1 1-1,0 0 0,0 1 1,5 1-1,28 18 36,-37-20-30,1 1 0,0 0 1,-1 0-1,1 0 1,-1 0-1,0 0 0,0 1 1,0-1-1,0 1 1,2 3-1,0 3 23,-2-5 22,-1-1 0,0 0 0,0 1 0,0-1 0,0 1 0,0 0 0,-1-1-1,1 8 1,-1-9-15,0 0-1,1 0 0,-1 0 0,0 0 0,1 0 0,0 0 0,-1 0 0,3 3 0,-3-3 2,1-1 1,0 1-1,0 0 0,-1 0 1,1 0-1,-1 0 0,1 0 1,-1 3-1,0 85 491,0-90-527,0 1 1,0-1-1,0 1 0,0-1 1,0 1-1,0-1 1,0 0-1,1 1 0,-1-1 1,0 1-1,0-1 1,0 1-1,1-1 0,-1 1 1,0-1-1,0 0 1,1 1-1,-1-1 0,0 0 1,1 1-1,-1-1 1,1 0-1,0 1 0,-1-1 0,0 0 0,1 1 0,-1-1 0,0 0 0,1 1 0,-1-1 0,0 0 0,1 1 0,-1-1-1,0 1 1,1-1 0,-1 0 0,0 1 0,0-1 0,0 1 0,1-1 0,-1 1 0,0-1 0,0 1 0,0-1-1,0 1 1,0-1 0,0 1 0,0 0 0,0-1 0,1 1 0,-1 0-1,0-1 1,0 1 0,1 0 0,-1-1 0,0 1-1,1-1 1,-1 1 0,0-1 0,1 1 0,-1-1 0,1 1-1,-1-1 1,1 0 0,-1 1 0,1-1 0,0 0-1,-1 1 1,1-1 0,-1 0 0,1 1 0,0-1-1,-1 0 1,1 0 0,0 0 0,-1 0 0,1 0-1,0 0 1,24 2-25,-23-2 26,1 0-2,1-1 0,-1 1 0,1-1 0,-1 0 0,0 1 0,0-1 0,1-1 0,2-1 0,7-2-3,3-1-9,29-15 0,-31 14 10,-4 2 1,-1-1 0,0 0 0,13-12 0,-4 4 4,-9 5 1,0 0 1,0-1-1,8-11 0,-8 9 2,0-1 3,-1 0 1,0-1-1,8-18 1,11-18 294,-23 41 170,1 1 0,-1-1-1,5-18 1,0 3 773,-9 23-1160,0-1-1,1 1 1,-1 0 0,0-1 0,0 1 0,0 0-1,0-1 1,0 1 0,0-3 0,0 3-4,-1 0 0,1-1-1,0 1 1,0-1 0,0 1 0,0 0 0,1-1-1,-1 1 1,0 0 0,0 0 0,1-1 0,-1 1 0,1-2-1,1 0 77,0-1 0,-1 0 0,0 0 0,0 0 0,0 0 0,0-1 0,-1 1 0,0 0 0,0-5 0,0 8-137,0 1-1,-1 0 1,1 0 0,-1 0-1,1 0 1,-1-1 0,1 1-1,-1 0 1,1 0 0,-1 0-1,0 0 1,1 0 0,-1 0-1,1 0 1,-1 1 0,1-1 0,-1 0-1,1 0 1,-1 0 0,1 1-1,0 8 132,0-6-139,0 1 1,1-1-1,-2 0 1,1 1-1,0-1 0,-1 0 1,0 5-1,-10 22 326,-9 49 0,7-24-113,-6-8-108,16-30-92,0-8-16,1 1 1,0 0 0,1 0-1,0 11 1,-5-7-20,5-13 5,1-1 0,-1 1 0,1 0 0,0-1-1,-1 1 1,1 0 0,-1-1 0,1 1 0,0 0 0,0 0-1,-1-1 1,1 1 0,0 0 0,0 0 0,0-1 0,0 1-1,0 0 1,0 0 0,0 0 0,0-1 0,0 1 0,0 0-1,0 0 1,1-1 0,-1 2 0,3 2-16,4 2-442,-6-6 381,0 0 0,-1 0 1,1 0-1,0 0 1,0 0-1,-1 0 1,1 0-1,0-1 0,0 1 1,-1 0-1,1-1 1,0 1-1,-1 0 1,1-1-1,0 0 1,17-8-1244,-14 8 812,-1-1 0,1 1 0,-1-1 0,0 0 0,0 0 1,0 0-1,0-1 0,0 1 0,4-5 0,24-27-5978,-19 13 2715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19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13 144 1932,'0'-9'921,"-1"1"1,0-1-1,-1 0 0,-3-11 1,3 10-298,1 0-1,1 0 1,-1 0 0,2-15 0,0 2 192,-1 22-782,0 16-860,0 67-5946,0-62 4266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20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649 590 108,'-2'-1'385,"1"-1"0,0 1 0,-1-1 0,1 0 0,0 1 0,0-1 0,0 0 0,0 0 0,0 0 0,0 0 0,0 1 0,1-1 0,-1-3 0,-4-8 919,4 12-1143,1 0 0,-1-1 0,1 1 1,0 0-1,-1 0 0,1 0 0,0-1 0,0 1 0,0 0 1,0-1-1,0-1 0,-1-7 662,-3 3-78,0 1 0,0 0-1,0 0 1,-1 1 0,0-1 0,-9-6 0,13 11-666,0 1 1,-1-1-1,1 1 1,0 0 0,0-1-1,-1 1 1,1 0-1,0 0 1,0 0 0,-1 0-1,1 0 1,0 0-1,-2 1 1,-2-1 146,2 1-168,-1-1 0,0 1 1,1-1-1,-1 1 0,1 0 0,0 0 1,-1 0-1,1 1 0,0-1 1,-5 4-1,-28 22 95,28-20-145,3-2-15,1 0 1,0 0 0,0 0-1,0 1 1,1-1-1,-1 1 1,1 0-1,-2 7 1,-5 7-3,6-13 4,2-3 6,-1 0 0,1 0 0,0 1 0,0-1 0,1 1 0,-1-1 0,1 1 0,0-1 0,0 1 0,0 6 0,1-6 2,0-1 0,-1 1 0,0 0 0,-2 7 0,1-8-3,1 1-1,0 0 0,0-1 0,0 9 0,-6 22-18,14-2-13,-7-32 31,0 0-1,0 0 0,0 0 1,0 0-1,1-1 1,-1 1-1,0 0 0,0 0 1,1 0-1,-1 0 0,0-1 1,1 1-1,-1 0 1,1 0-1,-1-1 0,1 1 1,-1 0-1,1 0 1,-1-1-1,1 1 0,0-1 1,-1 1-1,1-1 0,1 2 1,7 6-27,-8-7 25,0-1 1,0 1 0,0 0-1,0 0 1,0 0 0,0-1 0,0 1-1,0-1 1,0 1 0,1-1 0,-1 1-1,0-1 1,0 0 0,0 1 0,1-1-1,-1 0 1,0 0 0,0 0 0,1 0-1,-1 0 1,0 0 0,0 0 0,1-1-1,-1 1 1,0 0 0,0-1 0,2 0-1,1-1 8,0 1 0,0-1 0,0-1 0,0 1 0,0 0 0,-1-1 0,4-3 0,5-7 16,0-1 0,-2 0 1,15-24-1,-18 28-23,-4 4 2,0 0 1,-1 0-1,0 1 1,3-13-1,4-9 89,-7 22 265,0-1 1,-1 1-1,1-1 0,-1 0 1,-1 0-1,1 1 0,-1-12 0,1 31-86,-1 0-1,-3 21 1,-3-9-144,-8 25 84,-1 17-35,0-23-76,-37 70-1,24-56-61,-38 78 90,11-30-75,32-64-51,-40 60-30,39-58-28,-1-1 1,-36 44 0,40-57 27,17-25 24,-1 0 0,1 1 0,-1-2-1,-10 11 1,13-14 9,-1 0-6,1 0 1,0 0-1,0 0 0,-1-1 1,1 1-1,-1-1 1,0 1-1,-4 1 0,6-3 2,0 0 0,-1 0-1,1 0 1,-1-1 0,1 1 0,0 0-1,-1 0 1,1-1 0,-1 1-1,1-1 1,0 1 0,0-1-1,-1 0 1,1 1 0,0-1-1,0 0 1,0 0 0,0 0 0,0 0-1,-2-2 1,1 1 2,0 0 0,0-1 0,0 1 0,0-1 0,0 1 0,1-1 0,-1 0 0,1 1 0,0-1 0,0 0 0,0 0 0,0 0 0,0-4 0,0-4 10,0 1 0,1-18 0,1 8 5,0 7-14,0 0-1,1-1 1,1 1-1,0 0 0,1 0 1,0 1-1,1-1 1,11-20-1,0 4-8,2 1 0,30-38 0,9-6-128,4 2-1,84-75 1,-123 125 13,18-23 0,-21 22-5,21-18 1,-11 12-110,33-41 1,-10 10 58,-33 36 162,-1-1-1,17-27 0,14-19 169,-40 55-137,0 0-1,0-1 1,-2 0 0,9-22 0,0 0-12,-7 7 4,-7 23-4,0 0 1,0 0-1,5-9 0,-6 12 0,1 0 1,-1 1-1,0-1 1,0 1-1,0-1 0,0 0 1,0-7-1,3-14 16,-2 16-13,0 3-3,-1 1-1,0-1 1,0 1-1,0-1 1,0-6-1,-1 8 3,0 1 0,1-1-1,-1 1 1,1 0-1,2-5 1,-2 4 5,0 1 0,0-1 0,0 0 0,0 1 0,0-7 0,-1-7 66,0 16-84,0 2 10,0 9 71,-1-7-23,1 0 1,0 0-1,-1-1 1,0 1 0,0 0-1,0 0 1,-1 3 0,-4 9 145,-21 53 326,1-5-133,-18 65-43,40-120-331,1 1 0,-10 13-1,9-16-9,1-1-1,0 1 0,0-1 0,1 1 1,0 0-1,0 0 0,-1 6 0,0 4 5,2-8-6,0 0 1,-1 0 0,-4 13 0,-8 11-8,6-13-8,0-1 0,-4 22 0,8-25-28,1 1-1,0 0 0,0 26 1,5-26-170,-2-16 195,1 0 0,-1 1 0,0-1 1,0 0-1,0 0 0,0 1 0,1-1 0,-1 0 0,0 1 1,0-1-1,1 0 0,-1 0 0,0 0 0,1 1 1,-1-1-1,0 0 0,0 0 0,1 0 0,-1 0 0,0 1 1,1-1-1,-1 0 0,1 0 0,1 0-28,-1-1 0,1 1 0,0-1 0,-1 0 0,1 1 0,0-1 0,-1 0 0,1 0 0,-1 0 0,0 0 0,1 0 0,-1 0 0,0 0 1,2-2-1,27-24-331,-12 11 124,33-36-1,70-87-11,-99 116 243,-12 15 16,-1-2 0,-1 1-1,0-1 1,12-18-1,-19 26 4,1-3 3,1 1 0,-1-1-1,1 1 1,0 0 0,5-5-1,2-6 39,-9 14-35,-1 0 0,1 0 1,-1-1-1,1 1 0,0 0 0,0 0 1,-1 0-1,1 1 0,0-1 1,2-1-1,-1-4 371,-3 13-202,-4 13-63,4-17-92,0 1-1,0-1 1,0 0-1,1 0 1,-2 7-1,2-7-7,-1 1 0,0 0 0,0 0 0,0-1 0,-1 1 0,1 0 1,-1-1-1,0 0 0,0 1 0,0-1 0,-5 5 0,4-4-6,0 0 0,0 1 0,1-1 1,-1 0-1,-3 10 0,5 1 4,1-13-8,0 0 0,0 0-1,0 0 1,0 1 0,-1-1 0,1 0 0,-1 2 0,-2 3 0,1 0 0,1 0 0,-1 1 1,1-1-1,1 0 0,-1 0 0,2 13 0,-2-11-8,1-8-3,0 1-1,0 0 0,0 0 0,0 0 0,0-1 0,0 1 1,1 0-1,-1 0 0,2 2 0,-1-3 7,-1 0-1,1 0 1,0 0 0,0 0-1,0 0 1,0 0 0,0-1 0,0 1-1,0 0 1,0-1 0,0 1-1,0-1 1,1 1 0,-1-1-1,0 0 1,0 1 0,1-1-1,0 0 1,12 3-39,-1-1 1,0 0 0,1-2-1,-1 1 1,1-1-1,15-3 1,-13 0-122,-1 0 0,0-1-1,0-1 1,-1 0 0,1-1 0,-1-1 0,0 0 0,-1-1 0,0 0 0,0-1-1,15-14 1,-21 17 112,5-3-28,0-2 1,0 0-1,-1 0 1,0-1-1,12-18 1,-12 13 43,24-34-24,-21 31 57,-1 1 0,0-2 0,9-22 0,-9 17 67,-7 16 18,-1 0 0,0 0 0,-1-1 0,0 0 1,3-14-1,-7 24-77,5-31 708,3-59 1,-8 80-545,0-1-1,1 0 1,1 0-1,4-16 1,-5 23-99,0 1 1,-1 0 0,1-1 0,-1 1 0,0-1 0,-1 1 0,1 0-1,-1-1 1,1 1 0,-1 0 0,0-1 0,-1 1 0,-2-7 0,3 10-34,1-1 0,-1 1 1,1 0-1,-1-1 1,1 1-1,0-1 1,0 1-1,0-1 0,0 1 1,0-1-1,0 1 1,0-3-1,1-2 143,-5 7-117,4-1-63,0 0 0,-1 0 0,1 0 0,0 0 0,-1 1 0,1-1 0,0 0 0,-1 0-1,1 0 1,0 0 0,0 0 0,-1 0 0,1 0 0,0 1 0,-1-1 0,1 0 0,0 0 0,0 0 0,0 1 0,-1-1 0,1 0 0,0 0-1,0 1 1,0-1 0,-1 0 0,1 1 0,0-1 0,0 1 0,-1 2-1,1 0 1,-1-1-1,0 1 0,0 0 1,0 0-1,0 0 0,0 0 0,-1-1 1,1 1-1,-1-1 0,0 1 1,-2 1-1,-11 20 31,-4 8 41,14-25-40,0-1-1,1 1 0,0 0 1,-3 10-1,0-1 78,-12 23-1,10-22 19,-11 28 0,16-35-88,-1 0 0,-7 12 0,6-11-5,0 0-1,-5 14 1,-33 69 105,31-63-106,9-20-18,-1 0-1,-4 19 1,7-18-9,-2 4-4,1 1 1,-1 26-1,4-39-5,0 0-1,1 0 1,-1 0-1,1 0 1,0 0-1,0 0 1,0-1-1,3 8 1,-4-10 1,4 10-16,-4-10 13,0 0 1,1 0 0,-1 0-1,0 0 1,1 0 0,-1 0-1,0 0 1,1 0 0,-1 0-1,1 0 1,0 0 0,-1 0-1,1 0 1,0 0 0,0-1-1,-1 1 1,1 0 0,0 0-1,0-1 1,0 1 0,0-1-1,0 1 1,0-1 0,0 1-1,0-1 1,0 0 0,1 1-1,4 0-87,0-1 0,0 1-1,0-1 1,0 0-1,-1 0 1,1-1 0,0 0-1,0 0 1,0-1-1,-1 1 1,9-5-1,-4 3-135,5-2-711,-1-1 0,0-1-1,-1-1 1,1 0 0,-1 0 0,12-11-1,-19 13-222,0 1 0,-1-1 1,1 0-1,6-9 0,1-2-1799,7-4-578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2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67 234 308,'-64'0'8082,"62"-2"-6575,5-2-669,5-3-340,-8 6-477,90-52 588,-70 42-598,1 1 1,0 1-1,44-12 0,-5 2-229,112-42-2986,-134 51 1642,-31 8 924,0 1 0,0-1 0,13-6 0,2-4-1466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21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484 193 1080,'1'-2'201,"0"0"0,0 0 0,0 0 0,0 0 0,0 0 0,0 0 0,0 0 0,-1 0 0,1 0 0,-1 0 0,1 0 0,-1 0 0,0 0 0,0-1 0,0 1 0,0 0 0,0 0 0,0 0 0,-1 0 0,1-1 0,-1 1 0,1 0 0,-3-4 0,2 2 152,0 0-1,0 0 0,0 0 0,0-9 0,0 10-110,1-1 0,-1 1 0,0 0-1,1-1 1,-1 1 0,-1 0-1,-1-6 1,-1 0 343,2 5-358,-1 1 0,1-1 0,-1 1 0,1 0 0,-1 0 0,0 0 0,0 0 0,-1 0 0,1 1 0,-1-1 0,1 1 0,-1 0 0,0 0 0,1 0 0,-1 0 1,0 1-1,-6-2 0,2 4-15,0-1 0,1 2 0,-1-1 0,1 1 1,0 0-1,-1 0 0,1 1 0,0 0 0,0 1 1,1-1-1,-1 1 0,1 1 0,0-1 0,0 1 0,-10 10 1,-30 39 397,45-53-604,-10 10 110,0 0 0,1 1-1,-10 15 1,-12 14 80,24-33-162,1 1 1,1 0 0,-1 0 0,-8 19 0,7-9-2,0-1-79,-11 20 0,8-14 38,1-1 0,1 1 0,-9 36-1,11-35 27,0 4 135,-3 29-1,7-41-102,2-3-31,1 0 0,0-1 0,1 1 0,0 0 0,1-1 0,6 21-1,-7-30-16,0 0-1,1 0 1,-1 0-1,1-1 0,0 1 1,0 0-1,0-1 1,1 1-1,-1-1 1,1 0-1,0 0 0,0 0 1,0 0-1,0 0 1,0-1-1,1 1 0,-1-1 1,1 0-1,4 2 1,-4-2-1,1 0 0,0-1 0,0 1 0,-1-1 0,1 0 0,0 0 0,0-1 0,0 0 0,0 0 0,0 0 0,0 0 0,0-1 0,0 1 0,0-1 0,10-4 0,22-6-1,-26 8-4,0-1 1,0 0-1,0 0 0,16-10 0,15-11-29,27-18-23,-31 16 28,-1-1 0,40-41-1,-58 50 25,1-1 0,0-1 0,-2-1 0,26-39 0,35-92 57,-68 129-43,-5 11-2,0 0-1,0-1 1,5-23-1,-9 24 3,0 5 5,-1 0 1,1 0 0,4-11-1,-3 9 65,0-1 0,-1 1 0,0-1 1,-1 1-1,-1-1 0,0-18 0,0 19 38,0 9-97,0 0 0,0 0 0,0 0 0,0 1 0,-1-1 0,1 0 0,0 0 0,0 0-1,-1 0 1,1 0 0,-1 1 0,1-1 0,-1 0 0,1 0 0,-1 0 0,0 0-2,0 1-1,1-1 1,-1 0-1,1 0 1,0 1-1,-1-1 1,1 0-1,-1 0 1,1 1-1,0-1 1,0 0-1,0 0 1,-1 0-1,1 0 1,0 0-1,0 0-6,-1 1 0,1 0-1,-1 0 1,1 0 0,-1 0-1,1-1 1,-1 1 0,1 0-1,-1 0 1,1 0 0,-1 0-1,1 0 1,-1 0 0,1 0-1,-1 1 1,1-1 0,-1 0 0,1 0-1,-1 0 1,0 1 0,0 1-8,0 0 0,0 1-1,0-1 1,-1 0 0,1 0 0,-1 0 0,0 0 0,1 0 0,-5 2 0,-9 14 4,-22 42 290,-48 104 1,61-120-197,17-33-69,1 0 0,1 0 0,-7 16 0,-43 137 185,53-157-219,0 1 0,0-1 0,0 1 0,1 0 0,0-1 0,1 1 0,-1 0 0,2 0 0,-1-1 0,1 1 0,0 0 0,0-1 0,1 1 0,0-1 0,1 1 0,0-1 0,4 8 0,-6-13-2,0 0 0,1-1 0,0 1 0,-1-1 0,1 1 0,0-1 0,0 0 0,-1 1 0,1-1 0,0 0 0,0 0 0,1 0 0,-1-1 0,0 1 0,0 0 0,0-1 0,0 1 0,1-1 0,1 0 0,5 1-8,0-1 1,0 0-1,15-1 1,-16-1 0,0 0 1,0-1 0,0 1 0,15-8 0,28-19-63,-3-6-66,-40 29 107,0 0 1,0 0 0,8-10 0,21-17-87,-24 23 89,-1 0-1,0-1 1,0-1 0,-1 0 0,17-24 0,-16 21 16,-8 9 8,1 1 0,-1-1-1,0 0 1,0-1 0,3-7 0,-5 7 3,1 0 9,-1 1-1,-1 0 1,1-1 0,-1 0 0,0 1-1,0-11 1,-1 16-2,0 0 0,0-1 0,0 1 0,0 0 0,0 0 1,0 0-1,-1-1 0,1 1 0,0 0 0,-1 0 0,1 0 0,0 0 0,-1 0 0,0-2 1,0 3-3,0 0 1,1-1 0,-1 1 0,1 0 0,-1-1-1,0 1 1,0 0 0,1 0 0,-1 0 0,0 0-1,1-1 1,-1 1 0,0 0 0,0 0-1,1 0 1,-1 0 0,0 1 0,1-1 0,-1 0-1,0 0 1,0 0 0,1 1 0,-2-1 0,-2 3-7,0 0 0,0 0 1,1 0-1,-1 0 0,1 0 0,0 1 1,0 0-1,-5 7 0,0-1-4,7-8 5,-5 5 3,0 0-1,0 1 1,1-1-1,0 1 1,1 0-1,0 1 1,-5 12-1,-4 6 10,9-21-10,1 0 0,0-1 0,-3 12 0,2-3-2,2-7 1,0-1 0,0 1 1,1 0-1,-1 13 0,2 34-28,0-53 28,1-1-1,-1 1 0,0-1 0,1 1 1,-1-1-1,1 1 0,-1-1 1,0 1-1,1-1 0,-1 1 0,1-1 1,-1 0-1,1 1 0,0-1 1,-1 0-1,1 0 0,-1 1 0,1-1 1,-1 0-1,1 0 0,0 0 1,-1 0-1,1 0 0,0 0 0,-1 1 1,1-2-1,-1 1 0,2 0 1,22 0-66,-20 0 4,0 0-15,-1 0 0,1 0 0,0 0 1,0-1-1,5-1 0,9-3-641,-13 4 237,1-1 1,-1 0-1,0 0 0,0-1 1,0 0-1,0 0 0,8-6 1,31-30-4784,-40 36 4743,40-40-6567,-22 17 3612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21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89 104 420,'0'-2'259,"-1"0"1,1 0-1,0 1 0,-1-1 1,1 0-1,-1 1 0,1-1 1,-1 0-1,0 1 1,1-1-1,-1 1 0,0-1 1,0 1-1,0-1 0,0 1 1,-1 0-1,1-1 0,0 1 1,-2-1-1,-12-16 1961,13 12-1557,1 5-511,0-1 0,1 1 0,-1 0 0,0-1 1,0 1-1,0 0 0,0 0 0,1 0 0,-3-2 0,1 1 56,1 2-113,1-1 0,-1 0 1,0 1-1,0-1 0,1 0 1,-1 1-1,1-1 0,-1 0 1,1 0-1,-1 0 0,1 0 1,-1 0-1,1 0 0,0 1 0,-1-1 1,1 0-1,0 0 0,0 0 1,0 0-1,0-2 0,0 3-79,0 0 0,0 0 0,0-1 0,0 1 0,0 0-1,-1 0 1,1-1 0,0 1 0,0 0 0,0 0 0,0-1-1,0 1 1,0 0 0,0 0 0,0 0 0,-1-1 0,1 1-1,0 0 1,0 0 0,0 0 0,-1 0 0,1-1-1,0 1 1,0 0 0,0 0 0,-1 0 0,1 0 0,0 0-1,0 0 1,0 0 0,-1 0 0,1 0 0,0 0 0,-1 0-1,1 0-7,0 0-1,-1-1 1,1 1-1,0 0 1,0 0-1,0 0 1,-1 0-1,1 0 1,0 0-1,0 0 1,-1 0-1,1 0 1,0 0-1,0-1 1,0 1-1,-1 0 1,1 0-1,0 0 1,0 0-1,0-1 1,0 1-1,0 0 1,-1 0-1,1 0 1,0-1-1,0 1 1,0 0-1,0 0 1,0-1-1,0 1 1,0 0-1,0 0 1,0-1-1,0 1 1,0-1 63,0 1-71,0 0 0,0 0 0,0 0 0,0 1-1,0-1 1,0 0 0,0 0 0,0 0 0,0 0 0,0 1 0,0-1 0,0 0 0,0 0 0,0 0 0,0 1 0,0-1 0,0 0-1,0 0 1,0 0 0,0 0 0,0 1 0,0-1 0,-1 0 0,1 0 0,0 0 0,0 0 0,0 1 0,0-1 0,0 0 0,0 0-1,-1 0 1,1 0 0,0 0 0,-2 1-20,-4 6-76,5 8-500,1-2-15,1-10 400,-1 0-1,0 1 1,0-1 0,0 0 0,0 1 0,-1-1-1,1 0 1,-2 5 0,0-4-309,0 1-1,1-1 1,0 1 0,0-1-1,0 1 1,0 0 0,0-1-1,1 1 1,0-1 0,0 1 0,1 0-1,1 8 1,7 2-1993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22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299 329 1356,'0'-1'427,"0"-1"0,0 0 1,0 0-1,-1 0 0,1 0 0,-1 0 0,1 1 0,-1-1 0,-1-2 0,1 2-168,0 0-1,0 1 0,1-1 1,-1 0-1,1 0 0,-1 0 1,1 1-1,0-1 0,-1-3 1,1 4-87,0-1 0,-1 1 1,1-1-1,-1 1 1,0 0-1,1-1 0,-1 1 1,0 0-1,0-1 0,0 1 1,0 0-1,0 0 0,0 0 1,0 0-1,0 0 0,0 0 1,-1 0-1,1 0 0,-2 0 1,-9-9 933,11 9-953,0 0-1,0 0 0,0-1 0,0 2 0,0-1 0,-1 0 0,1 0 0,0 0 0,-1 0 0,1 1 0,0-1 0,-1 1 0,1-1 0,-1 1 0,1-1 0,-1 1 0,1 0 1,-1 0-1,1 0 0,-1 0 0,-1 0 0,-1 1 58,0-1 1,0 1-1,1 0 0,-1 0 1,1 1-1,-1-1 1,1 1-1,-6 3 1,0 0-9,3-2-94,1 0 0,0 1-1,0-1 1,0 1 0,0 0-1,0 0 1,1 1 0,0-1-1,-7 11 1,8-11-65,0 0 0,0 1 0,0-2 1,-7 8-1,6-7-20,0 0 0,1-1 0,0 1 0,-5 9 0,-36 77 105,37-73-113,2 0-1,-6 28 0,3-8 3,6-32-19,1 1 1,1 0 0,-1-1-1,1 1 1,0 0 0,0-1-1,1 1 1,-1 0 0,1-1-1,1 1 1,-1 0 0,5 9-1,0-1 4,-5-11 1,1 0-1,-1 0 0,1 0 1,0 0-1,3 5 0,-4-7-3,0 0 1,1 0-1,-1 0 0,0 0 0,0 0 0,0-1 1,1 1-1,-1 0 0,0-1 0,1 1 0,-1-1 1,1 0-1,-1 1 0,1-1 0,-1 0 0,1 0 1,2 0-1,1 0-6,1 0 1,-1-1-1,1 0 1,-1 0-1,0-1 0,1 1 1,-1-1-1,7-4 1,4-2-39,19-15 0,-8 5-32,-3 0-43,-1-1 1,29-31-1,-44 42 97,39-47-118,-34 44 140,-2-2-1,1 0 1,-2 0-1,17-27 1,21-61 55,-43 92-42,5-8 64,-1-1-1,-1 0 1,11-36-1,-17 44 2,2-2 142,-2-1-1,0 0 1,1-23-1,-3 31-131,1 1 1,-1-1-1,1 1 0,2-8 1,-1 7 29,-1 1 1,0-1-1,0 0 1,0-8-1,-1 12-78,1 0 0,-1 0-1,0 0 1,0 0 0,0-1-1,0 1 1,0 0 0,-1 0-1,1 0 1,0 0 0,0 0-1,-1 0 1,1 0 0,0 0-1,-1 0 1,1 0 0,-1 0-1,0 0 1,1 0 0,-1 0-1,0 0 1,1 0 0,-1 0-1,-1 0 1,0-4 216,2 5-251,0 0 0,0 0 0,0 0 0,0 0 0,0-1 0,0 1 0,0 0 0,0 0 0,0 0 0,0 0 1,0 0-1,0 0 0,0 0 0,0 0 0,0 0 0,0 0 0,0 0 0,0 0 0,0 0 0,0 0 0,0 0 0,0 0 0,0 0 0,0 0 0,0-1 0,0 1 0,0 0 0,0 0 0,0 0 0,0 0 0,0 0 0,0 0 0,0 0 0,0 0 0,0 0 0,0 0 0,0 0 0,0 0 0,0 0 0,0 0 0,-1 0 0,1 0 0,0 0 0,0 0 0,0 0 0,0 0 0,0 0 0,0 0 0,0 0 0,0 0 0,0 0 0,0 0 0,0 0 0,0 0 0,0 0 0,0 0 0,0 0 0,0 0 0,0 0 0,0 0 0,-1 0 0,1 0 0,0 0 0,0 0 0,-2 2 5,0 0 0,0 1-1,0-1 1,1 1 0,-1-1 0,1 1-1,-1 0 1,1-1 0,0 1 0,0 0-1,-1 3 1,-10 22 137,4-14 20,-9 22-1,10-22-14,1 0 0,-13 18-1,11-21-78,3-4-6,0 0-1,1 0 1,-5 9-1,-11 17 181,15-25-181,0 0 1,0 0-1,-4 9 1,-46 100 446,46-92-464,8-20-43,-1-1 1,1 1 0,-1-1-1,0 0 1,-3 5 0,3-4-11,0 0 1,0 0 0,1 1 0,0-1 0,0 0-1,0 1 1,0-1 0,1 1 0,0-1-1,0 8 1,0-5-35,0-7 30,1-1 1,-1 1 0,0 0 0,0-1 0,0 1 0,0-1-1,0 1 1,1-1 0,-1 1 0,0-1 0,0 1-1,1 0 1,-1-1 0,0 0 0,1 1 0,-1-1-1,1 1 1,-1-1 0,1 1 0,-1-1 0,1 0 0,-1 1-1,1-1 1,0 0 0,0 1-15,1 3-339,-1-1 250,0-3 38,0 1 0,0-1 1,0 1-1,1-1 0,-1 0 1,0 0-1,0 1 1,0-1-1,0 0 0,0 0 1,0 0-1,1 0 1,-1 0-1,0-1 0,0 1 1,2-1-1,21-8-564,-14 4 126,11-3-157,-13 6 364,-1-1 0,0 0 0,0 0 0,-1-1 0,13-8-1,27-23-1725,62-53-2169,-81 66 3699,-20 16 394,1 0 1,-1-1-1,12-14 1,3 0 140,-17 16 17,0 0 0,0 1 0,-1-1 1,8-11-1,-6 7 66,12-22 999,-16 26-992,-1 2 161,0 1 1,0-1-1,0 0 1,0 0-1,0 1 1,-1-1-1,0 0 1,1-3-1,-1 6-250,0 0-1,0-1 0,-1 1 0,1 0 1,0-1-1,0 1 0,0 0 1,-1 0-1,1-1 0,0 1 0,0 0 1,0 0-1,-1-1 0,1 1 1,0 0-1,0 0 0,-1 0 0,1 0 1,0-1-1,-1 1 0,1 0 1,0 0-1,-1 0 0,1 0 1,0 0-1,0 0 0,-1 0 0,0 0 1,-2-2 554,3 3-567,0-1 1,0 0-1,-1 1 0,1-1 0,0 1 0,0-1 0,0 0 0,-1 1 0,1-1 0,0 0 0,0 1 0,-1-1 0,1 0 1,0 1-1,0-1 0,-1 0 0,1 0 0,-1 1 0,1-1 0,0 0 0,-1 0 0,1 0 0,0 0 0,-1 1 0,1-1 1,-1 0-1,1 0 0,0 0 0,-2 0 0,-10 6 61,-65 60 488,22-11-432,51-52-136,1 0 0,-1-1-1,1 1 1,0 1-1,0-1 1,0 0 0,0 1-1,-4 7 1,5-8-1,0 1 0,-1 0-1,1-1 1,-6 5 0,6-6-2,0 1 1,-1-1-1,1 1 0,0 0 0,1 0 1,-1-1-1,-2 6 0,-6 6 3,9-14-3,1 1 0,-1 0 1,0 0-1,0 0 0,0 0 0,1 0 0,-1 0 0,0 0 1,1 0-1,-1 0 0,1 0 0,0 0 0,-1 0 1,1 1-1,0-1 0,-1 2 0,1-2 1,0 0-1,0 0 0,0 0 1,0 0-1,0-1 0,0 1 1,0 0-1,0 0 0,0 0 1,-1 0-1,1 0 1,0 0-1,-1-1 0,1 1 1,-1 0-1,1 0 0,-1 0 1,1-1-1,-1 1 0,0 0 1,-2 3 3,3-4-4,0 0 1,0 0-1,0 0 0,-1 0 0,1 0 1,0 1-1,0-1 0,0 0 0,0 0 1,0 0-1,0 0 0,0 1 0,0-1 1,0 0-1,0 0 0,0 0 1,0 0-1,0 0 0,0 1 0,0-1 1,0 0-1,0 0 0,0 0 0,0 0 1,0 1-1,0-1 0,0 0 0,0 0 1,0 0-1,0 0 0,0 0 0,0 1 1,1-1-1,-1 0 0,0 0 0,0 0 1,0 0-1,0 0 0,0 0 0,0 0 1,0 1-1,1-1 0,-1 0 0,0 0 1,0 0-1,0 0 0,0 0 1,0 0-1,1 0 0,-1 0 0,0 0 1,0 0-1,0 0 0,1 0 0,-1 0 1,1 1-1,-1-1 0,0 0 1,1 0-1,-1 0 0,0 1 0,1-1 1,-1 0-1,0 0 0,1 1 1,-1-1-1,0 0 0,0 1 0,1-1 1,-1 0-1,0 1 0,0-1 0,0 0 1,1 1-1,-1-1 0,0 1 1,0-1-1,0 0 0,0 2 0,24 24-10,-1-6 28,-4-5 12,-15-10-28,0-1 0,-1 1 0,6 9 0,4 5-6,-5-3-14,-7-15 9,-1 1-1,1-1 1,0 1-1,0-1 1,-1 0-1,1 1 1,0-1-1,0 0 1,0 0-1,0 1 1,0-1-1,3 2 0,0-1 15,-1 1 0,1-1 0,0 0 0,0 0 0,0 0 0,0 0 0,1-1 0,-1 0 0,0 0 0,1 0-1,-1 0 1,1-1 0,-1 1 0,1-1 0,-1 0 0,1-1 0,-1 1 0,1-1 0,-1 0 0,0 0 0,8-3-1,6-4 5,0-1 0,-1 0-1,0-2 1,-1 0 0,0-1-1,-1-1 1,0 0 0,14-16-1,-25 25-7,0 0 0,-1-1-1,1 1 1,-1-1-1,4-7 1,3 3 2,-9 9-3,-1 0 0,1-1 0,0 1 1,-1 0-1,1-1 0,-1 1 1,1 0-1,-1-1 0,1 1 1,-1-1-1,1 1 0,-1-1 0,1 1 1,-1-1-1,0 1 0,1-1 1,-1 0-1,0 1 0,1-1 0,-1 1 1,0-1-1,0 0 0,0 1 1,1-2-1,-1 1-3,0 1 0,0-1 0,0 0 0,0 1 1,0-1-1,0 1 0,1-1 0,-1 1 0,0-1 0,0 1 0,1-1 1,-1 1-1,0-1 0,1 1 0,-1-1 0,0 1 0,1-1 1,-1 1-1,1 0 0,-1-1 0,1 1 0,-1 0 0,1-1 0,0 1 1,0-1-7,1 0-54,-2 1 55,0 0-1,0 0 1,0-1-1,0 1 1,0 0-1,0 0 1,0 0-1,0-1 1,-1 1-1,1 0 1,0 0-1,0 0 1,0 0-1,0-1 1,0 1-1,0 0 1,0 0-1,0 0 1,0 0-1,-1 0 1,1-1-1,0 1 1,0 0 0,0 0-1,0 0 1,0 0-1,0 0 1,-1 0-1,1 0 1,0 0-1,0 0 1,0-1-1,-1 1 1,1 0-1,0 0 1,0 0-1,0 0 1,0 0-1,-1 0 1,1 0-1,0 0 1,0 0-1,0 0 1,0 0-1,-1 0 1,1 1-1,0-1 1,0 0-1,0 0 1,0 0-1,-1 0 1,1 0-1,0 0 1,0 0 0,0 0-1,0 0 1,0 1-1,-1-1 1,1 0-1,0 0 1,0 0-1,0 0 1,0 0-1,0 1 1,0-1-1,-2 1-84,1 0-606,-10-1-2001,-33 0-8229,33 0 7521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1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0 744,'0'13'2799,"0"-12"-2630,-2 0-137,-5 4-20,5-4-8,2-1-4,0 0 1,0 0-1,0 1 0,0-1 0,0 0 0,0 0 0,0 1 0,0-1 1,0 0-1,0 0 0,0 1 0,0-1 0,0 0 0,0 0 0,0 1 0,0-1 1,0 0-1,0 0 0,0 1 0,0-1 0,0 0 0,-1 0 0,1 0 1,0 1-1,0-1 0,0 0 0,0 0 0,-1 0 0,1 1 0,-2 1 4,2-2-13,-1 1 0,0 0 0,0 0 0,1 0 0,-1 0 0,1 0 0,-1 0 0,1 0 0,-1 0 0,1 0 0,0 0 0,-1 0 0,1 0 0,0 0 0,0 0 0,0 2 0,0-2-7,0-1 0,0 1 0,0 0 0,-1-1-1,1 1 1,0-1 0,0 1 0,0-1 0,-1 1 0,1-1 0,0 1 0,0-1 0,-1 1 0,1-1-1,-1 1 1,1-1 0,0 1 0,-1-1 0,1 0 0,-1 1 0,1-1 0,-1 0 0,1 1 0,-1-1-1,0 1-27,-1 0-388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2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381 483 772,'0'2'645,"0"0"-1,1-1 1,-1 1 0,0 0-1,-1-1 1,1 1 0,0 0-1,0 0 1,-1-1 0,0 3-1,-8-4 3624,7-1-3817,-5-4-24,5 4 1023,0 0-1038,1 0-331,1 1 0,-1-1 0,0 0 1,1 1-1,-1-1 0,1 1 0,-1-1 1,0 0-1,1 0 0,0 1 0,-1-1 1,1 0-1,-1 0 0,1 0 0,0 0 1,0 1-1,-1-1 0,1 0 1,0 0-1,0 0 0,0 0 0,0-1 1,0 1 344,-2 0-30,2 1-401,-1 0 53,1-1 0,-1 1-1,1 0 1,-1-1 0,0 1 0,1 0 0,0-1-1,-1 1 1,1-1 0,-1 1 0,1-1-1,-1 1 1,1-1 0,0 0 0,-1 1-1,1-1 1,0 1 0,0-1 0,-1 0 0,1 0-1,0 0-36,0 1 0,0 0 0,0 0 0,0 0 0,0-1-1,0 1 1,0 0 0,-1 0 0,1 0 0,0-1 0,0 1 0,0 0-1,0 0 1,0 0 0,-1 0 0,1-1 0,0 1 0,0 0 0,0 0-1,0 0 1,-1 0 0,1 0 0,0 0 0,0-1 0,0 1 0,-1 0-1,1 0 1,0 0 0,0 0 0,-1 0 0,1 0 0,0 0 0,0 0-1,-1 0 3,1 0-1,0 0 0,0 0 1,-1 0-1,1 0 0,0 0 1,0 0-1,0 0 1,-1 0-1,1 0 0,0 0 1,0 0-1,0-1 0,-1 1 1,1 0-1,0 0 0,0 0 1,0 0-1,-1 0 0,1-1 1,0 1-1,0 0 0,0 0 1,0 0-1,0 0 0,0-1 1,-1 1-1,1 0 0,0 0 1,0-1-1,0 1 0,0 0 1,0 0-1,0-25 353,0 25-363,0-1 0,1 1 0,-1-1 0,0 1 0,0-1 0,1 1 0,-1-1 0,0 1 0,1-1 1,-1 1-1,1 0 0,-1-1 0,1 1 0,-1-1 0,1 1 0,-1 0 0,1 0 0,-1-1 0,2 1 0,-2-1 3,1 1-4,-1-1-1,0 0 1,1 1 0,-1-1 0,0 0-1,0 1 1,0-1 0,1 0 0,-1 0 0,0 1-1,0-1 1,0 0 0,0 0 0,0 1-1,0-1 1,0 0 0,-1 0 0,1 0-2,0 0 0,0 0 0,0 0 0,0-1 0,0 1 1,0 0-1,0 0 0,0 0 0,0 0 0,1 0 0,-1 0 0,1-1 0,1-2-6,1 0 0,0 1 0,0-1 0,1 1 0,-1 0 0,6-5-1,6-4 10,-8 2 0,-6 8-1,-1 1 1,1 0-1,0 0 1,0 0-1,-1 0 1,1 0-1,0 0 1,0 0-1,0 0 1,0 0-1,0 0 1,0 0-1,1 1 1,0-2-1,17-8-23,-16 8 19,1 0 0,0 0 0,0 0 1,6-3-1,34-13-18,-35 14 12,15-6-5,-15 9 13,-9 1 1,1 0-1,-1 0 1,1 0-1,-1 0 1,1 1-1,-1-1 1,1 0-1,-1 0 1,1 0-1,-1 0 1,1 1-1,-1-1 0,0 0 1,1 0-1,-1 1 1,1-1-1,-1 0 1,0 1-1,1-1 1,-1 0-1,0 1 1,1-1-1,-1 0 1,0 1-1,0-1 1,0 1-1,1 0 1,3 4-7,-1-4 3,-2-1 4,-1 0-1,0 0 1,0 0 0,0 0 0,1 0-1,-1 0 1,0 0 0,0 1 0,1-1-1,-1 0 1,0 0 0,0 0 0,0 0 0,1 0-1,-1 0 1,0 1 0,0-1 0,0 0-1,1 0 1,-1 0 0,0 1 0,0-1-1,0 0 1,0 0 0,0 0 0,0 1-1,1-1 1,-1 0 0,0 0 0,0 1-1,0-1 1,0 0 0,0 0 0,0 1-1,0-1 1,0 0 0,0 0 0,0 1-1,0 0 1,0-1 0,0 1 0,0 0 0,0 0 0,0-1 0,1 1 0,-1 0 0,0-1 0,0 1 0,1 0 0,-1-1 0,0 1 0,1 0 0,-1-1 0,2 2 0,-2-2 0,1 1 0,-1 0 0,1 0 0,0 0 0,-1 0 0,1 0 0,-1-1 0,0 1 0,1 0 0,-1 0 0,0 0 0,0 0 0,1 0 0,-1 0 0,0 0 0,0 1 0,0 13 0,1-10-2,-1 0 1,1 1 0,-2-1 0,1 0 0,0 1 0,-3 8 0,0-7 0,2-5 0,0-1 1,0 1 0,0 0-1,1-1 1,-1 1-1,1 0 1,-1 0-1,1-1 1,0 1-1,0 3 1,0-2 1,-1 0 0,1 0 0,-1 0 0,1 0 0,-1 0 0,0 0-1,0 0 1,0 0 0,-1 0 0,-1 2 0,-20 28 20,2-5 20,-34 45 42,52-69-79,0 0 0,0 0 0,0 0-1,-7 5 1,6-5 0,1-1 0,-1 0-1,1 1 1,-5 7-1,3-4 5,-1 0-1,1 0 0,-9 6 1,-11 14 16,21-22-25,0-1 0,0 0 1,-1 1-1,1-2 0,-6 5 1,8-4 7,2-4-8,1-1 1,-1 0-1,1 0 0,-1 1 0,1-1 1,-1 0-1,1 1 0,0-1 0,-1 0 1,1 1-1,0-1 0,0 1 0,-1-1 1,1 1-1,0-1 0,1 1 0,10-9-24,-9 6 18,0 0 1,0 0-1,1 1 0,-1 0 0,1-1 0,0 1 0,6-3 1,-8 4 4,0 1 1,0-1-1,0 0 0,0 0 1,0 1-1,0-1 1,0 1-1,0 0 1,0-1-1,1 1 1,-1 0-1,0 0 1,0 0-1,0 1 1,0-1-1,4 2 0,-2 1 3,3-1-2,-3-1-3,29 18-9,-15-17-6,-16-1 15,-2-1 1,1 1-1,0-1 1,0 1 0,0-1 0,-1 1 0,1-1 0,0 1 0,0 0 0,-1-1 0,1 1 0,-1 0-1,1 0 1,0-1 0,0 2 0,21 5-409,-18-6 56,1 0-1,-1 0 1,1-1 0,0 0-1,-1 0 1,1 0 0,-1 0-1,1-1 1,-1 0 0,1 0-1,-1 0 1,6-2 0,2-1-1962,-11 4 2275,-1 0 1,1 0 0,-1 0 0,1 0 0,-1 0-1,1 0 1,-1 0 0,1-1 0,-1 1-1,1 0 1,-1 0 0,0 0 0,1-1-1,-1 1 1,1 0 0,-1 0 0,0-1-1,1 1 1,-1 0 0,1-1 0,0 0-91,-1 0 0,1 1 1,0-1-1,0 0 0,-1 1 0,1-1 1,0 1-1,0-1 0,0 1 1,0-1-1,0 1 0,0 0 1,0 0-1,0-1 0,2 1 0,-2 0 54,0 0-1,0 0 1,0-1-1,0 1 0,0 0 1,0-1-1,0 1 1,0-1-1,0 1 0,0-1 1,0 1-1,0-1 0,0 1 1,-1-1-1,1 0 1,0 0-1,0 0 0,-1 1 1,1-1-1,0 0 1,-1 0-1,1-1 0,4-4-118,-1 0 1,1 1-1,-1-1 0,2 1 0,5-5 0,19-20 1,-20 16 208,-1 0 0,14-29 0,-11 18 69,-8 17-8,0-1 0,-1-1 0,-1 1 0,1 0 0,0-13 0,2-6 218,-2 17-73,-1 0 1,0 0-1,-1 0 0,0-16 1,0 17-33,-1 4-45,0 0 0,0 0 1,0 0-1,-2-8 0,-4-9 250,1-4 510,-2 0-1,-18-44 1,23 66-751,0 1 1,-1 0-1,0 0 1,0 0-1,0 0 1,-6-4-1,-9-14 664,16 19-699,0 0 0,-1 1 0,1-1 0,0 1 0,-1-1 0,-3-2 0,-6-4 214,4 0-57,4 4-42,-1 0 0,0 1 1,0-1-1,-1 1 1,-8-5-1,4 3 12,-1 1 0,1 1 0,-1 0 0,0 0 0,0 1 0,0 1 1,-1 0-1,1 0 0,-1 1 0,-21 0 0,15 1-133,10-1-56,0 1 0,0 0 0,0 0 0,0 1 0,0 0 0,1 0 0,-1 1 0,-8 2 0,-10 9 119,-45 28 0,60-33-131,0 1 0,1 0 0,-1 0 0,2 1 0,-1 0-1,-7 12 1,-13 17 76,17-23-35,-21 32 1,17-17-18,0 2 1,3-1 0,0 2-1,-12 49 1,22-67-49,-4 15 12,1 1 0,1 0 1,-2 47-1,1 10 2,14-5-6,-7-72-22,0 2 2,0 0-1,1 0 1,0 0-1,1 0 1,5 20-1,3-4 14,21 46-1,-26-66-3,1 0 0,1 0 0,-1 0 0,1-1 0,1 0 0,0 0 0,12 11 0,-15-16-5,-1 0 1,1 0-1,0-1 0,0 1 0,0-1 1,0 0-1,1-1 0,-1 1 1,1-1-1,0 0 0,-1 0 0,1-1 1,7 2-1,-2-2 1,0-1 0,-1 0 0,1 0 0,0-1 0,0 0 0,18-5 0,0-3-8,30-14 0,-34 14 1,47-27-9,-23 11 3,-33 16 2,0 0 1,0 0-1,-1-2 0,17-14 1,49-55 2,-74 71 6,0 0-1,-1-1 0,0 0 0,-1 0 1,1 0-1,6-21 0,-7 16 13,-1 3 1,-1 1-1,-1-1 1,0 0-1,-1 0 1,0 0 0,0 0-1,-3-17 1,1-5 18,1 23-32,-2-1 0,0 1 0,0-1 0,-1 1-1,-4-12 1,2 7-3,-5-24 0,9 31-1,-1-1-1,-1 1 1,0-1-1,0 1 1,-7-12-1,-18-53-16,11 24-4,14 44 13,-28-64-53,27 61 43,-1 1 0,0 0 0,-1 0-1,0 0 1,-11-11 0,13 16-2,1 0 0,0 0 0,-1 1-1,1-1 1,-7-2 0,-7-5-131,15 9 55,-1 0 0,1 0 1,0 0-1,-1 0 0,1 1 0,-1-1 1,1 1-1,0-1 0,-1 1 1,1 0-1,-1 0 0,-3 0 1,-1 0-854,6 0 826,0 0-1,1 1 1,-1-1-1,0 0 1,1 0-1,-1 0 0,1 1 1,-1-1-1,0 0 1,1 1-1,-1-1 0,1 0 1,-1 1-1,1-1 1,-1 1-1,1-1 0,-1 1 1,1-1-1,0 1 1,-1-1-1,1 1 1,0-1-1,-1 1 0,1 0 1,0-1-1,0 1 1,-1 0-1,1-1 0,0 1 1,0-1-1,0 1 1,0 0-1,0-1 1,0 1-1,0 0 0,0-1 1,0 2-1,-1 7-1275,0-7 969,1 1 1,-1 0-1,1-1 0,-1 1 0,1 0 0,0 0 0,0-1 0,0 1 1,1 0-1,-1-1 0,1 1 0,-1 0 0,1-1 0,0 1 0,0-1 1,0 1-1,3 3 0,0 5-1634,-2 2-874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3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507 268 2564,'0'-18'2140,"1"14"-1503,0-1 1,-1 0-1,0 0 0,0 0 0,0 0 0,-1 0 1,0 0-1,-1-5 0,-2 4 334,4 4-690,-1 1 1,0 0-1,0 0 1,1-1-1,-1 1 1,1-1-1,0 1 1,-1 0-1,1-1 1,0 1-1,0-1 1,-1 1-1,2-3 1,-2 4-227,1 0 1,0-1 0,0 1 0,0 0-1,0 0 1,0 0 0,0-1 0,0 1-1,0 0 1,0 0 0,0 0 0,-1-1-1,1 1 1,0 0 0,0 0 0,0 0-1,0 0 1,-1 0 0,1-1 0,0 1-1,0 0 1,0 0 0,0 0 0,-1 0-1,1 0 1,0 0 0,0 0 0,-1 0-1,1 0 1,0 0 0,0 0 0,0 0-1,-1 0 1,1 0-21,0 0-1,-1 0 1,1 0-1,0 0 1,0-1-1,-1 1 1,1 0-1,0 0 1,0 0-1,0 0 1,-1 0 0,1 0-1,0 0 1,0 0-1,0 0 1,-1-1-1,1 1 1,0 0-1,0 0 1,0 0-1,0 0 1,0 0-1,-1-1 1,1 1 0,0 0-1,0 0 1,0 0-1,0-1 1,0 1-1,0 0 1,0 0-1,0 0 1,0-1-1,0 1-17,0 0 0,0 0 0,0 0 0,0-1 0,0 1 0,0 0 0,0 0 0,0 0 0,0 0 0,0 0 0,0 0 0,0 0 0,0-1 0,0 1 0,0 0 0,0 0 0,0 0 0,0 0 0,0 0 0,-1 0 0,1 0 0,0-1 0,0 1 0,0 0 0,0 0 0,0 0 0,0 0 0,0 0 0,0 0 0,0 0 0,0 0 0,0 0 0,-1 0 0,1 0 0,0-1-1,0 1 1,0 0 0,0 0 0,0 0 0,0 0 0,0 0 0,-1 0 0,1 0 0,0 0 0,-5 3 380,3-2-418,0 3 291,1-1-222,-4 0 30,3-2-64,0 0 0,1 0 0,-1 0 0,1 0 0,-1 0-1,1 0 1,-1 1 0,0 1 0,-44 45 320,4-5-95,26-28-101,-12 16 0,-69 85 483,79-95-465,-25 40 0,14-17-64,13-22-64,-3 3 51,1 1 1,-17 36-1,26-38-53,7-18-35,0-1 1,0 1 0,-5 7-1,-13 24-513,19-35 418,1 0 1,-1 1 0,1-1 0,0 0 0,0 0 0,0 1-1,0 2 1,0-1-384,0-3-299,7 2-1290,-7-3 2035,1 0-1,-1 0 1,0 0-1,0 0 1,0 1-1,0-1 1,0 0-1,0 0 1,1 0 0,-1 0-1,0 0 1,0 0-1,0 0 1,0 0-1,1 0 1,-1 0-1,0 0 1,0 0-1,0 0 1,0 0 0,0 0-1,1 0 1,-1 0-1,0 0 1,0 0-1,0 0 1,0 0-1,0-1 1,1 1-1,-1 0 1,0 0 0,0 0-1,0 0 1,0 0-1,0 0 1,0 0-1,0 0 1,1-1-1,-1 1 1,0 0-1,0 0 1,0 0 0,0 0-1,7-4-1289,-1 0 566,0 0 1,-1 0 0,1 0-1,-1-1 1,1 0 0,8-10-1,14-21-1225,30-50 0,-18 26 1239,-27 44 648,-1-2-1,-1 0 1,10-22 0,36-101 1042,-44 108-412,-8 20-2,8-24-1,-11 27-160,1-3 854,0 1 0,-1 0 0,1-24-1,-3 35-1105,0 0 0,0 1 0,0-1 0,0 1 0,0-1 0,0 1 0,1-1 0,-1 1 0,0-1 0,0 0 0,1 1 0,-1-1 0,0 1 0,1 0-1,-1-1 1,0 1 0,1-1 0,-1 1 0,1-1 0,-1 1 0,1 0 0,-1-1 0,1 1 0,0 0 0,0-1-160,2-5 1774,-4 11-1283,1-2-319,0-1 1,0 1 0,1 0 0,-1-1 0,1 1 0,0 0 0,1 3 0,-1-4-64,0 0 0,0 1 0,0-1-1,-1 0 1,1 1 0,-1-1 0,1 4 0,-1 10 384,5 26 1,-2-27-263,0 22 0,-3-26-132,0 0 1,2 1-1,-1-1 0,5 15 0,-3 22 22,4-15-71,-5-20-6,0 1 0,1-1 0,1 0-1,10 23 1,-9-22-7,4 8-13,-4-16-60,-1-1 0,1 1-1,0-1 1,0 1-1,1-2 1,0 1 0,0 0-1,0-1 1,0 0-1,0-1 1,9 4 0,-11-5-93,0-1 1,0 0-1,0 0 0,0-1 1,0 1-1,0-1 1,0 0-1,0 0 1,0 0-1,0 0 0,0-1 1,0 0-1,0 1 1,0-1-1,0-1 0,0 1 1,-1-1-1,1 1 1,0-1-1,-1 0 1,0-1-1,4-2 0,4-3-228,0-1-1,-1-1 1,-1 0-1,0 0 1,12-18-1,-2 1 99,-2 0 0,26-56 0,-23 43 272,-12 24 32,0 0 1,9-29-1,16-71 328,-28 97-51,4-22-1,-3 6 306,-4 22-44,0-1 0,-1 0 0,-1 1 0,-2-16 0,1-5 1178,1 34-1697,0 0 0,-1 0-1,1 0 1,0 0 0,-1 0-1,1-1 1,0 1 0,0 0-1,-1 0 1,1 0 0,0 0-1,-1 0 1,1 0 0,0 0-1,-1 0 1,1 0 0,0 0 0,-1 0-1,1 0 1,0 0 0,0 1-1,-1-1 1,1 0 0,0 0-1,-1 0 1,0 0 46,-4 4 33,1 1-1,-1-1 1,1 0 0,0 1 0,0 0 0,0 0 0,1 0 0,0 0 0,0 1 0,-2 6 0,0-2 95,0-1 0,-11 14 0,10-15-83,0 0 0,1 0 0,-9 15 0,-8 15 139,17-31-197,1 0-1,0 0 1,-5 11-1,4-8 9,0 1-1,-7 9 0,6-10-12,0 0-1,-4 11 0,3-4 27,-16 23 0,-2 5-18,11-16-41,9-21-20,1-1-1,1 1 1,-1 0 0,1 0-1,0 0 1,1 0 0,0 0-1,-2 17 1,4-22-6,0 0 0,0 0 1,-1-1-1,0 1 0,1 0 1,-1 0-1,-2 3 0,2-4-23,0 0 1,1-1-1,-1 1 0,0 0 0,1 0 0,-1 0 0,1-1 0,0 1 0,0 0 0,-1 0 1,1 0-1,0 0 0,1 0 0,-1 0 0,0-1 0,1 1 0,-1 0 0,1 2 0,3 2-287,-3-5 216,-1-1-1,1 1 0,-1 0 0,1 0 0,-1 0 0,1 0 0,-1 0 1,0 0-1,1 0 0,-1-1 0,0 1 0,0 0 0,0 0 0,0 0 0,0 2 1,1-2-140,-1 0 1,0 0 0,0 1-1,1-1 1,-1 0 0,1 0-1,-1 1 1,1-1 0,-1 0-1,1 0 1,0 0 0,0 0-1,-1 0 1,1 0 0,0 0-1,0 0 1,0 0 0,0 0-1,0-1 1,0 1-1,0 0 1,0-1 0,1 1-1,0 0 1,1 0-652,1 1 1,-1-1-1,1 0 0,-1 0 1,1-1-1,-1 1 0,7 0 1,2-1-2547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177 180 852,'-6'0'709,"-1"0"1,1 0-1,0-1 0,0 0 1,-7-2-1,12 2-629,0 1 1,0 0-1,0 0 0,-1 0 1,1 0-1,0 0 0,0 0 1,0 0-1,0 0 1,0 1-1,0-1 0,0 0 1,0 1-1,0-1 0,0 1 1,0-1-1,0 1 1,-2 0-1,2 0 42,-1 0-1,0 0 1,0 0-1,0 0 1,0 0-1,1-1 1,-1 1-1,0-1 1,0 1 0,-4-1-1,5 0-114,1 0 0,0 0 0,0 0 0,-1 0 1,1 0-1,0 0 0,-1 0 0,1 0 0,0 0 0,0 0 0,-1 0 0,1 0 1,0 0-1,0 0 0,-1 0 0,1 0 0,0 0 0,0 0 0,-1 0 0,1 1 1,0-1-1,0 0 0,-1 0 0,1 0 0,0 0 0,0 0 0,0 1 0,-1-1 1,1 0-1,0 0 0,0 0 0,0 1 0,0-1 0,0 0 0,-1 0 0,1 1 1,0-1-1,0 0 0,0 0 0,0 1 0,0-1 0,0 0 0,0 1 0,0 0 33,0 7 57,0-7-94,0 0 0,0 0 0,1 1 0,-1-1 0,0 0 0,1 0 0,-1 0 0,0 0 0,1 0 0,-1 0 0,1 0 1,0 0-1,-1 0 0,1 0 0,0 0 0,0-1 0,-1 1 0,1 0 0,0 0 0,0-1 0,0 1 0,0 0 0,0-1 0,0 1 0,2 0 0,1 1-2,-1 0 0,0-1 0,0 0 1,0 0-1,0 0 0,0 0 0,0 0 0,0-1 1,6 1-1,13 3 30,-21-4-29,1 1 0,-1-1-1,0 0 1,1 0 0,-1 1 0,0-1-1,1 0 1,-1 0 0,0-1 0,1 1-1,-1 0 1,0 0 0,1-1 0,-1 1-1,3-1 1,-2 0-1,0 0 0,1 0 0,-1 1 0,1-1 0,-1 1 0,1-1 0,2 1 0,-2 0 0,1 0-1,1 0 0,-1 0-1,0 0 1,7-2 0,-9 1 1,0 1 0,-1-1 0,1 0-1,-1 1 1,0-1 0,1 0 0,-1 0 0,0 0 0,1 0 0,-1 0-1,0 0 1,0 0 0,0-1 0,0 1 0,0 0 0,0-1 0,1-1-1,-1 1 3,2-2 10,-1-1 0,1 0 0,-1 0 1,0 0-1,-1 0 0,1 0 1,-1 0-1,0 0 0,1-8 1,-2 9 89,-1 0 1,0-1 0,1 1 0,-1 0-1,0 0 1,-1 0 0,1 0-1,-1 1 1,0-1 0,0 0-1,0 1 1,0-1 0,-1 1-1,1-1 1,-1 1 0,0 0-1,0 0 1,-6-4 0,4 3 109,0 0 1,0 1-1,-1 0 1,1 0 0,-1 1-1,0 0 1,1 0-1,-1 0 1,0 0-1,0 1 1,0 0 0,-12 0-1,17 1-200,-3 0 79,-1 0 1,1 0 0,0 1-1,-1-1 1,1 1-1,0 0 1,-7 3 0,5-2 10,4-2-71,1 0-1,-1 1 0,0-1 1,1 1-1,-1 0 1,1-1-1,-1 1 0,1 0 1,-1 0-1,1 0 1,0 0-1,-1 0 1,1 0-1,-1 2 0,-2 7 216,-5 6 102,4-10-225,1 0-1,0 0 1,0 1-1,0-1 1,1 1-1,0 0 1,0 0-1,-2 10 1,-13 18 314,14-17-325,0 0 1,2 0-1,0 0 1,1 1-1,1 22 1,0-22-112,0-14 5,1-1 0,-1 1 0,1-1 0,0 1 1,1-1-1,-1 0 0,1 0 0,-1 1 0,1-1 0,1 0 1,3 5-1,-2-3-5,0-1-1,0 0 1,1 1 0,0-2-1,0 1 1,0-1 0,9 6 0,-10-8-9,1-1 0,-1 1-1,1-1 1,0 0 0,-1 0 0,1-1 0,0 1 0,-1-1 0,1 0 0,9-2 0,1 2-7,-6-1-7,-1-1 0,1 1-1,-1-1 1,1-1-1,-1 0 1,0 0 0,0-1-1,0 1 1,-1-2 0,8-4-1,22-11-131,-32 17 135,-1 0 0,1-1 0,0 1 0,-1-1 0,0 0 0,4-5 0,10-8-18,-14 13 31,1-1-1,-1 1 1,-1-1-1,1 0 1,-1 0-1,4-6 1,-4 6 5,0 0 0,0 0 0,0 1 0,1-1 0,8-8 0,-10 12 0,0-1 1,0 1-1,0-1 1,0 0 0,-1 0-1,1 0 1,-1 0 0,0 0-1,1 0 1,-1 0-1,0 0 1,0 0 0,0-1-1,0-3 1,1 3-1,-1-1 0,1 1 0,-1 0 0,1 0 0,0 0 0,4-4 1,-5 5 0,1 0 0,-1 1 0,1-1 0,-1-1 0,0 1 0,1 0 0,-1 0 0,0 0 1,-1-1-1,1 1 0,0 0 0,-1-1 0,1 1 0,0-5 0,-1 6 3,0-1 1,0 1-1,0 0 0,0-1 0,1 1 1,-1 0-1,1-1 0,-1 1 0,1 0 1,-1 0-1,2-2 0,-1 2 5,-1 0 1,1-1-1,0 1 0,-1 0 1,1 0-1,-1-1 0,1 1 1,-1 0-1,0-1 0,0 1 1,1-2-1,-1-24 509,11 25 296,-11 2-795,0-1 0,0 1 0,0 0 1,0-1-1,0 1 0,0-1 0,0 1 0,0 0 0,0-1 0,0 1 0,0-1 1,0 1-1,0 0 0,0-1 0,0 1 0,0 0 0,-1-1 0,1 1 0,0-1 1,0 1-1,0 0 0,-1-1 0,1 1 0,0 0 0,0-1 0,-1 1 1,1 0-1,0 0 0,0-1 0,-1 1 0,1 0 0,0 0 0,-1 0 0,1-1 1,-1 1-1,1 0 0,0 0 0,-1 0 0,1 0 0,0 0 0,-1 0 0,1 0 1,-1 0-1,0 0 0,0 0 199,1 0-215,0 0-1,0 0 0,0 0 0,0 1 1,0-1-1,0 0 0,0 0 0,0 1 0,0-1 1,0 0-1,0 0 0,0 1 0,0-1 0,0 0 1,0 0-1,0 0 0,0 1 0,0-1 0,0 0 1,0 0-1,-1 1 0,1-1 0,0 0 0,0 0 1,0 0-1,0 1 0,0-1 0,-1 0 1,1 0-1,0 0 0,0 0 0,-2 0 4,-3 1-3,3 12-5,2-12 2,0-1-1,0 1 1,0-1 0,0 0-1,-1 1 1,1-1-1,0 1 1,0-1-1,0 1 1,0-1-1,0 1 1,-1-1-1,1 0 1,0 1-1,0-1 1,-1 0-1,1 1 1,0-1-1,0 0 1,-1 1-1,1-1 1,0 0-1,-1 1 1,0-1-1,1 0 1,-1 1-1,1-1 0,0 0 1,-1 1-1,1-1 0,0 1 1,-1-1-1,1 0 1,0 1-1,-1-1 0,1 1 1,0-1-1,0 1 0,-1-1 1,1 1-1,0-1 0,0 1 1,0-1-1,0 1 1,0-1-1,0 1 0,-1-1 1,1 1-1,1 0 0,-1 2 7,0-1-6,0 0 0,1 0 0,-1-1 0,0 1 0,0 0 0,-1-1 0,1 1 0,0 0 0,0-1 0,-1 1 0,0 2 0,-1-2 0,1 1 0,0-1 0,0 0 1,0 0-1,0 1 0,0-1 0,1 0 0,-1 1 0,1-1 1,-1 1-1,1-1 0,0 1 0,0-1 0,0 1 1,1 3-1,-1 1-4,0 95-180,0-101 184,0-1-1,0 1 0,0-1 1,0 1-1,0-1 1,0 1-1,0-1 1,0 1-1,0-1 0,1 1 1,-1-1-1,0 0 1,0 1-1,0-1 1,1 1-1,-1-1 0,0 0 1,1 1-1,-1-1 1,0 0-1,1 1 1,-1-1-1,1 1 0,-1-1 1,1 0-1,-1 0 0,1 1 1,-1-1-1,0 0 0,1 1 1,-1-1-1,0 0 0,1 1 1,-1-1-1,0 1 0,0-1 1,1 1-1,-1-1 0,0 0 1,0 1-1,0-1 0,0 1 1,0-1-1,0 1 0,1-1 0,-1 1 1,0 0-1,0-1 1,0 0 0,0 1-1,0-1 1,0 0 0,0 1-1,0-1 1,0 0 0,0 0-1,0 1 1,0-1 0,0 0 0,1 0-1,-1 1 1,0-1 0,0 0-1,0 0 1,0 1 0,1-1 0,-1 0-1,0 0 1,0 0 0,0 0-1,1 1 1,-1-1 0,0 0 0,0 0-1,1 0 1,-1 0 0,0 0-1,1 0 1,12 1-12,-10-2 6,0 0-1,1 0 1,-1 0 0,0 0 0,7-3-1,-3-3-1,-6 6 6,1-1 0,-1 1 0,1 0 0,-1-1 0,1 1-1,0 0 1,3-2 0,1 0 2,-1 0-1,0 0 1,0-1 0,0 0-1,0 0 1,-1 0-1,0-1 1,0 1 0,6-10-1,23-32 56,-31 44-50,-1 0 0,1 0 0,-1 0 0,0-1 0,0 1 0,0-1 0,0 1 0,-1-1 1,1 1-1,0-1 0,-1 1 0,0-1 0,0 0 0,0 1 0,0-1 0,0-3 0,-1-6 18,1 12-21,0-1-1,1 0 1,-1 1-1,0-1 1,0 1-1,0-1 1,0 1-1,1-1 1,-1 1-1,0-1 1,0 1-1,1-1 1,-1 1-1,0-1 1,1 1 0,-1-1-1,1 1 1,-1-1-1,1 1 1,-1 0-1,0-1 1,1 1-1,-1 0 1,2-1-1,-1 1 2,-1 0-1,0-1 1,0 1-1,0 0 0,0 0 1,1 0-1,-1 0 0,0-1 1,0 1-1,0 0 0,0 0 1,0 0-1,0-1 1,1 1-1,-1 0 0,0 0 1,0-1-1,0 1 0,0 0 1,0 0-1,0-1 0,0 1 1,0 0-1,0 0 1,0 0-1,0-1 0,0 1 1,0 0-1,0 0 0,0-1 1,-1 1-1,1 0-1,0 0-1,0 1 0,0-1 1,0 0-1,0 1 1,0-1-1,0 0 1,-1 0-1,1 1 1,0-1-1,0 0 0,0 0 1,0 1-1,-1-1 1,1 0-1,0 0 1,0 0-1,-1 1 1,1-1-1,0 0 0,0 0 1,-1 0-1,1 0 1,0 0-1,-1 1 1,1-1-1,0 0 1,0 0-1,-1 0 0,1 0 1,0 0-1,-1 0 1,1 0-1,0 0 1,-1 0-1,1 0 1,0 0-1,-1 0 0,1 0-1,0 0-1,-1 1 1,1 0-1,0-1 0,0 1 1,0-1-1,-1 1 0,1-1 1,0 1-1,0-1 0,0 1 1,0-1-1,0 1 1,0 0-1,0-1 0,0 1 1,1-1-1,-1 1 0,0-1 1,0 1-1,0-1 0,0 1 1,1 0-1,-1-1 2,1 2-1,0-1 1,0 0-1,0 0 0,0 0 1,0 0-1,-1 1 0,1-1 1,-1 0-1,1 1 0,-1-1 1,1 0-1,-1 1 0,0-1 1,1 1-1,-1-1 0,0 0 1,0 1-1,0-1 0,-1 3 1,1-3 1,1 0 0,-1 1-1,0-1 1,0 0 0,1 0 0,-1 1 0,0-1 0,1 0 0,-1 0 0,1 0 0,0 1-1,0 0 2,0-1 0,0 0 0,-1 1 0,1-1 0,-1 0-1,1 1 1,-1-1 0,1 1 0,-1-1 0,0 1 0,0 1-1,1 0 1,-1-1 0,1 1 0,0-1 0,0 1 0,0-1 0,0 0 0,0 0 0,1 1-1,-1-1 1,2 2 0,4 7-10,-5-9 7,-1 1 0,1-1-1,-1 0 1,1 0 0,0 0 0,-1-1 0,3 3-1,7 7-17,-10-11 19,0 1-1,0 0 1,0 0-1,0-1 1,0 1-1,0-1 1,0 1-1,0-1 1,0 1-1,0-1 1,0 0-1,0 0 0,0 1 1,0-1-1,2 0 1,21 0-2,-13 0-5,-9 0 6,-1 0 0,1 0-1,0-1 1,-1 1 0,1 0 0,-1-1-1,1 1 1,-1 0 0,1-1 0,-1 0-1,1 1 1,-1-1 0,1 0 0,-1 0-1,2-2 1,17-8-18,-13 7 14,1 1-1,-1-2 1,0 1 0,-1-1 0,1 0-1,11-12 1,-7 5 15,0 0-1,15-25 1,-6-9 4,-19 44-9,0-1-1,-1 0 0,1 1 1,-1-1-1,0 0 0,1 1 0,-1-1 1,0 1-1,-1-1 0,1-3 0,-1-4 19,1 8-17,0-1 0,-1 1 0,1 0 0,-1 0 0,1 0 0,-1 0 0,0 0 0,-1-2 0,1 2-1,1 0 1,-1 0 0,0 0 0,1 1-1,-1-1 1,1 0 0,-1 0-1,1-2 1,-1 0-1,1 1 0,-1-1 1,-1 1-1,1-1 0,0 1 0,-1-1 0,0 1 0,1 0 1,-1 0-1,0 0 0,-3-3 0,4 5-3,-1-1-1,1 0 1,-1 0-1,1 1 1,-1-1-1,0 1 1,1-1-1,-1 1 1,0 0-1,0 0 1,0 0-1,0 0 1,0 0-1,0 0 1,-3 0-1,1 1-8,1 0 0,0 0 0,0 0 0,0 0 0,0 1-1,-1 0 1,1-1 0,0 1 0,0 0 0,-4 3-1,6-4 8,-3 1-10,1 1 0,-1 0 0,0-1 0,1 1 0,-1 1 0,1-1 1,0 0-1,0 1 0,-1 0 0,-2 3 0,-15 16-148,17-19 36,0 1-1,1 0 1,-1 0 0,-4 6-1,0 3-541,4-8 110,1 0 0,-1 1 0,1-1 1,0 1-1,-3 10 0,1 0-1326,3-11 725,1 0-1,0 0 1,-1 0 0,2 0 0,-2 10 0,2 5-2474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5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165 290 1952,'3'-4'554,"-2"4"-422,0-1 0,0 0 1,-1 1-1,1-1 1,-1 0-1,1 0 0,-1 0 1,1 0-1,-1 0 1,1 0-1,-1 0 0,0 1 1,1-1-1,-1 0 1,0 0-1,0 0 0,0 0 1,0-2-1,0 2 54,0-1 0,1 0-1,-1 1 1,0-1 0,1 0-1,-1 1 1,1-1 0,1-2 0,-1 2 104,0 0 0,0 0 0,0 0 0,-1 0 0,1 0 1,-1 0-1,1 0 0,-1 0 0,0-5 4635,1 15-3652,-1-5-1166,0 0-1,0 0 1,0-1 0,-1 1-1,1 0 1,-2 3-1,-18 48 1572,7-31-1148,8-15-348,0 0 0,0 1 0,1-1 0,-6 19 0,8-14-98,2-11-70,-1 1 1,1 0 0,-1 0 0,1-1 0,-1 1-1,0-1 1,0 1 0,0 0 0,0-1 0,-1 0-1,-2 4 1,-7 8 41,4-6-30,0 0 0,-10 17 0,-36 56-49,53-80 21,-1 0 1,1-1-1,0 1 0,-1 0 1,1-1-1,-1 1 1,1-1-1,-1 1 0,0-1 1,1 1-1,-1-1 1,1 0-1,-2 1 0,1-1 1,1 0-1,0 1 1,0-1 0,0 0-1,-1 0 1,1 0-1,0 0 1,0 0-1,-1 0 1,1 1-1,0-1 1,0 0-1,0 0 1,0 0-1,-1 1 1,1-1-1,0 0 1,0 0-1,0 0 1,0 1-1,0-1 1,0 0-1,0 0 1,-1 1-1,1-1 1,0 0-1,0 0 1,0 1-1,0 0-11,0-9 46,1 3-31,-1-1 1,1 1-1,0 0 1,1-1-1,1-5 1,2-5-13,-2 7 1,0 0 0,1 0 0,0 1 0,7-12 0,4-9-14,-3 3 5,11-23-5,40-70 0,8-15 1,-60 118 32,22-26-1,-13 18-2,-13 14-4,-6 8-5,0 0 0,0 1 0,0-1 0,1 0 0,-1 0 0,1 1 0,-1-1 0,4-1 0,6-2-2,-10 5 5,-1 0-1,1 0 0,0 0 0,0 1 0,-1-1 0,1 0 0,0 0 0,0 1 0,-1-1 0,1 0 0,0 1 0,-1-1 1,1 1-1,-1-1 0,1 1 0,0-1 0,-1 1 0,1-1 0,-1 1 0,1 0 0,9 18 16,-8-13-15,0 0 0,-1 0 0,0 0 0,0 0-1,0 1 1,0 10 0,-1-8-2,0-1 0,-1 1 0,0 0 0,0-1 1,0 0-1,-6 16 0,-3-2 6,5-9-2,0-1 1,-6 23-1,4 1 10,-12 52-6,10-69-7,7-17-1,1 0 1,0 0 0,0 0-1,0 0 1,0 0 0,0 0-1,0 0 1,1 0 0,-1 1-1,1-1 1,-1 4-1,1-4 0,-1 1-1,1 0 1,-1-1-1,0 1 0,0 0 1,0-1-1,0 1 0,0-1 1,0 1-1,-1-1 0,1 0 1,-1 0-1,-3 4 0,3-3-3,0-1-4,1-1-17,1-2 0,1-9 19,-1 6 5,1 0 0,0 1 0,-1-1 0,1 0 1,3-5-1,2-11-4,-4 8 2,1 1-1,1-1 0,0 1 1,0 0-1,8-13 1,3-11-8,-4 9 8,10-13-14,3 1 1,30-37-1,-42 62-23,2 2 0,-1 0 0,1 0 0,19-10 0,-26 18 45,1-1-1,-1 1 0,1 0 0,0 1 0,0 0 1,0 0-1,0 0 0,0 1 0,1 1 1,11-1-1,-20 1-3,1 0 1,0 0 0,0 0-1,-1 0 1,1 0-1,0 0 1,0 0 0,-1 0-1,1 0 1,0 0-1,0 0 1,-1 1 0,1-1-1,0 0 1,0 0-1,-1 1 1,1-1-1,0 0 1,-1 1 0,1-1-1,-1 1 1,1-1-1,0 1 1,-1-1 0,1 1-1,-1-1 1,1 1-1,-1 0 1,0-1 0,1 1-1,-1 0 1,0-1-1,1 1 1,-1 0 0,0 0-1,1 0 1,-1 0-1,0 0-1,0 0 1,0 0 0,0-1 0,0 1-1,1 0 1,-1 0 0,0 0 0,1-1-1,-1 1 1,0 0 0,1 0 0,-1-1-1,2 2 1,-2-1 1,1-1-1,0 1 1,-1 0-1,1 0 1,-1 0-1,1 0 1,-1-1 0,0 1-1,1 0 1,-1 0-1,0 0 1,0 0-1,0 0 1,1 2-1,-2 1 4,1 0 0,-1 0 0,0 0 0,0 0 0,-3 8 0,-1 4 14,1-3 11,-1-1 0,0 1 1,-12 19-1,17-31-28,-10 29 46,8-23-28,0 0 0,0-1 0,-4 10 0,-15 19 56,14-25-52,1 0-1,0 1 1,-7 18-1,10-22-18,1 0 5,0-1 0,0 0 0,1 1 0,0-1 0,0 1 0,0 10 0,1-16-10,-1 1 0,1-1 0,0 1 0,0-1 0,1 0 0,-1 1 0,0-1 0,0 0 0,1 1 0,-1-1 1,1 0-1,-1 1 0,1-1 0,-1 0 0,1 0 0,0 1 0,0-1 0,0 0 0,1 1 0,2 12-41,-2-11 35,1-1 0,-1 1 0,1-1 0,0 0 0,0 0 0,0 0 0,1-1 1,-1 1-1,4 1 0,33 8-24,-38-10 31,0-1 1,-1 0-1,1 0 1,0 0-1,0 0 1,0 0-1,0 0 1,0 0-1,0-1 0,0 1 1,2-2-1,6 0 11,13-2 12,3 1-38,0-1-1,0-2 0,0-1 1,44-17-1,-59 19 14,5-3-14,23-13 1,-34 18 2,0-1 0,0 0 0,0-1 1,0 1-1,-1-1 0,0 0 0,7-9 0,-2 1 11,-6 10 3,0 0 1,-1-1-1,1 1 0,-1-1 1,0 1-1,0-1 0,-1 0 1,1 1-1,-1-1 0,0 0 1,1-5-1,-2-46 34,0 55-34,0-1 0,0 0 0,0 0-1,0 0 1,0 1 0,0-1-1,0 0 1,-1 0 0,1 0-1,0 1 1,-1-1 0,1 0-1,0 0 1,-1 1 0,1-1-1,-1 0 1,1 1 0,-1-1-1,1 1 1,-1-1 0,1 1-1,-1-1 1,0 1 0,1-1 0,-2 0-1,-8-9 14,10 9-13,-1-1 1,0 0 1,0 0-1,-1 0 1,1 0-1,0 0 0,0 1 1,-1-1-1,0 0 0,1 1 1,-1-1-1,0 1 1,1 0-1,-5-3 0,4 3-3,0-1 0,0 1-1,0-1 1,-1 1 0,1 0-1,0 0 1,-1 0 0,1 0-1,-1 1 1,1-1 0,-1 0-1,1 1 1,-1 0-1,1 0 1,-1 0 0,0 0-1,1 0 1,-1 0 0,1 1-1,-1-1 1,1 1 0,-1-1-1,1 1 1,-1 0-1,-2 2 1,-32 23 45,34-24-44,0 1 0,1-1 0,-1 1 1,1 0-1,-1 0 0,1 0 0,0 0 0,0 0 0,1 0 0,-3 5 0,-18 59-190,21-61 200,0 0-1,0-1 0,1 1 0,0 0 0,0 0 0,0 0 0,1 0 0,0 0 0,0 0 0,1 0 0,-1-1 1,1 1-1,4 8 0,-2-7-66,1 0 1,-1-1-1,1 1 1,0-1-1,1 0 0,11 9 1,-10-8-174,-4-5 119,-1 0 0,1-1 0,0 1-1,-1-1 1,1 1 0,0-1 0,0 0-1,0 0 1,5 1 0,30 4-1465,-21-4 691,-3 0 497,0 0 0,0-1 0,0 0 0,0-1 0,0 0 0,0-1 0,22-5 0,9-2-75,-28 5 154,29-7 1,-29 5 176,-6 2 79,-1 0 1,16-8 0,-23 10 52,-1 0 1,1-1-1,-1 1 0,0-1 1,1 0-1,-1 1 1,0-1-1,0 0 0,0-1 1,0 1-1,-1 0 0,1 0 1,-1-1-1,3-4 1,-3 5 4,0-1 1,0 1-1,0 0 1,1-1-1,-1 1 1,1 0-1,2-3 1,-2 4 17,-1-1 0,1-1-1,-1 1 1,1 0 0,-1 0 0,0 0 0,2-4-1,15-23 556,-17 23-337,0 0 0,0-1-1,-1 1 1,0 0 0,-1-7 0,1-3 487,-1 10-497,0 0-1,0 0 0,-1 1 0,0-1 1,0 1-1,0-1 0,0 1 0,-1 0 1,0 0-1,0 0 0,0 0 1,-5-5-1,5 8-115,1 0-13,1 0 0,-1 0-1,0 1 1,0-1 0,0 1 0,0 0 0,0-1 0,0 1-1,-3-1 1,2 2-50,1-1 0,-1 1-1,1 1 1,-1-1-1,1 0 1,-1 1 0,0-1-1,1 1 1,-5 2-1,4-2-29,0 0 0,1 1 0,-1-1 0,0 1 0,1 0 0,0 0 0,-1 0 0,1 0 0,0 0 0,0 0 0,0 1 0,0-1 0,1 1 0,-1 0 0,0-1-1,1 1 1,-1 3 0,-14 20 106,13-22-112,0 1 1,0-1-1,1 1 1,-1 0-1,1 0 0,1-1 1,-3 8-1,-8 20 50,9-25-51,1 0-1,0 0 1,1 0-1,-1 0 1,1 0-1,1 1 1,-1-1-1,2 13 0,-1-9-16,0-10 2,0 1 0,0-1 0,0 0 1,1 1-1,-1-1 0,0 1 0,1-1 0,-1 0 1,1 1-1,0-1 0,1 2 0,-2-1-2,1-1 0,0 0 0,-1 0 0,1 0 0,-1 0-1,1 1 1,-1-1 0,0 0 0,1 0 0,-1 1 0,0 1-1,1 0-5,-1-1 0,1 1-1,0-1 1,1 1 0,-1-1 0,0 0-1,1 0 1,-1 1 0,1-1-1,0 0 1,-1 0 0,1 0-1,0-1 1,0 1 0,0 0-1,1-1 1,-1 1 0,3 0-1,-3-1 0,0 0 0,0 0-1,0-1 1,0 1 0,0 0-1,0-1 1,0 0 0,0 1-1,0-1 1,0 0-1,0 0 1,1 0 0,-1-1-1,0 1 1,0 0 0,0-1-1,0 1 1,0-1 0,0 0-1,0 0 1,0 0 0,0 0-1,-1 0 1,1 0-1,3-3 1,14-9-131,-16 11 114,0 0-1,0 0 0,0 0 0,0 0 0,0-1 0,4-4 0,16-14-61,-20 19 92,0 0 0,0-1 0,0 1 0,-1-1 0,1 1 0,-1-1 0,0 0 0,1 0 0,-1 0-1,2-5 1,-1-1 0,-3 8-3,1-1-1,-1 1 1,1-1 0,0 1-1,-1 0 1,1-1 0,0 1-1,0 0 1,0-1-1,2-1 1,-1 1-11,0-1 1,1 1-1,-1-1 0,0 1 0,-1-1 0,1 0 1,0 0-1,-1 0 0,0 0 0,3-6 1,-4-17 31,0 25-2,-2 7-4,1-6-16,-6 7 8,6 9 4,1 36-34,0-51 21,1 0 0,-1-1 1,1 1-1,-1-1 0,1 1 0,-1 0 0,1-1 0,-1 1 0,1-1 0,0 1 0,-1-1 0,3 1 0,-3-1 0,3 13 0,1-11 1,-1-1 0,1 1 0,-1-1 1,1 0-1,0 0 0,-1 0 0,1-1 1,0 1-1,0-1 0,-1 0 0,1 0 1,5-1-1,8-1 2,24-6 1,-22 3 1,11-1-19,-1-1 0,-1-2 0,0-1 0,0-1 0,49-28 0,-14-8 21,-38 26 21,-9 7 110,19-20 0,-33 32-123,2-3 42,0 1 0,-1-1 0,1 0 0,-1 0 0,0-1 0,-1 1 0,1-1 0,-1 1 0,0-1 0,-1 0 0,1 0-1,0-10 1,-2 12-32,-1 1 1,1 0-1,-1 0 0,1-1 0,-1 1 0,0 0 0,-1 0 0,-1-4 0,-1-3 31,2 7-47,0-1 0,0 1 0,-1 0-1,1-1 1,-1 1 0,0 0-1,1 1 1,-1-1 0,-1 0-1,-3-2 1,-2-1-5,-2 0 0,-11-6 0,15 10-4,1 0 1,-1 0-1,0 1 0,0 0 0,0 0 0,0 1 0,0 0 0,-8 0 0,-1 1-11,14-1 7,0 1 1,0 0 0,0 0-1,-1 0 1,1 0 0,1 0-1,-1 1 1,0-1 0,0 0-1,0 1 1,1 0 0,-1-1-1,1 1 1,-1 0 0,1 0-1,0-1 1,-2 4 0,1 1 1,0-3 4,0 0-1,1 1 1,0-1-1,-1 1 1,1-1-1,1 1 0,-1 0 1,0-1-1,1 1 1,0 0-1,0 0 1,0-1-1,0 1 1,0 0-1,2 5 0,2 1-6,-3-5-4,1-1-1,-1 0 0,1 1 0,0-1 1,1 0-1,4 7 0,35 31-53,-37-36 55,0-1 0,1 0 0,0 0 0,5 4 0,11 8-17,-20-16 26,-1 1 0,1-1 0,-1 0-1,1 0 1,-1 0 0,1 0 0,0 0-1,0-1 1,-1 1 0,5 0 0,-4 0 1,0-1-1,0 1 1,-1 0 0,1-1 0,0 1 0,0 0 0,-1 0 0,1 0 0,0 0 0,2 3 0,29 21 0,-27-20 1,0 0 1,0 0-1,1-1 0,-1 0 1,1 0-1,10 3 0,-12-5 0,-5-2-2,1 0 0,-1 0 0,0 0 0,0 0 0,0 0 0,1 0-1,-1 0 1,0 0 0,0 0 0,0 0 0,1 0 0,-1 0 0,0 0 0,0 0 0,0 0 0,0 1-1,1-1 1,-1 0 0,0 0 0,0 0 0,0 0 0,0 0 0,0 1 0,1-1 0,-1 0 0,0 0-1,0 0 1,0 1 0,0-1 0,1 17 20,-2-15-20,1-1-1,-1 0 0,0 1 0,1-1 0,-1 0 1,0 1-1,0-1 0,0 0 0,0 0 0,0 0 0,0 0 1,0 0-1,-2 1 0,-18 13-10,8-8 2,1-1 1,-2-1 0,1 0 0,-1-1-1,1-1 1,-27 4 0,-13 7-424,29-9-633,23-5 949,0 1 1,-1-1-1,1 0 1,0 0-1,0 1 1,-1-1 0,1 0-1,0 1 1,0-1-1,0 1 1,0 0-1,0-1 1,0 1-1,-2 1 1,-11 5-1860,14-7 1838,-1 1 0,1-1 1,-1 0-1,0 0 0,1 0 0,-1 1 0,1-1 1,-1 0-1,1 1 0,-1-1 0,1 0 0,-1 1 1,1-1-1,0 1 0,-1-1 0,1 0 0,0 1 1,-1-1-1,1 1 0,0-1 0,-1 1 0,1 0 1,0-1-1,0 1 0,0-1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2:37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223 206 132,'0'-1'213,"0"0"1,0 0-1,0 0 0,0 0 1,0 0-1,1 0 1,-1 0-1,0 0 0,1 0 1,-1 1-1,1-1 0,-1 0 1,1 0-1,1-1 0,-2 1-122,1 0 0,-1 1-1,1-1 1,-1 1 0,0-1-1,1 0 1,-1 1-1,0-1 1,1 0 0,-1 1-1,0-1 1,0 0 0,0 1-1,1-2 1,-1 1-7,0 1-1,1-1 1,-1 0 0,1 1 0,-1-1-1,1 1 1,0-1 0,-1 1 0,1-1-1,0 1 1,-1-1 0,2 0 0,-1 1 30,-1-1-22,0 1 1,1-1 0,-1 0 0,0 0 0,1 0 0,-1 1-1,0-1 1,0 0 0,0 0 0,0 0 0,0 0-1,0 1 1,0-1 0,0 0 0,0 0 0,0 0 0,0 0-1,-1 1 1,1-1 0,0 0 0,-1 0 0,1 1 0,0-1-1,-1 0 1,1 0 0,-1 1 0,1-1 0,-1 0 0,0 1-1,1-1 1,-1 1 0,1-1 0,-1 1 0,-1-1 0,1-7 1460,1 7-1485,0 1 0,0 0 0,0 0 0,0-1 0,0 1 0,0 0 1,0 0-1,0-1 0,0 1 0,0 0 0,0 0 0,0-1 0,0 1 0,0 0 0,0 0 0,0-1 0,-1 1 0,1 0 0,0 0 0,0-1 0,0 1 0,0 0 0,0 0 0,-1 0 0,1-1 0,0 1 0,0 0 0,-8-2 1138,8 1-1136,0 1 0,0 0 0,-1 0-1,1 0 1,0 0 0,0-1 0,-1 1 0,1 0 0,0 0 0,-1 0 0,1 0 0,0 0 0,0 0 0,-1 0 0,1 0 0,0 0 0,-1 0 0,1 0 0,0 0 0,-1 0 0,1 0 0,0 0-1,0 0 1,-1 0 0,1 0 0,0 1 0,-1-1 0,1 0 0,0 0 0,0 0 0,-1 0 0,1 1 0,0-1 0,0 0 0,-1 0 0,1 0 0,0 1 0,0-1 0,0 0 0,-1 1 0,-2 3 178,0-1 0,-1 0 0,0 1 1,0-1-1,0-1 0,-6 5 1,8-6-133,1 0-72,0 0 0,0-1 0,0 1 0,0 0 0,0 0 0,0 0 0,1 0 0,-1 0 0,0 0 0,1 0 0,-1 0 0,0 2 0,0-2-16,1 0-1,-1 0 1,1 0 0,-1 0-1,0 0 1,1 0-1,-1 0 1,0 0-1,0 0 1,0 0-1,0 0 1,-1 1-1,-5 2 82,1 1-1,0 0 0,0 0 1,0 0-1,-9 12 1,2-8-4,11-8-92,1-1-1,-1 1 0,1 0 0,-1 0 0,1 0 1,0 0-1,-1 0 0,1 1 0,0-1 0,-1 2 1,-2 4 30,3-5-18,0 0 0,0 0 0,0 1 0,-1-1 0,1 0 0,0 0 0,-1 0 0,0-1 0,1 1 0,-1 0 0,-3 2 0,4-3-15,-1 0 0,1-1 0,0 1 0,0 0 0,0 0 0,1 0 1,-1 0-1,0 0 0,0 1 0,0-1 0,0 2 0,-9 12 83,6-10-69,0 0 0,0 1 0,1 0 0,-1-1 0,-2 8 1,0 1-19,4-9-6,2-1 0,-1 1 0,0-1 1,1 1-1,0-1 0,0 1 0,1 8 0,0 4 2,-1-15-5,-1 0 1,1 0-1,0-1 1,0 1-1,0 0 0,0 0 1,1 0-1,-1-1 0,1 1 1,-1 0-1,1 0 1,-1-1-1,1 1 0,0 0 1,0-1-1,0 1 1,0-1-1,0 1 0,0-1 1,0 1-1,0-1 1,1 0-1,-1 0 0,0 0 1,1 1-1,-1-1 1,1-1-1,-1 1 0,1 0 1,0 0-1,-1 0 0,1-1 1,3 1-1,2 1-25,1-1-1,0 0 1,0 0-1,0-1 1,0 0 0,-1 0-1,1-1 1,0 0-1,0-1 1,0 0-1,-1 0 1,1 0-1,-1-1 1,7-4 0,7-2-106,-2 0 0,25-18 1,-35 22 101,0-2 0,-1 1 0,0-1 0,0 0 0,-1-1 0,12-15 0,-8 6 16,44-64-64,-51 78 71,-4 2 7,1 0-1,0 1 1,-1-1-1,1 0 1,0 0-1,-1 0 1,1 0-1,-1 1 0,0-1 1,1 0-1,-1 0 1,0 0-1,1 0 1,-1 0-1,0 0 1,0 0-1,0 0 1,0-1-1,0-1 2,1 1-1,-1-1 0,1 1 1,-1-1-1,1 1 1,1-5-1,0 5 4,-1-1-1,0 0 0,-1 0 1,1 0-1,-1 1 1,1-1-1,-1-3 1,0 5 0,0 0-1,1 0 1,-1 0 0,0 1 0,0-1-1,0 0 1,1 0 0,-1 0 0,0 1-1,1-1 1,-1 0 0,1 0 0,-1 1 0,2-2-1,-2 1 3,1 1-1,-1-1 1,1 0-1,-1 1 1,1-1-1,-1 0 1,1 0-1,-1 0 1,0 0 0,1 0-1,-1 1 1,0-1-1,0 0 1,0-2-1,-9 1 31,7-1 14,2 6-39,0-2-21,0-1 12,0 1-1,1-1 1,-1 0 0,0 0 0,0 0-1,0 1 1,0-1 0,0 0 0,0 0-1,0 0 1,0 0 0,0 1 0,0-1 0,0 0-1,0 0 1,0 0 0,0 1 0,-1-1-1,1 0 1,0 0 0,0 0 0,0 0-1,0 1 1,0-1 0,0 0 0,0 0-1,0 0 1,-1 0 0,1 0 0,0 1 0,0-1-1,0 0 1,-1 0 0,0 1 7,-1 1 0,1-1 0,-1 1 1,1-1-1,-1 1 0,1-1 0,0 1 1,-1 0-1,1 0 0,0 0 0,0 0 0,1-1 1,-1 1-1,0 0 0,1 1 0,-1-1 1,0 2-1,1-3-2,0 0 1,0 0-1,0 0 0,0 0 1,0 0-1,0 0 0,-1 0 1,1 0-1,0 0 0,-1 0 1,1 0-1,-1 0 1,1-1-1,-1 1 0,0 1 1,-3 4 21,1 3 10,3-8-30,-1 1-1,1-1 0,-1 1 0,1-1 0,-1 1 1,0-1-1,0 0 0,0 1 0,0-1 0,-2 2 1,2-2-3,0 0 0,0 0 0,0 1 0,0-1 0,1 0 0,-1 0 0,0 0 1,0 1-1,1-1 0,-1 0 0,1 0 0,-1 1 0,1-1 0,0 1 0,-1-1 0,1 0 1,0 1-1,0-1 0,0 1 0,0-1 0,0 3 0,0 0 3,0-3-4,0 1 0,0-1 0,0 1 0,-1-1 0,1 1 0,0-1 0,-1 1 0,1-1 1,-1 0-1,0 1 0,0 1 0,0-2-2,0 0 0,1 0 0,-1 0 1,0 0-1,1 0 0,0 1 0,-1-1 0,1 0 1,0 0-1,0 1 0,-1 0 0,1 9 8,0-8-8,0-1-1,-1 1 1,1 0-1,1 0 1,-1 0-1,0 0 1,1 0-1,-1-1 0,1 1 1,0 0-1,0 0 1,0-1-1,0 1 1,3 3-1,-3 5-17,-1-11 16,0 0 1,0 1-1,0-1 0,0 1 0,0-1 0,0 0 0,0 1 0,0-1 0,0 1 1,0-1-1,0 0 0,0 1 0,0-1 0,0 1 0,1-1 0,-1 0 1,0 1-1,0-1 0,0 0 0,0 1 0,1 0 0,4 1-9,0 0 0,0 0 0,1 0 0,-1 0 1,0-1-1,1 0 0,-1 0 0,1 0 0,-1-1 0,1 0 0,-1 0 0,1 0 0,-1-1 0,1 0 0,-1 0 0,0 0 0,1-1 0,-1 0 0,0 0 0,5-2 1,58-43-99,-59 40 105,-1 1 1,0-1 0,12-14 0,-12 13 1,-3 1-2,0 1 0,0-1 0,-1 0 0,0 0 1,3-9-1,9-15-17,-7 17 9,-3 6 11,-1 0 0,0 0-1,0-1 1,-1 0 0,4-11-1,-4 7 8,-1 1 1,-1-1-1,0 1 0,0-21 0,-2 31-7,0 0 0,-1 0 0,1-1 0,-1 1 0,1 0 0,-1 0 0,0 0 0,1 0-1,-1 0 1,0 0 0,0 0 0,-1 0 0,1 0 0,0 0 0,-1 1 0,-1-3 0,-1-1 4,2-2 8,2 7-12,0 0 0,0-1 1,0 1-1,0 0 0,0 0 0,0-1 1,0 1-1,0 0 0,0-1 0,0 1 0,-1 0 1,1 0-1,0-1 0,0 1 0,0 0 1,0 0-1,0-1 0,-1 1 0,1 0 1,0 0-1,0 0 0,0 0 0,-1-1 1,1 1-1,0 0 0,0 0 0,-1 0 1,1 0-1,0 0 0,0-1 0,-1 1 0,1 0 1,0 0-1,-1 0 0,1 0 0,0 0 1,0 0-1,-1 0 0,1 0 0,0 0 1,-1 0-1,1 0 0,0 0 0,-1 0 1,-1 0 16,2 8-38,0-3 10,-1-4 5,1 1-1,0 0 0,0-1 1,0 1-1,0 0 0,0-1 0,0 1 1,1 0-1,-1-1 0,0 1 1,2 2-1,0-2 0,-2-1 6,1-1 0,0 1 0,-1 0 0,1 0-1,0 0 1,-1 0 0,1 0 0,-1-1 0,0 1 0,1 0-1,-1 0 1,0 0 0,0 0 0,1 0 0,-1 0-1,0 2 1,1-1 0,0 1-1,0-1 1,1 0-1,-1 0 1,1 0-1,-1 0 0,1 0 1,-1 0-1,1-1 1,0 1-1,0 0 1,0-1-1,3 2 1,3 4-1,16 21-27,-13-14 10,-1-9 1,-2-2 4,-4 0 10,3 0-2,-5-2-6,-2 4 9,-2 8 3,-1-12 3,-1 1-1,2 5 0,2-6-2,1 0 1,-1 0-1,0 0 0,-1 0 1,1 0-1,0 0 0,0 0 0,0-1 1,0 1-1,-1 0 0,1 0 1,-1 1-1,-21 45 33,4-20-25,-15 48 17,32-73-23,0 0-1,1 1 1,-1-1 0,1 1 0,-1-1-1,1 1 1,0-1 0,0 1 0,0-1 0,1 5-1,0 4 3,-1-10-4,0-1 0,0 1 0,0 0 0,0-1 0,0 1 0,0 0 0,0-1 0,1 1 0,-1 0 0,0-1 0,0 1 0,1 0 1,-1-1-1,0 1 0,1-1 0,-1 1 0,0 0 0,1-1 0,-1 1 0,1-1 0,-1 0 0,1 1 0,0 0 0,15 4 0,-6-3 3,-8-2 1,1 1-1,0-1 1,-1 0-1,1 0 0,-1 0 1,1 0-1,0 0 1,3-1-1,11 0 13,-4-1-18,0 0 1,0-1-1,-1 0 0,1-1 0,20-10 1,4-5-48,-17 13 33,13-4-8,-27 7 22,13-6 17,0 0-1,0-2 1,26-18-1,-27 14 16,11-10 8,24-31-14,-47 48-26,0 0 0,7-18 0,-7 14-6,-5 9 8,0 0 1,0 0-1,0 0 0,-1-1 0,0 1 1,0 0-1,0 0 0,0 0 0,-1-6 1,0-2 4,1 8 3,0 0-1,0 0 1,0 0 0,-1 0-1,1 0 1,-1 0-1,0 0 1,0 0 0,0 0-1,0 0 1,-1 1-1,1-1 1,-1 0-1,0 1 1,0-1 0,1 1-1,-4-3 1,3 2-2,1 2-3,0 0 0,0 1 0,0-1 0,0 0 0,0 1 1,0-1-1,0 1 0,0-1 0,0 1 0,0 0 0,-1-1 0,1 1 0,0 0 0,0 0 1,0 0-1,0 0 0,-1 0 0,1 0 0,0 0 0,0 0 0,0 0 0,0 0 1,0 1-1,-3 0 0,-29 13-18,22-9 12,5-3 22,0 1 0,0 1 0,0-1 0,0 1 1,0 0-1,1 0 0,0 1 0,0 0 0,0-1 0,0 2 0,1-1 1,0 0-1,-5 11 0,-24 36 256,31-49-264,0 0 0,1-1 1,-1 1-1,1 0 1,0 0-1,0 0 0,0 0 1,1 0-1,-1 0 1,1 1-1,-1-1 0,1 0 1,0 0-1,0 0 1,0 1-1,1-1 0,-1 0 1,2 5-1,2-1 7,-3-5-17,-1-1-1,1 1 1,0 0-1,0-1 1,-1 1-1,0 0 1,1 0-1,-1-1 1,1 5 0,-1-4-3,0 1 1,1-1 0,-1 1-1,1-1 1,-1 1 0,1-1 0,0 0-1,0 1 1,0-1 0,1 0 0,-1 0-1,1 0 1,-1 0 0,1 0-1,-1 0 1,1 0 0,0 0 0,0-1-1,0 1 1,0-1 0,0 1 0,0-1-1,1 0 1,-1 0 0,0 0-1,1 0 1,-1 0 0,1 0 0,-1-1-1,1 1 1,-1-1 0,3 1 0,22-1-1183,0-1 0,-1-1 0,48-9 0,45-16-8096,-75 19 5361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27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1 868,'11'7'4021,"-11"-7"-4007,0 0-1,0 0 0,0 1 1,0-1-1,0 0 0,-1 0 1,1 0-1,0 1 1,0-1-1,0 0 0,0 0 1,0 1-1,0-1 1,1 0-1,-1 0 0,0 1 1,0-1-1,0 0 1,0 0-1,0 0 0,0 1 1,0-1-1,0 0 1,0 0-1,1 0 0,-1 1 1,0-1-1,0 0 1,0 0-1,0 0 0,1 0 1,17 7 735,-16-7-477,-2 8 1922,0 5 3704,0-13-5873,0 0-1,0 0 1,0 1-1,0-1 1,0 0 0,0 0-1,0 0 1,0 1-1,0-1 1,0 0-1,0 0 1,0 0-1,0 1 1,0-1-1,0 0 1,0 0-1,0 0 1,0 0-1,0 1 1,0-1-1,0 0 1,0 0 0,0 0-1,0 0 1,-1 1-1,1-1 1,0 0-1,0 0 1,0 0-1,0 0 1,0 0-1,0 0 1,-1 1-1,-3 0 147,4-1-130,0 0 1,0 0-1,-1 0 1,1 0-1,0 0 0,0 0 1,-1 0-1,1 0 1,0 0-1,0 0 0,0 0 1,-1 1-1,1-1 1,0 0-1,0 0 0,0 0 1,-1 0-1,1 0 1,0 1-1,0-1 0,0 0 1,0 0-1,0 0 1,-1 1-1,1-1 0,0 0 1,0 0-1,0 0 1,0 1-1,0-1 0,0 0 1,0 0-1,0 0 1,0 1-1,0-1 0,0 0 1,0 0-1,0 1 1,0-1-1,0 0 0,0 1 1,-9 0 427,-6 13 1060,13-13-1495,1 0 0,-1 0 0,1 1 0,-1-1-1,1 1 1,-1-1 0,1 1 0,0 0 0,0-1 0,-1 1 0,2 0 0,-1 0-1,0 0 1,-1 3 0,2-4-29,0 0 0,0 0 0,0 0 0,-1 0 0,1 0 0,0 0 0,-1 0 0,1 0 0,0 0 0,-1 0 0,1 0 0,-1 0 0,0-1 0,1 1 0,-1 0 0,0 0-1,1 0 1,-1-1 0,0 1 0,-1 0 0,-11 14 60,-16 30-9,28-44-55,1 0-1,-1-1 0,1 1 0,0 0 0,-1 0 1,1 0-1,0 0 0,-1 0 0,1 0 0,0 0 1,0-1-1,0 1 0,0 0 0,0 0 0,0 0 0,0 0 1,0 0-1,0 0 0,1 0 0,-1 0 0,0 0 1,1 0-1,0 1 0,7 11 2,-8-12-1,7 8 46,-5-6-32,1 0 0,-1-1 1,0 1-1,1-1 1,-1 0-1,1 1 0,0-1 1,5 3-1,6 9-49,-13-13 28,0 0 0,0 1 0,1-1 0,-1 0-1,0 0 1,0 0 0,1 1 0,-1-1-1,1-1 1,-1 1 0,1 0 0,1 1-1,-2-2 8,0 1-1,0-1 0,0 1 0,0-1 0,0 1 0,0 0 1,0-1-1,0 1 0,0 0 0,-1 0 0,2 2 0,8 6 7,25 20 8,-15-10-31,-6-5-5,-13-13 20,0 1 1,0-1-1,1 0 0,-1 0 1,0 1-1,0-1 0,1 0 0,-1 0 1,0 0-1,1-1 0,-1 1 1,3 1-1,-4-2 1,1 0 0,-1 0 0,1 0 0,-1 0 0,1 0 1,-1 0-1,1 0 0,-1 0 0,0 1 0,1-1 0,-1 0 0,1 0 0,-1 0 0,1 1 0,-1-1 1,0 0-1,1 1 0,-1-1 0,0 0 0,1 1 0,-1-1 0,0 0 0,0 1 0,1-1 0,-1 1 1,0-1-1,0 0 0,0 1 0,1-1 0,-1 1 0,0-1 0,0 1 0,0-1 0,0 1 0,0-1 1,0 1-1,0-1 0,0 1 0,-1 2 1,2-3 0,8 5 1,-9-5-2,0 1 0,0-1 0,1 0-1,-1 0 1,0 0 0,0 0 0,0 1 0,0-1 0,0 0 0,0 0 0,0 0 0,0 1-1,0-1 1,0 0 0,0 0 0,0 1 0,0-1 0,0 0 0,0 0 0,0 0 0,0 1-1,0-1 1,0 0 0,0 0 0,0 0 0,0 1 0,0-1 0,0 0 0,0 0 0,0 0 0,-1 0-1,1 1 1,0-1 0,0 0 0,0 0 0,0 0 0,-1 1 0,1-1 10,-1 1 1,1-1-1,0 0 1,-1 1-1,1-1 1,-1 1-1,1-1 1,-1 0-1,0 0 1,1 1 0,-1-1-1,1 0 1,-1 0-1,1 1 1,-1-1-1,0 0 1,0 0-1,-3 0 38,-1 1 0,1 0 0,0-1 0,-8 4 0,7-2-13,0-1 0,1 1-1,-1-1 1,0 0 0,-6 0 0,-33 5 56,-35-6-461,28 0-3646,49-8-2573,2 5 5739,0 1-1,0 0 0,0-1 0,0 1 1,2-5-1,7-7-2253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27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34 220 1940,'-2'0'374,"1"0"0,-1 0 0,0 0 0,1-1 0,-1 1 0,0-1 0,1 1 0,-1-1 0,1 1 0,-3-2 0,2 0 425,2 2-762,0 0 0,0 0 0,0 0 0,0 0 1,0-1-1,0 1 0,0 0 0,0 0 0,0 0 0,0-1 1,0 1-1,0 0 0,0 0 0,0 0 0,0 0 1,0-1-1,0 1 0,0 0 0,0 0 0,0 0 0,0-1 1,0 1-1,0 0 0,0 0 0,0 0 0,-1 0 0,1 0 1,0-1-1,0 1 0,0 0 0,0 0 0,0 0 1,-1 0-1,-3-2 210,4 2-215,0 0 1,0 0-1,-1 0 0,1 0 1,0 0-1,0 0 0,0 0 0,-1 0 1,1 0-1,0 0 0,0 0 0,0 0 1,-1 0-1,1 0 0,0-1 1,0 1-1,0 0 0,-1 0 0,1 0 1,0 0-1,0 0 0,0-1 0,0 1 1,0 0-1,0 0 0,-1 0 1,1 0-1,0-1 0,0 1 0,0 0 1,0 0-1,0-1 0,0 1 0,0 0 1,0 0-1,0 0 0,0-1 1,0 1-1,0-1 407,0 0-397,0 1 0,0 0 0,0 0 0,0 0 0,0-1 0,0 1 0,-1 0 0,1 0 0,0-1 0,0 1 0,0 0 0,0 0 0,1-1 0,-1 1 0,0 0 0,0 0 0,0 0 0,0-1 0,0 1 0,0 0 0,0 0 0,0 0 0,0-1 0,0 1 0,1 0 0,-1 0 0,0 0 0,0-1 0,0 1 0,0 0 0,1 0 0,-1 0-22,0 0 1,1 0 0,-1 0-1,0 0 1,1 0 0,-1 0-1,0 0 1,1 0 0,-1 0-1,0 0 1,0 0 0,1 0-1,-1 0 1,0 0-1,1 0 1,-1 0 0,0-1-1,0 1 1,1 0 0,-1 0-1,0 0 1,0 0 0,1-1-1,-1 1 1,0 0 0,0 0-1,1 0 1,-1-1 0,0 1-1,0 0 1,0-1 0,0 1-1,0 0 1,1 0 0,-1-1-1,0 1 1,0 0-1,0-1 1,9-1 554,0-5-314,-8 5-245,0 1 1,1-1-1,0 1 1,-1 0-1,1 0 1,0-1-1,-1 1 1,4-1-1,3-2 15,0 0-1,13-11 1,17-9-9,26-10-5,-42 22-31,-19 11 13,0-1 0,0 1 0,0-1 0,0 0 0,0 0 0,3-3 0,-2 1 5,0 1-1,0 0 1,10-4 0,-11 5 2,1 0-1,-1 1 0,0-1 0,0-1 0,0 1 0,5-5 0,-7 5 1,0 2 2,-1 0 1,0-1-1,0 1 0,0 0 1,0-1-1,1 1 0,-1 0 1,0 0-1,0-1 0,1 1 1,-1 0-1,0 0 0,1-1 1,-1 1-1,0 0 0,1 0 1,-1 0-1,0 0 0,1-1 1,-1 1-1,0 0 0,1 0 1,-1 0-1,0 0 0,1 0 1,-1 0-1,1 0 0,-1 0 1,1 0-1,1 0 626,-4 0-411,-6-3-168,7 5-1230,1-1 225,0-6-2329,0-3-4161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4:03:28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891 151 496,'-2'-1'297,"0"0"-1,0 0 1,0 0 0,0-1-1,1 1 1,-1-1-1,1 1 1,-1-1 0,1 0-1,-1 0 1,1 0 0,0 1-1,-2-5 1,3 5-259,-3-2 188,1 1 0,-1 0 0,1-1 0,-1 1 0,0 0 0,0 0 0,0 0 0,-6-2 0,-2-2 379,1 0-220,6 3-254,0 1 0,0-1 0,0 1 0,1-1 0,-1 0 0,1-1 0,-5-5 0,5 6-21,0 0 0,0 1 0,-1-1 0,1 1 0,0-1 0,-1 1-1,0 0 1,-5-2 0,-8-5 284,9 5-94,1 0-1,-1 1 1,1 0-1,-1 0 1,0 1 0,-13-2-1,4 1 645,-31 0-1,29 4-533,1 0-1,-1 2 1,1 0 0,0 1-1,0 0 1,0 2 0,0 0-1,1 1 1,0 0 0,1 2-1,0 0 1,-27 19 0,37-22-331,0 0 0,0 0 0,-9 13 0,-8 7 96,7-9 5,2 0 0,-20 30-1,-21 44 362,44-71-463,-12 23 216,-32 88-1,32-71-138,22-59-154,-35 98 199,32-83-161,0 1 0,1-1 0,1 0 0,-1 26 0,5 15 135,20 111-1,-20-157-155,2 0-1,-1 1 1,9 15 0,-2-5 48,-8-17-46,0 0-1,0-1 0,1 0 0,0 1 0,0-1 0,5 6 0,13 16 143,-19-22-131,1 0 0,0 0 0,0-1 0,1 1 0,-1-1 0,1 0 0,0 0-1,0 0 1,4 2 0,5 2 65,24 8 0,-14-5-11,-16-9-66,0 1 0,0-1 0,-1 0 0,1 0 0,0-1-1,0 0 1,0-1 0,0 1 0,0-1 0,10-3 0,-6 2 16,4-1-5,-1-2 0,0 0 0,0 0-1,-1-1 1,0-1 0,16-10 0,4-2 9,-16 10-25,-1 0 1,26-21 0,6-6 10,-29 24-13,24-24 1,5-8 36,4-3 96,68-80 0,-104 104 54,-1-1 0,-1 0 0,16-41 0,-28 62-179,2-8 101,-1-1 1,1 0-1,0-12 1,1 3 65,-5 18-159,0 1 1,1-1-1,-1 0 1,0 0-1,0 1 1,-1-1-1,1 0 1,-1 0-1,1 1 1,-1-1-1,-1-3 1,-2-7 71,0-5 70,-1 1 0,-9-24 0,10 33-131,2 2-8,0 1 1,0-1-1,-1 1 0,0-1 1,-5-6-1,-9-11 63,13 16-67,-1 0 0,0 1 0,0-1 0,-12-10 0,-84-52 136,92 64-161,-1 1 0,0 0 0,1 0-1,-1 1 1,-1 0 0,-14-2 0,1 2-18,-42-1 1,38 4-322,1 2 0,0 2 0,-1 0 0,1 2 0,1 0 0,-1 2 0,1 1 0,-31 16 0,51-22-29,0 1 1,0 0-1,1 0 1,-1 1-1,1-1 1,0 1 0,0 0-1,-4 7 1,4-6-750,1 1 0,0-1 0,0 1 1,-3 8-1,7-14 557,-1 1 0,1 0 0,-1 0 1,1 0-1,0-1 0,0 1 0,0 0 0,0 0 0,0 0 1,0-1-1,1 1 0,-1 0 0,1 2 0,8 10-3755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02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8 856,'11'5'14938,"-11"-10"-12331,0 3-1917,0 2-655,0 0 0,0 0 0,0 0-1,0 0 1,0-1 0,0 1 0,0 0 0,0 0 0,0 0 0,0 0-1,0-1 1,0 1 0,0 0 0,0 0 0,0 0 0,0 0-1,0-1 1,0 1 0,0 0 0,0 0 0,0 0 0,0 0 0,0 0-1,0-1 1,0 1 0,0 0 0,0 0 0,-1 0 0,1 0-1,0 0 1,0 0 0,0 0 0,0-1 0,0 1 0,0 0 0,-1 0-1,1 0 1,-1 0-56,0 0 45,1 0 0,0 0-1,0 0 1,-1 0 0,1 0-1,0 0 1,0 0 0,-1 0 0,1 0-1,0 0 1,0 0 0,-1 0 0,1 0-1,0 0 1,0 0 0,-1 0-1,1 0 1,0 0 0,0 1 0,0-1-1,-1 0 1,1 0 0,0 0 0,0 0-1,0 0 1,-1 1 0,1-1-1,0 0 1,0 0 0,0 1 0,0-1-1,-1 0 1,1 0 0,0 0 0,0 1-1,0-1 1,0 0 0,0 0 0,0 1-1,0-1 1,0 0 0,0 0-1,0 2 1216,0 6-1186,0-7-51,0-1 0,0 1 0,0 0-1,1 0 1,-1 0 0,0-1 0,0 1 0,1 0-1,-1-1 1,0 1 0,1 0 0,-1-1 0,1 1 0,-1 0-1,1 0 1,0-1 1,-1 1 1,1 0-1,-1-1 0,1 1 0,-1 0 0,1 0 1,-1-1-1,1 1 0,-1 0 0,0 0 0,0 0 0,1-1 1,-1 1-1,0 0 0,0 1 0,0 282 1216,0-276-1180,-1 0 0,-3 14 0,2-13 18,0 0-1,0 17 1,2 62 1,0-86-50,0 0 0,0 0 1,-1-1-1,1 1 0,-1 0 1,1 0-1,-1-1 0,1 1 1,-2 2-1,1-3 9,0 1 1,0 0-1,1 0 0,-1 0 0,0 0 0,1 0 0,0 0 1,-1 0-1,1 3 0,0 4 216,0-7 8,0-5-182,0 1-22,0 2-45,0 0-1,0 0 1,0-1-1,0 1 1,0 0-1,0-1 1,1 1 0,-1 0-1,-1-1 1,1 1-1,0 0 1,0-1-1,0 1 1,0 0 0,0-1-1,0 1 1,0 0-1,0-1 1,0 1-1,-1 0 1,1 0 0,0-1-1,0 1 1,-1-1-1,-17-11-1080,16 10 674,0 0 0,0 0 0,0 1 0,0-1 0,0 0 0,0 1 0,-1 0 0,-3-2-1,-4-3-2363,6-5-1518,0 8 2826,-1-8-7215,5 3 5908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03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563 241 180,'0'-109'6579,"0"107"-6454,0 0-1,-1-1 0,1 1 1,-1 0-1,1 0 1,-1 0-1,0 0 0,-1-4 1,1 4-3,0 1 0,1-1-1,-1 0 1,0 1 0,1-1 0,0 0 0,-1 0 0,1-2-1,-1 1 133,1-1 0,-1 1 0,0 0 0,0 0 0,-1 0 0,1 1 0,0-1 0,-1 0 0,0 0 0,1 1 0,-1-1 0,-4-3 0,-4-8 818,8 11-857,1 1 1,-1 0-1,0 0 0,0 0 1,0-1-1,0 2 1,0-1-1,0 0 1,0 0-1,0 1 1,-1-1-1,1 1 1,-1 0-1,1 0 1,-1 0-1,0 0 1,1 0-1,-5 0 1,-5-1 276,1 0-1,-1 1 1,-13 1 0,17 0-290,3 0-135,0 1-1,-1-1 0,1 1 0,0 0 0,0 1 0,0-1 0,0 1 0,-8 3 1,-1 3 111,-20 14 0,6-3-55,19-13-86,-1 0 1,1 0-1,0 1 0,1 0 0,-11 11 1,-16 31 130,24-35-100,1 1-1,0 1 1,1-1 0,-7 20-1,-1 0 42,8-18-31,1 1 0,1 0 0,-6 23 1,-10 37 115,15-54-98,1 0 0,-8 49 0,3 147 219,11-174-281,0-11-2,4 42 0,3-23 14,20 77 0,17 26 67,-35-136-80,0 1 0,22 37-1,-30-58-31,22 30 33,-3-6-9,-13-13-13,1-1 0,1 1-1,0-2 1,1 1-1,0-1 1,1 0 0,11 9-1,-10-11 3,0-1-1,0 0 1,0-1-1,1 0 1,0 0 0,0-1-1,1-1 1,-1 0-1,1-1 1,22 3 0,-26-5-3,0-1 1,1 1-1,-1-2 1,0 1-1,1-1 1,-1-1 0,0 0-1,0 0 1,0-1-1,0 0 1,-1 0 0,1-1-1,-1 0 1,0-1-1,13-9 1,9-5 38,-23 14-34,1 1 0,-1-1 0,-1 0 0,13-11 1,-2-3 28,-1 3 26,-1-1 0,0-1 0,-1 0 0,17-31 0,-12 7 124,-2-2 1,-1 0 0,11-52 0,-18 55-84,0 9-25,4-41 1,-11 54-52,4-32 103,-2-1 0,-5-100 1,-2 129-70,1-6 69,-2 1 1,0 0 0,-16-50 0,10 53-45,0-1-1,-23-38 1,4 17-33,16 24-46,0 1 0,-31-36 0,7 18-28,-45-38-1,56 51-2,6 5-66,18 19 9,0 1 0,0 0 1,-1 0-1,1 0 0,-1 0 0,1 0 1,-1 1-1,0-1 0,1 1 1,-1-1-1,0 1 0,0 0 0,0 0 1,0 0-1,0 1 0,0-1 0,0 1 1,-4-1-1,3 1-118,1 0-1,-1 1 1,1-1 0,-1 0-1,1 1 1,-1 0 0,1 0 0,0 0-1,-1 0 1,1 1 0,0-1-1,-5 4 1,2 0-585,0 0-1,0 0 1,1 1 0,-7 9-1,8-10 118,2-2 61,0-1 0,-1 1-1,1 0 1,1 0 0,-1-1-1,0 1 1,1 1 0,-1-1-1,1 0 1,0 0 0,0 0 0,0 1-1,1-1 1,-1 0 0,1 1-1,0-1 1,0 0 0,0 5-1,0 12-3087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07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34 261 588,'0'0'134,"0"0"0,0 0 0,-1 0 0,1 1 1,0-1-1,0 0 0,0 0 0,0 1 0,0-1 0,0 0 0,0 0 0,0 0 0,0 1 0,0-1 0,0 0 1,0 0-1,1 1 0,-1-1 0,0 0 0,0 0 0,0 0 0,0 1 0,0-1 0,0 0 0,0 0 1,1 0-1,-1 1 0,0-1 0,0 0 0,0 0 0,1 0 0,0 0-284,-1 0 213,0 1 1,0-1-1,1 0 0,-1 0 0,0 0 0,0 0 1,1 0-1,-1 0 0,0 0 0,0 0 0,1 0 1,-1 0-1,0 0 0,0 0 0,1-1 0,-1 1 1,0 0-1,0 0 0,1 0 0,-1 0 0,0 0 1,0 0-1,1-1 0,-1 1 0,0 0 0,0 0 1,0 0-1,1-1 0,-1 1 0,1-6 5417,-1 6-5396,0 0-1,0-1 1,0 1-1,0 0 1,0 0 0,0 0-1,0 0 1,0 0-1,0-1 1,0 1-1,0 0 1,0 0-1,0 0 1,0 0-1,0-1 1,0 1-1,0 0 1,0 0-1,0 0 1,0 0-1,0-1 1,0 1-1,0 0 1,0 0 0,0 0-1,0 0 1,-1 0-1,1 0 1,0-1-1,0 1 1,0 0-1,0 0 1,0 0-1,0 0 1,-1 0-1,1 0 1,0 0-1,-1 0 74,1 0-100,0-1-1,-1 1 0,1 0 0,0 0 0,0 0 0,-1 0 0,1 0 1,0 0-1,-1 0 0,1 0 0,0 0 0,0 1 0,-1-1 0,1 0 1,0 0-1,0 0 0,-1 0 0,1 0 0,0 0 0,0 0 1,-1 1-1,1-1 0,0 0 0,0 0 0,0 0 0,-1 1 0,1-1 1,0 0-1,0 0 0,0 1 0,0-1 0,-1 0 0,1 0 0,0 1 1,0-1-1,0 0 0,0 0 0,0 1 0,0-1 0,0 0 1,0 0-1,0 1 0,0 0 581,0 4 1543,0-5-2144,0-1 1,-1 0-1,1 1 1,0-1-1,0 0 1,-1 1-1,1-1 1,0 1 0,-1-1-1,1 1 1,0-1-1,-1 1 1,1-1-1,-1 1 1,1-1-1,-1 1 1,1-1-1,-1 1 1,1 0-1,-2-1 1,2 1-60,-2-1 146,-7-6 70,2 0-102,6 7-87,1 0-1,-1-1 0,1 1 1,-1 0-1,1-1 0,0 1 1,-1-1-1,1 1 0,0-1 0,-1 1 1,1-1-1,0 1 0,0-1 1,-1 1-1,1-1 0,0 1 1,0-1-1,0 1 0,0-1 1,0 1-1,0-1 0,0 0 0,0 1 1,0-1-1,0 1 0,0-2 1,0-38-6,0 39-11,2 0 2,18-19-17,-17 18 25,-1 0 0,1 0 0,-1 0 0,1 0 0,3-6 0,10-8-14,3 0-6,81-70-17,-92 80 25,0 0-1,11-5 0,-12 7 5,-7 4 10,1 1-1,0 0 1,-1-1 0,1 1 0,0-1 0,0 1 0,0-1 0,-1 1-1,1-1 1,0 1 0,0-1 0,1 1 0,-1 1-2,-1 0 0,12 6-13,-11-7 14,0-1 2,-1 1-1,1-1 1,0 0-1,-1 1 1,1-1-1,-1 0 1,1 1-1,-1-1 1,0 0-1,1 1 0,-1-1 1,1 1-1,-1-1 1,0 1-1,1-1 1,-1 1-1,0-1 1,0 1-1,1 0 1,-1-1-1,0 1 1,0-1-1,0 1 1,0 0-1,1 0 1,-1 0 0,0 0 0,0 0 0,0 0 0,0-1 0,1 1 1,-1 0-1,0 0 0,1 0 0,-1 0 0,0-1 0,1 1 1,-1 0-1,2 1 0,-1-1 0,-1-1 1,1 1-1,-1 0 0,1 0 1,-1 0-1,1-1 0,-1 1 0,0 0 1,1 0-1,-1 0 0,0 0 1,0 0-1,1 1 0,0 20 14,-1-16-9,1-1 0,-1 1 0,0 0 0,-1-1 0,1 1 0,-3 9 0,-39 128 51,-68 166 20,98-267-81,11-34 4,-1-1 0,0 1 0,0-1 0,-1 0 0,0 0 0,-5 9 0,6-14 2,1 0 0,0-1 0,0 1 1,0-1-1,0 1 0,1 0 0,-1-1 1,0 1-1,1 0 0,-1 0 1,1-1-1,-1 1 0,1 0 0,0 3 1,0-2 1,-1 0 1,1 0 0,-1 0-1,1 0 1,-1-1 0,-1 5-1,-4 17-205,11-27 99,-5 3 102,0 0 0,0 0 0,1 0-1,-1 0 1,0-1 0,0 1 0,1 0 0,-1 0 0,0 0 0,0 0-1,1 0 1,-1 0 0,0 0 0,0 0 0,1-1 0,-1 1 0,0 0-1,0 0 1,0 0 0,0 0 0,1-1 0,-1 1 0,0 0 0,0 0-1,0 0 1,0-1 0,0 1 0,0 0 0,1 0 0,-1-1 0,0 1-1,0 0 1,0-3 16,1 1-1,-1 0 0,1 0 0,-1 0 1,1-1-1,0 1 0,0 0 0,0 0 1,0 0-1,3-3 0,18-23 135,-11 15-168,-7 8 17,0 1 0,0-1 0,1 1 0,-1 0 0,1 0 0,0 1 0,1-1 1,-1 1-1,8-3 0,-2 0-8,-9 5 8,-1 0 0,1 1 0,-1-1 1,1 0-1,0 1 0,-1-1 0,1 1 0,0-1 1,0 1-1,-1 0 0,4-1 0,60-6-28,-1 7 49,-63 0-15,1 0 0,-1-1-1,1 1 1,-1-1 0,0 1 0,1-1 0,-1 0 0,0 0-1,1 1 1,-1-1 0,0 0 0,1-2 0,3 0 19,1-2-54,-1 1 0,0-1 1,0 0-1,-1-1 0,0 1 1,0-1-1,4-7 0,-5 8-3,2-2-88,-1 0 1,0-1 0,0 0-1,-1 1 1,0-1 0,0 0-1,-1 0 1,0-1 0,1-10-1,-3 17 69,1-1-1,-1 1 1,0 0-1,1 0 1,-1 0-1,1 0 1,-1 0 0,1 0-1,1-2 1,-1 3-32,0-1 0,-1 0 1,1 0-1,0 1 0,-1-1 1,1 0-1,-1 0 0,0-4 0,0-146-13949,2 126 11631,7-2-146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08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979 426 1680,'-8'-23'2564,"-8"-44"0,5 22-538,9 38-1571,-1 0 0,0 1 0,0-1 0,-1 1 0,-5-8 0,2 5 205,2 0-255,-2 0 0,1 1 0,-1 0 0,0 0 0,-1 1-1,0-1 1,0 2 0,-1-1 0,1 1 0,-1 1 0,-1 0-1,1 0 1,-1 0 0,-10-2 0,-29-11 362,33 11-583,0 1 0,-1 1 0,1 1 0,-26-4 0,19 5-80,-80-4 271,83 7-296,0 1 1,0 0-1,-23 5 0,18 0-5,0 1-1,0 1 1,0 1-1,-31 16 1,46-18-60,-1 0 0,1 0 0,0 1-1,1 0 1,-11 11 0,3-1 14,-22 31 0,2 14-16,26-42 8,1 1 1,0 1-1,2 0 0,0 0 1,-4 25-1,5-23 10,3-2 4,1-1 0,0 1-1,2 0 1,1 31 0,0-19-8,3 1 7,0 0 0,11 39 0,-12-60-25,10 35 38,3 0 0,30 71 0,-18-51-11,107 209 86,-115-248-107,2-1-1,0 0 0,2-2 0,2-1 0,29 26 1,-40-40-3,0-1-1,1-1 1,0 0 0,1-1 0,0-1 0,1 0 0,20 7-1,-26-12-4,1 0-1,0-1 0,0 0 0,1-1 1,-1-1-1,0 1 0,1-2 1,-1 0-1,1-1 0,-1 0 0,18-4 1,-10 0 2,0-2 0,-1 0 0,1-1 0,-1-1 0,-1-1 0,0 0 0,21-16 0,2-7 14,63-65 0,-40 21 1,-16 17-14,-16 20 71,-2-1 0,27-50 0,-18 14 255,-25 46-145,-11 22-119,1 0-1,-2 0 1,0-1 0,0 1-1,1-11 1,5-23 54,-5 28-62,1 0 0,-2 0 0,0 0 0,-1 0 0,-1-17 0,-10-76 415,6 75-269,-4-13 50,-2 1-1,-25-73 1,22 78-170,0 4 4,-1 1 1,-2 0-1,-1 1 1,-44-64-1,39 72-51,-1 0 0,-29-25 0,40 41-36,-1 0 0,0 0 0,0 1 0,-1 1 1,0 0-1,-1 1 0,-25-10 0,-5 4-11,-60-10 1,60 14-6,-41-4-312,-15 6-1195,95 7 1249,0 0 0,1 0 0,-1 1 0,0-1 0,1 1 0,-1 1 0,1-1 0,-1 1 0,1 0 0,0 0 0,-10 6-1,-3 2-2361,-29 22-1,39-26 1197,0 1-1,0 1 0,-6 8 1,-18 17-4187,1-7 1545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13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15 516,'0'0'1458,"2"0"-331,7 0 2679,-9 20 4392,0-20-8172,0-1 0,0 1 0,0 0-1,0 0 1,0-1 0,0 1 0,0 0-1,1-1 1,-1 1 0,0 0 0,0 0-1,0 0 1,0-1 0,0 1 0,0 0-1,1 0 1,-1 0 0,0-1 0,0 1 0,0 0-1,1 0 1,-1 0 0,0 0 0,0-1-1,1 1 1,-1 0 0,0 0 0,0 0-1,1 0 1,-1 0 0,0 0 0,0 0-1,1 0 1,-1 0 0,0 0 0,0 0-1,1 0 1,-1 0 0,0 0 0,1 0-1,-1 0 1,0 0 0,1 0-93,1 0 1427,-13 1 822,11 0-2182,0-1 0,0 0 0,0 0 0,0 1 0,0-1 0,0 0 0,0 1 0,-1-1 0,1 0 0,0 0 0,0 1 0,0-1 0,0 0 0,0 0 0,-1 1 0,1-1 0,0 0 0,0 0 0,-1 0 0,1 1 0,0-1 0,0 0 0,-1 0 0,1 0 0,0 0 0,0 0 0,-1 1 0,1-1 0,0 0 0,0 0 0,-1 0 0,1 0 0,0 0 0,-1 0 0,1 0 0,0 0 0,-1 0 0,1 0 0,0 0 0,0 0 0,-1 0 0,1-1 0,0 1 0,-1 0 0,0 0 249,1-13-201,0 25-23,0-11-26,2-1-17,-2 0 18,1 0 1,-1 0-1,0 0 0,1 0 0,-1 0 0,1 0 0,-1 0 1,1 0-1,-1 0 0,0 0 0,1 0 0,-1 0 1,0 0-1,1-1 0,-1 1 0,1 0 0,-1 0 0,0 0 1,1-1-1,-1 1 0,0 0 0,0 0 0,1-1 0,-1 1 1,0 0-1,1-1 0,-1 1 0,0-1 5,-1 5-3,1-3 13,-2-1-34,-7 0 60,9 1-94,0 4 63,0-4-7,0-2-5,0 0 2,0 1 0,0 0-1,0 0 1,0-1 0,0 1 0,0 0 0,0 0 0,0 0 0,0-1 0,0 1 0,0 0-1,0 0 1,-1-1 0,1 1 0,0 0 0,0 0 0,0 0 0,0-1 0,0 1-1,-1 0 1,1 0 0,0 0 0,0 0 0,0-1 0,-1 1 0,1 0 0,0 0-1,0 0 1,0 0 0,-1 0 0,1 0 0,0 0 0,0 0 0,-1 0 0,1 0 0,-4 0-1,2 0 13,4 0-103,7 0 129,-9 0-36,0 0 0,0 1 0,0-1 0,0 0 0,1 0 0,-1 1-1,0-1 1,0 0 0,0 0 0,0 0 0,0 1 0,0-1 0,0 0-1,0 0 1,-1 1 0,1-1 0,0 0 0,0 0 0,0 1 0,0-1-1,0 0 1,0 0 0,0 0 0,0 1 0,-1-1 0,1 0 0,0 0-1,0 0 1,0 0 0,0 1 0,-1-1 0,-3 0 8,3 0-8,8 0 2,-7 0-67,0-1 66,0 1 0,0 0 1,0 0-1,1 0 0,-1-1 0,0 1 1,0 0-1,0 0 0,0-1 0,0 1 0,0 0 1,0 0-1,0-1 0,-1 1 0,1 0 0,0 0 1,0 0-1,0-1 0,0 1 0,0 0 0,0 0 1,0-1-1,0 1 0,-1 0 0,1 0 0,0 0 1,0 0-1,0-1 0,0 1 0,-1 0 1,-6 0-12,5 0-16,4 0-6,5 0 24,-5 0 12,-2-5-16,9 10 26,-7-5-23,-2 0 5,0 0 0,0 1 0,0-1 0,0 0 0,1 0 0,-1 1 0,0-1 0,0 0 0,0 0 0,0 0 0,0 1 0,0-1 0,0 0 0,0 0 0,-1 1 0,1-1 0,0 0 0,0 0 0,0 1 0,0-1 0,0 0 0,0 0 0,0 0 0,0 1 0,-1-1 0,1 0 0,0 0 0,0 0 0,0 0 0,0 1 0,-1-1 0,-6 0-6,5 0 89,2-6 1,0 11-138,0-1 1,-1-4 36,-7-3 23,6 3 23,2 11-14,0-14-25,0 2 40,11 0 56,-11 0-68,0 1 0,0-1 1,0 1-1,-1 0 0,1-1 1,0 1-1,0 0 1,0-1-1,0 1 0,0-1 1,0 1-1,0 0 1,0-1-1,0 1 0,0 0 1,1-1-1,-1 1 1,0-1-1,0 1 0,0 0 1,0-1-1,1 1 0,-1 0 1,0-1-1,0 1 1,0 0-1,1 0 0,-1-1 1,0 1-1,1 0 1,-1 0-1,0-1 0,1 1 1,-1 0-1,0 0 1,1 0-1,-1-1 0,0 1 1,1 0-1,-1 0 1,0 0-1,1 0 0,-1 0 1,1 0-1,-1 0 0,0 0 1,1 0-1,1 0 129,0 0-256,5 0 49,-5 0 24,-2 0 5,0 0 31,0-1 1,0 1-1,0 0 1,0 0 0,0-1-1,0 1 1,-1 0-1,1 0 1,0-1-1,0 1 1,1 0 0,-1 0-1,0 0 1,0-1-1,0 1 1,0 0-1,0 0 1,0-1-1,0 1 1,0 0 0,0 0-1,0 0 1,1-1-1,-1 1 1,0 0-1,0 0 1,0 0 0,0 0-1,0-1 1,1 1-1,28-1 10,-28-1-11,0 0 0,10 0 2,22-5 0,11 1 7,-34 2 1,-9 4-8,0-1 1,-1 1 0,1 0 0,0-1-1,0 1 1,0 0 0,-1-1 0,1 1-1,0 0 1,0 0 0,0 0 0,-1 0-1,1 0 1,2 0 0,1-1-4,2 1-2,-1 0-1,1-1 1,-1 2-1,0-1 1,8 2-1,-6 2 5,-3-2-5,3-2 3,-7 1 9,1 1-1,-1-1 1,1 1-1,-1 0 1,0-1 0,0 1-1,0 0 1,0-1 0,0 4-1,0-4-2,0 1 3,0 1 0,-1-1-1,1 0 1,0 1 0,-1-1 0,1 0 0,-1 0-1,0 1 1,0-1 0,0 0 0,0 0 0,0 0-1,0 0 1,-1 0 0,1-1 0,-3 4 0,1-2 3,1-1 0,0 1 0,0 0 0,0 0 0,-2 6 0,1-2-3,2-5-5,1-1 0,-1 1 0,1 0 0,-1 0 0,0-1 1,0 1-1,0 0 0,0-1 0,0 1 0,-1-1 0,1 0 0,0 1 0,-1-1 0,1 0 0,-1 0 0,-2 2 1,1-1-2,1 0 0,-1 0 0,1 0 1,0 0-1,0 1 0,0-1 1,-3 4-1,-7 9 6,10-13-5,0 0 0,1 0 0,-1 0 0,1 1 0,-1-1 1,0 4-1,-6 8 3,7-14-4,1 1 0,0-1 0,0 1 0,-1-1 0,1 1 0,0 0 0,0-1 0,0 1 0,0-1 0,0 1 0,0-1 0,0 1 0,0-1 0,0 1 0,0 0 0,0 0 0,0 0 0,0-1 0,0 1 1,0-1-1,0 1 0,0 0 1,0-1-1,0 1 0,0-1 1,0 1-1,0-1 0,0 1 1,0 0-1,-1-1 0,1 1 1,0-1-1,-1 2 0,-6 1-12,7-3 12,0 0 1,0 0-1,0 0 0,0 0 1,0 0-1,0 0 0,0 0 1,0 0-1,0 0 0,0 0 1,0 0-1,0-1 1,0 1-1,0 0 0,0 0 1,0 0-1,1 0 0,-1 0 1,0 0-1,0 0 0,0 0 1,0 0-1,0 0 1,0 0-1,0 0 0,-1 0 1,1 0-1,0-1 0,0 1 1,0 0-1,0 0 0,0 0 1,0 0-1,0 0 1,0 0-1,0 0 0,0 0 1,0 0-1,0 0 0,0 0 1,0 0-1,0 0 0,0 0 1,0 0-1,0 0 1,2-2-1,3-1-11,-3 5-7,-1 0 16,1-1 0,-1 1 0,1-1 0,0 0 0,-1 0 0,1 0 0,0 0 0,0 0 0,0 0 0,3 1 0,-5-2 3,9 4 1,-7-4 1,1 1 0,-1 0 0,0 0-1,0-1 1,0 0 0,0 1 0,1-1 0,3 0 0,27 0 66,-32 0-69,-1 0 0,1 0 0,0 0 0,0 0 0,0 1 0,0-1 0,-1 0 0,1 0 0,0 1 0,0-1 0,-1 1 0,1-1 0,1 1 0,6 2-14,-6-3 9,-2 0 4,1 0 1,-1 0-1,1-1 0,-1 1 0,1 0 1,-1 0-1,1 0 0,-1 0 0,1 0 1,-1 0-1,1 0 0,-1 0 0,1 1 1,-1-1-1,1 0 0,-1 0 0,0 0 1,1 0-1,-1 1 0,1-1 0,-1 0 1,1 0-1,-1 1 0,0-1 0,1 0 1,-1 1-1,1 0 0,8 9-23,-9-8 27,0 0-1,0 0 1,1 0-1,-1-1 1,1 1-1,-1 0 1,1 0-1,1 3 1,-1-3-1,0-1 0,0 1 0,-1 0 0,1 0 0,-1 0 0,1 0 0,-1-1 0,1 5 0,-1-5-1,0 0 1,0 0-1,0 0 1,0-1-1,1 1 1,-1 0-1,0 0 1,1 0-1,-1 0 1,1 0-1,-1-1 1,1 1-1,-1 0 0,2 1 1,-2-2 0,1 1 0,-1-1-1,0 0 1,1 1 0,-1-1 0,0 1 0,1-1 0,-1 1-1,0-1 1,0 1 0,1-1 0,-1 1 0,0-1 0,0 1-1,0-1 1,0 1 0,0-1 0,0 1 0,0-1 0,0 1-1,0-1 1,0 1 0,0 0 0,0-1 0,0 1 0,0-1-1,0 1 1,0-1 0,-1 2 0,0 0 3,-1 0 0,1 1 0,0-1 0,0 1 0,0 0 0,1-1-1,-1 1 1,0 0 0,1-1 0,0 6 0,0-7-3,0 0 0,0-1 0,-1 1-1,1 0 1,0 0 0,0 0 0,0 0-1,-1 0 1,1 0 0,-1-1 0,1 1 0,0 0-1,-1 0 1,1-1 0,-2 2 0,2-1-1,-1-1-1,1 1 1,-1 0 0,1 0 0,-1-1 0,1 1 0,-1 0 0,1 0 0,0 0 0,-1 0-1,1 0 1,0 0 0,0-1 0,0 1 0,0 1 0,0-1-1,-1 0 0,1 0 0,0 0 0,0 0 0,-1 0 0,1 0 0,0 0 0,-1 0 0,1 0 0,-1 0 0,1 0 0,-1-1 0,0 1 0,1 0 0,-1 0 0,0-1 0,0 1 0,1 0 0,-3 0 0,-5 8-12,7-8 17,0 0 1,0 0-1,0 0 1,0 0 0,0 0-1,0 0 1,0-1 0,0 1-1,0 0 1,0 0 0,0-1-1,0 1 1,-1-1-1,1 1 1,0-1 0,0 0-1,-1 1 1,1-1 0,-2 0-1,-8 2 77,11-2-77,-1 1-1,1-1 0,-1 0 1,0 0-1,1 0 1,-1 0-1,1 0 0,-1 0 1,0 0-1,1 0 1,-1 0-1,1 0 0,-1 0 1,0 0-1,1-1 0,-1 1 1,0 0-1,-1-1-6,-1 1-1,1 0 1,0 0 0,0 0-1,-1 1 1,1-1-1,0 0 1,0 1 0,-1 0-1,1-1 1,0 1-1,-4 2 1,-14 3-5,-4-13 43,17 7-8,4 0-53,0 0-1,0 0 1,0 0 0,0 0-1,0 0 1,-3 1 0,5 0-100,-1 0 0,1 0 1,0-1-1,-1 1 1,1 0-1,-1-1 1,1 0-1,0 1 1,-1-1-1,1 0 0,-1 0 1,1 1-1,-1-1 1,1 0-1,-4-1 1,-2 4-2360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6:59:14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683 363 372,'0'-12'1365,"1"8"-927,-1 0 0,0 1 0,0-1 1,0 0-1,-1 0 0,1 0 0,-2-5 0,-42-107 4035,30 96-3678,12 18-659,0 0-1,0 0 1,0-1-1,1 1 0,-1-1 1,1 1-1,-2-5 1,1 2 138,0 0 1,0 0 0,0 0-1,0 0 1,-1 0-1,1 1 1,-7-9 0,-4 0 582,11 11-680,-1 0 0,1 0 0,0 0 0,0 0 0,0-1 0,0 1 0,-1-4-1,2 4-61,0 0 0,1 1-1,-1-1 1,0 0-1,0 1 1,0-1-1,0 0 1,0 1 0,0-1-1,-1 1 1,1 0-1,0-1 1,-1 1-1,1 0 1,-1 0 0,0 0-1,-2-2 1,-18-13 816,19 13-831,0 0 0,0 1 0,-1-1 0,1 1 0,-1 0 0,1 0 0,-1 0 0,0 0 0,0 0 0,-7-1 0,-3 1-30,0 1 0,0 0 1,0 1-1,0 0 1,0 2-1,0-1 0,0 2 1,0 0-1,1 0 1,-1 1-1,1 1 1,-17 8-1,16-5-44,1 2 0,0-1 0,1 2 0,-12 11 0,23-21-25,-5 5 12,0 2 0,0-1 1,-10 16-1,-5 8 16,10-18-16,4-4 1,0 0 0,-10 16 1,16-22-9,-11 17 34,2 1 1,0 0 0,1 0-1,1 1 1,-8 34 0,14-38-26,0-5-19,0-1 1,-4 13-1,2-8 9,1-1-1,0 1 0,1 0 0,2 0 1,0 23-1,1-14 0,0 1-5,1-1 0,6 27-1,1 2 41,-4-14 60,13 54 0,-7-50-34,-6-23-53,1 1 1,1-1-1,10 24 0,67 124 2,-77-159-13,0 0 1,0-1-1,1 0 0,0 0 1,19 17-1,-8-11 14,1 0 1,22 12-1,-32-23-12,0 0 1,0-1-1,1 1 1,-1-2-1,1 0 0,0 0 1,18 1-1,-11-2 4,1 0 1,-1-2-1,32-3 0,-35 0-5,25-7 0,-18 3 5,-8 3 5,-1-1-1,1 0 0,-1-1 1,0-1-1,21-14 0,-23 14 5,-6 3-3,1 0 0,-1 0 0,0-1 1,0 0-1,4-6 0,11-10 40,5-6 90,-1-1 0,30-45 0,-48 64-103,5-7 99,-2-1 1,0 0-1,-1-1 0,10-35 0,-7 21 104,-7 22-135,-2-1 0,0 0 0,0 1 1,1-18-1,-4-48 433,0 31-288,0 24-56,-7-40 1,5 40-94,-4-11 80,-15-43 0,8 32-95,9 25-51,-13-23 1,-3-11 0,14 33-6,-1 1 0,-13-23 0,12 24-3,-28-38 93,22 34-71,3 5 51,-1 0 0,-22-20 0,15 15 3,11 14-61,0 0-1,0 1 0,-1 0 1,-12-7-1,-7-3-5,25 14-38,0 1 0,-1-1-1,1 1 1,0 0 0,-5-1-1,-12-4-23,18 5 11,1 1 0,0-1 0,0 0 1,-1 1-1,1-1 0,-1 1 0,1 0 0,-4-1 0,-15-2-254,17 2 20,1 0 0,-1 0 0,0 1 0,0-1 0,1 1 0,-1 0 0,0 0 0,0 0 0,0 0 0,0 1 0,1-1 0,-1 1-1,0 0 1,1 0 0,-1 1 0,1-1 0,-1 1 0,1 0 0,-4 2 0,5-2-284,1 0-1,-1 0 0,1 0 1,-1 0-1,1 1 0,0-1 1,0 0-1,0 1 0,0-1 1,-1 6-1,-3 6-2763,4-13 2910,1 0 1,0 0-1,-1 0 1,1 0-1,0 0 1,0 0-1,0 0 1,0 0-1,-1 0 0,1 0 1,0 0-1,1 0 1,-1 0-1,0 0 1,0 0-1,0 0 1,1 0-1,-1 0 1,1 1-1,8 6-3475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1:59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42 1212,'2'-1'907,"5"-4"-234,-5 4 549,0 1-1063,-2 0-147,0 0 0,1 0 1,-1 0-1,1 0 0,-1 0 0,0 0 1,1 0-1,-1 1 0,0-1 0,1 0 1,-1 0-1,1 0 0,-1 0 0,0 1 0,1-1 1,-1 0-1,0 0 0,0 1 0,1-1 1,-1 0-1,0 1 0,1-1 0,0 10 8625,-1-10-8575,0-1 1,-1 1 0,1 0-1,0 0 1,0 0 0,0-1-1,0 1 1,0 0 0,0 0-1,0-1 1,0 1 0,0 0 0,0 0-1,0-1 1,0 1 0,0 0-1,0 0 1,0 0 0,1-1-1,-1 1 1,0 0 0,0 0-1,0 0 1,0-1 0,0 1 0,0 0-1,1 0 1,-1 0 0,0-1-1,0 1 1,1 0 0,-1 0-42,0 0-1,1 0 1,-1 0 0,0 0 0,1 0 0,-1 0-1,0 0 1,1 0 0,-1 0 0,0 0-1,1 0 1,-1 0 0,0 0 0,1-1 0,-1 1-1,0 0 1,0 0 0,1 0 0,-1 0 0,0-1-1,1 1 1,-1 0 0,2-13 1026,-2 13-1036,0 0 1,0 0-1,0-1 1,0 1 0,0 0-1,0 0 1,0-1 0,0 1-1,0 0 1,-1 0 0,1 0-1,0 0 1,0-1-1,0 1 1,0 0 0,0 0-1,0 0 1,0-1 0,0 1-1,-1 0 1,1 0 0,0 0-1,0 0 1,0 0-1,0 0 1,-1-1 0,1 1-1,0 0 1,0 0 0,0 0-1,0 0 1,-1 0 0,1 0-1,0 0 1,0 0-1,0 0 1,-1 0 0,1 0-1,0 0 27,-1 0 0,1 0-1,0 0 1,-1 0 0,1-1 0,0 1-1,0 0 1,-1 0 0,1 0-1,0 0 1,0 0 0,-1 0-1,1-1 1,0 1 0,0 0 0,-1 0-1,1 0 1,0-1 0,0 1-1,0 0 1,0 0 0,-1-1-1,1 1 1,0 0 0,0 0 0,0-1-1,0 1 1,0 0 0,0-1-1,0 1 1,0 0 0,0 0-1,-1-1 1,1 1 0,0 0 0,1-1-1,-1 1 1,0-1 0,0 1-10,0 0 0,0 0 0,0-1 1,0 1-1,0 0 0,-1 0 0,1-1 1,0 1-1,0 0 0,0 0 0,0 0 1,0-1-1,0 1 0,0 0 0,0 0 1,-1 0-1,1-1 0,0 1 0,0 0 1,0 0-1,-1 0 0,1 0 0,0-1 1,0 1-1,0 0 0,-1 0 0,1 0 1,0 0-1,0 0 0,0 0 0,-1 0 1,1 0-1,0 0 0,-1 0 0,1 0-13,0 0-1,-1 0 0,1 0 1,0-1-1,0 1 0,0 0 0,-1 0 1,1 0-1,0 0 0,0 0 0,-1 0 1,1 0-1,0 0 0,0-1 0,0 1 1,-1 0-1,1 0 0,0 0 1,0 0-1,0-1 0,0 1 0,0 0 1,-1 0-1,1 0 0,0-1 0,0 1 1,0 0-1,0 0 0,0 0 0,0-1 1,0 1-1,0 0 0,0 0 1,0-2 1404,0 10-1330,0 4-103,1-7 24,-1 0 0,0 0-1,-1 0 1,1-1 0,-2 9 0,1-10-5,-1 5 17,0 0-1,0 0 1,1 0-1,0 10 1,0-9 9,1 0 1,-5 17-1,3-17-8,1 1-1,-1 17 0,1-13 4,-4 22 0,3-22 0,-1 24-1,2-28-7,0 1 0,-3 12 0,2-12 11,1-1 1,-1 14-1,1-15-1,0 0 0,-3 15-1,2-16 1,1 1 0,-1 13 0,2-17-7,-1 0 0,0 0 0,1 0 0,-4 8 0,3-9 3,0 1 0,0-1 0,0 1 0,0 7-1,1 2 32,1-10-20,0 1-1,-1 0 1,0 0 0,0 0 0,-1-1 0,1 1-1,-3 8 1,-3-7 92,6-6-123,-1 0 1,1 0 0,0 0-1,0 0 1,0 0 0,0 0 0,0 0-1,0 0 1,0 0 0,0 0-1,0 0 1,0 0 0,0 0-1,-1 0 1,1 0 0,0 0-1,0 0 1,0 0 0,0 0-1,0 0 1,0 0 0,0 0-1,0 0 1,0 0 0,0 0-1,-1 0 1,1 0 0,0 0-1,0-1 1,0 1 0,0 0 0,0 0-1,0 0 1,0 0 0,0 0-1,0 0 1,0 0 0,0 0-1,0 0 1,0 0 0,0 0-1,0 0 1,0 0 0,0-1-1,0 1 1,0 0 0,0 0-1,0 0 1,0 0 0,0 0-1,0 0 1,0 0 0,0 0-1,0 0 1,0 0 0,0-1-1,-13-1-182,6-2-360,0 0-1,0 0 0,-14-5 0,18 8 211,1 0 0,0 0 0,0 0 0,0-1 0,-1 1-1,1-1 1,0 0 0,1 1 0,-1-1 0,0 0 0,0 0 0,1 0 0,0-1 0,-1 1 0,1 0 0,-2-4 0,1 1-511,0 1 0,1-1 0,-1 0 1,1 0-1,0 0 0,0 0 1,0-9-1,-1-8-1953,-7-4-193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715 160 320,'0'-2'244,"0"0"1,0 0-1,0 0 0,-1 0 1,1 0-1,-1 0 0,1 0 1,-1 0-1,1 0 0,-1 1 1,0-1-1,0 0 0,0 1 1,0-1-1,0 0 0,0 1 1,0-1-1,-1 1 0,1-1 1,-1 1-1,1 0 0,-1 0 1,-1-2-1,-30-24 1683,11 6-806,0 1-219,0-1 36,8 9-456,13 11-390,0 0 1,-1-1-1,1 1 0,0 0 1,-1 0-1,1 0 0,0 0 1,-1 0-1,1 0 0,-1 0 1,0 1-1,1-1 0,-1 0 1,0 1-1,1 0 0,-1-1 1,-3 1-1,-5 0 333,5-1-300,0 1 0,0 0 0,0 0 0,1 1 1,-1-1-1,0 1 0,1 0 0,-1 0 0,0 1 0,1-1 0,-1 1 0,-7 5 0,-3 2 61,0 1 0,0 0 0,1 1 0,0 1-1,-21 24 1,10-5 42,5-7 31,1 0 1,-16 28-1,13-11 128,2 0 0,2 2 0,-21 70 0,34-91-229,1-1 0,-2 25-1,1-11 0,3-8-91,0 0 1,3 31-1,0-12 13,1-20 0,0 1 0,7 28 0,-1-12 79,-6-29-115,2 0 0,0 0 0,0 0 1,9 17-1,5 15 7,-13-32-37,-2-5-4,0 0 0,0-1 0,7 12-1,8 12 10,-10-16-8,2-1 1,-1 1-1,2-1 0,19 22 1,2-2 17,-25-27-18,0 1 0,0-2 0,1 1 0,0-1 0,11 8 0,-1-2 13,-14-10-14,1 0 0,-1 0 0,1 0 0,-1 0 1,11 3-1,0-1 8,0-1 0,0 0 0,0-1 0,1-1 0,16 1 0,-25-3-3,-3 0-3,0 0 0,1 1 1,-1-2-1,0 1 0,0-1 0,0 1 0,0-1 0,0 0 0,0 0 1,0-1-1,0 1 0,-1-1 0,8-4 0,13-9 73,-5 4-41,0 0 1,-2-1 0,1-1 0,-1-1-1,-1-1 1,15-16 0,-12 7 17,-9 14-27,-1-1 1,-1-1-1,0 1 0,0-1 1,9-21-1,37-81 125,-48 101-130,-2 5 6,-1 0-1,0 0 1,2-11-1,0-13 261,2-57 1,-6 59-156,0 15-69,-1-1-1,-3-21 1,-19-106 151,3 68-158,15 48-47,-2 0 0,-1 1 0,-10-27 0,-35-65 47,27 64-47,22 49-17,0 1 0,0-1 0,0 0 0,-8-7 0,7 7 1,0 0-1,-1-1 1,-3-7-1,2 5 5,1 0-1,-2 0 0,1 1 1,-1-1-1,0 2 1,0-1-1,-10-6 0,4 2 4,4 5-3,1 1 0,-1-1 0,1 2 0,-1-1 1,-1 1-1,-15-5 0,-20-8-42,38 14 5,0 1 0,0 0 0,0 0 0,0 1-1,-1 0 1,1 0 0,0 0 0,-11 1 0,3 1-141,1 0 0,-1 1-1,1 0 1,-1 1 0,1 0 0,0 1 0,-19 9 0,9-2-602,1 0 0,-43 29 0,-38 36-3449,81-58 2918,-37 33-4140,40-32 3254,-22 15-1879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1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56 152 1388,'1'-5'513,"0"0"-1,1 0 0,-1 1 1,1-1-1,0 0 1,6-7-1,-5 6-167,22-43 1384,-24 47-1635,0-1 75,0 0 0,1 0 1,-1 0-1,0 0 1,1 0-1,0 1 1,0-1-1,0 0 1,0 1-1,3-4 1,2 1 394,-7 4-481,1 1-1,-1-1 0,1 1 1,-1-1-1,1 0 1,-1 1-1,1 0 1,0-1-1,-1 1 1,1-1-1,0 1 1,0 0-1,-1 0 1,1-1-1,0 1 1,1 0-1,-2 0-46,0 0-1,0-1 1,0 1 0,0 0-1,0 0 1,1 0-1,-1 0 1,0 0 0,0 0-1,0 0 1,0-1 0,0 1-1,0 0 1,0 0-1,0 0 1,1 0 0,-1 0-1,0-1 1,0 1 0,0 0-1,0 0 1,0 0-1,0 0 1,0-1 0,0 1-1,0 0 1,0 0 0,0 0-1,0 0 1,0-1 0,0 1-1,0 0 1,0 0-1,0 0 1,-1 0 0,1-1-1,0 1 1,0 0 0,0 0-1,0 0 1,0 0-1,0 0 1,0 0 0,0-1-1,-1 1 1,1 0 0,0 0-1,0 0 1,0 0 0,-1 0-12,1 0 1,0 0 0,-1 0 0,1 0 0,0 0 0,-1 0 0,1 0 0,0 0 0,-1 0 0,1 0 0,0 0 0,-1 0-1,1 0 1,0 1 0,0-1 0,-1 0 0,1 0 0,0 0 0,-1 0 0,1 1 0,0-1 0,0 0 0,0 0 0,-1 1-1,1-1 1,0 0 0,-1 1 0,0 11 434,2-8-468,-1-2 43,0-1 0,0 1 0,0-1 0,0 0 0,1 1 0,-1-1 0,1 0 0,-1 0 1,1 1-1,-1-1 0,2 1 0,-1-1 1,-1 1 1,1-1 0,0 0 0,-1 0 0,1 1-1,-1-1 1,1 1 0,-1-1 0,0 0-1,0 1 1,0 1 0,2 46 856,-1-24-368,-1 0-1,-4 39 0,0-47-273,2-7-35,1-1 0,-1 18 0,1-13 90,-3 23-1,1-21-3,0 27 0,2-15 41,-8 47 0,8-63-291,0 0 1,2 15-1,-1-15-11,0-1-1,-2 17 1,-2-6 67,-1 44 0,5-1 62,-1-62-164,1 0-1,0 0 1,-1 0 0,1-1-1,-1 1 1,-1 4 0,0-4 12,1 1 1,0-1-1,0 1 0,1 0 1,-1-1-1,1 7 1,-1-9-33,1-1 0,0 0 0,0 1 0,0-1 0,0 1 0,0-1 0,0 0 0,-1 1 1,1-1-1,0 0 0,0 0 0,-1 1 0,1-1 0,0 0 0,0 1 0,-1-1 0,1 0 0,0 0 1,-1 0-1,1 1 0,0-1 0,-1 0 0,1 0 0,0 0 0,-1 0 0,1 0 0,-1 0 0,1 0 1,0 1-1,-1-1 0,1 0 0,0 0 0,-1 0 0,1-1 0,-1 1 0,1 0 0,0 0 1,-1 0-1,1 0 0,0 0 0,-1 0 0,1 0 0,0-1 0,-1 1 0,1 0 0,-1-1 0,-17-7-2123,13 5 1367,1 0 0,0-1 0,0 1 1,0-1-1,0 0 0,1 0 0,0 0 1,0 0-1,0-1 0,-3-4 1,3-12-2377,-6-5-168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2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76 411 1228,'-1'-5'474,"1"1"0,-1-1 0,0 0 0,0 0 0,0 0 0,-1 1 0,0-1 0,0 1 0,0-1 0,-3-4 0,2 5-358,3 1-25,-1 0 0,0 0 0,0 0 0,1 0 1,0 0-1,0 0 0,0-1 0,0 1 0,0 0 0,1-3 0,0-7 152,-1 9-177,-1 1-33,1 0 0,0 0 0,0 0 0,1 1 0,-1-1-1,0 0 1,1 0 0,0 0 0,-1 1 0,1-1 0,1 0 0,-1 1 0,0-1 0,3-3 0,-2 2 0,0 0-1,0-1 1,-1 1 0,1-1 0,0-4 0,9-20 167,1 4-7,-7 13-39,1 1-1,1-1 0,8-11 0,28-32 572,-40 52-659,0-1 0,1 1 1,-1-1-1,7-3 0,-6 4 29,0 0-1,-1 0 1,1 0 0,3-5 0,-4 6-54,-1 1 1,1-1 0,0 1 0,0 0 0,-1 0-1,1 0 1,0 0 0,0 0 0,0 0 0,0 1-1,0 0 1,4-1 0,0 5 99,-4-3-116,-1 0 0,0 0 0,0 0 0,1 0 0,-1 1 0,0-1 0,0 0 0,0 1 0,-1 0 0,4 2 0,16 50 669,-19-49-592,-1 0 0,0 0 0,-1 0 1,1 1-1,-1-1 0,0 0 0,-2 8 1,1 8 167,0-11-149,0 1 1,-1-1 0,-1 1-1,1-1 1,-2 0 0,-4 11-1,-4 11 90,7-16-74,-12 20 0,10-21-49,-8 21 0,11-24-59,-1 0 0,-1-1 0,-8 15 1,-10 17 23,16-23-34,3-7 11,-1 0 0,-9 16-1,-26 46 154,27-48-88,-18 28-1,26-45-83,0 0 0,0 1-1,-7 21 1,8-19-14,-5-1 9,9-12-6,0 1 0,0 0 0,1 0 0,-1-1 0,0 1 0,0 0 1,1 0-1,-1 0 0,0 0 0,1 0 0,-1 0 0,1 0 1,-1 0-1,1 2 0,-1-3-2,1 0 1,0 0 0,-1 0-1,1 0 1,0 0 0,-1 1-1,1-1 1,0 0 0,-1 0-1,1 0 1,-1 0-1,1 0 1,0 0 0,-1 0-1,1 0 1,0 0 0,-1 0-1,1-1 1,-1 1 0,1 0-1,0 0 1,-1 0-1,1 0 1,0-1-3,1 1 2,0-1 0,-1 1 0,1 0 0,-1-1 0,1 1 0,-1 0-1,0-1 1,1 1 0,-1 0 0,1-1 0,-1 1 0,0-1 0,1 1 0,-1-1 0,0 1-1,1-1 1,-1 1 0,0-1 0,0 0 0,0 1 0,0-1 0,1 1 0,-1-1 0,0 0-1,0-2-8,1 1-1,0 0 0,0-1 0,1 1 0,-1 0 0,0 0 0,1-1 0,2-2 0,3-4-19,-6 6 21,1 1 0,0 0 0,0 0 0,0 0 0,0 0 0,0 0 0,1 0 0,-1 0 0,0 1 0,1-1 0,-1 1 0,1 0 0,0 0 0,-1 0-1,1 0 1,0 0 0,0 1 0,-1-1 0,6 0 0,-4 1-4,-1 0 0,0-1 0,1 1 1,-1 1-1,0-1 0,1 0 0,-1 1 0,0 0 0,1 0 0,-1 0 0,0 0 1,0 0-1,0 0 0,0 1 0,0 0 0,5 3 0,-2 1-13,-3-4 24,1 1-1,-1 0 0,0 0 0,-1 0 1,1 1-1,4 5 0,-4 0 21,-2-7-10,-1 0 0,1 1-1,0-1 1,0 0 0,1 0 0,1 4-1,2 1 20,-1 0 0,1 1 0,-2 0 0,6 15 0,-3-8 11,-3 13-4,1-21-18,-3-5-11,-1-1 1,1 1-1,0 0 0,-1-1 1,1 1-1,-1 0 0,1 0 1,-1-1-1,0 3 0,0-3-3,0-1 0,0 1-1,0-1 1,0 1 0,0-1-1,1 1 1,-1-1 0,0 1-1,0-1 1,0 1 0,0-1-1,1 1 1,-1-1 0,0 1-1,0-1 1,1 1 0,-1-1-1,0 0 1,1 1 0,-1-1-1,0 0 1,1 1 0,-1-1-1,1 1 1,0-1-1,-1 0 1,0 1-1,1-1 1,-1 0-1,0 0 0,1 1 1,-1-1-1,0 0 1,1 1-1,-1-1 1,0 1-1,0-1 1,0 0-1,1 1 0,-1-1 1,0 1-1,0-1 1,0 1-1,0-1 1,0 0-1,0 1 0,0-1 1,0 1-1,0 0 1,0 0-2,1-1 1,-1 1 0,0 0-1,0 0 1,0 0-1,0-1 1,1 1 0,-1 0-1,0-1 1,1 1-1,-1 0 1,0 0 0,1-1-1,-1 1 1,1 0-1,0 0 1,0-1 0,-1 1 0,1 0 0,-1 0 0,1 0-1,-1 0 1,1-1 0,-1 1 0,0 0 0,1 0-1,-1 0 1,0 0 0,0 0 0,0 0 0,0 1-1,0-1 2,1-1 0,-1 1-1,0 0 1,0-1-1,0 1 1,0-1-1,1 1 1,-1-1-1,0 1 1,1-1 0,-1 1-1,0-1 1,1 0-1,-1 1 1,0-1-1,1 1 1,-1-1-1,1 0 1,-1 1 0,1-1-1,-1 0 1,1 0-1,-1 1 1,1-1-1,-1 0 1,1 0-1,-1 0 1,1 1 0,0-1-1,20 2-41,-15-2-125,0 0 0,-1 0 0,1-1 0,-1 0 0,1 0 0,-1 0 0,1-1 0,-1 0 0,0 0 0,0 0 0,0 0 0,0-1 0,0 0 0,0 0 0,-1 0 0,0-1 0,7-6-1,-6 6 92,-1 0 0,1 0 0,-1-1 0,0 1 0,-1-1 0,1 0 0,-1 0-1,0 0 1,4-11 0,-5 11 52,0-1-1,-1 1 1,2 0-1,-1 1 1,1-1-1,-1 0 1,7-7-1,-6 7 29,0 0 1,0-1-1,0 1 0,-1-1 0,3-9 0,-4 10 17,3-25 282,-1 22-205,-2 6-42,0-1 0,0 0-1,0 1 1,0-1-1,-1 1 1,1-1-1,-1-4 1,0 5 4,0 0 1,1 0-1,-1 0 0,1 0 1,-1 0-1,1 0 1,-1 0-1,3-3 1,-2 3 5,-1 1 1,1-1 0,0 0 0,-1 0-1,1 0 1,-1 0 0,1 0 0,-1-3 0,0-64 2334,0 69-2373,0-1 0,0 0 0,0 1 0,0-1-1,0 1 1,-1-1 0,1 1 0,0-1 0,0 0 0,-1 1 0,1-1 0,0 1 0,-1-1 0,1 1 0,0 0 0,-1-1 0,1 1 0,-1-1 0,1 1-1,-1 0 1,1-1 0,-1 1 0,1 0 0,-1-1 0,0 1 26,-2-6 1932,4 9-1430,-1-2-444,0-1-110,0 1 1,0-1-1,0 0 1,0 0-1,0 0 1,0 0-1,0 0 1,-1 0-1,1 1 1,0-1-1,0 0 1,0 0-1,0 0 1,0 0-1,0 0 1,0 1-1,0-1 1,0 0-1,0 0 1,0 0-1,0 0 1,0 0-1,0 1 1,0-1-1,0 0 1,1 0-1,-1 0 1,0 0-1,0 0 1,0 0-1,0 1 1,0-1-1,0 0 1,0 0-1,0 0 1,0 0 0,0 0-1,1 0 1,-1 0-1,0 0 1,0 0-1,0 0 1,0 1-1,0-1 1,0 0-1,1 0 1,-1 0-1,0 0 1,0 0-1,0 0 1,0 0-1,0 0 1,1 0-1,-1 0 1,6 2 54,-5-1-51,-1-1 0,0 0 0,0 1 0,0-1 0,1 0 0,-1 1 1,0-1-1,0 1 0,0-1 0,0 0 0,1 1 0,-1-1 0,0 1 0,0-1 0,0 0 0,0 1 0,0-1 0,0 1 0,0-1 0,0 0 0,-1 1 0,3 11 176,0-7-129,0 1 0,-1 0-1,1-1 1,-1 1 0,0 0-1,-1 0 1,0-1 0,0 10 0,0-12-36,0 0-1,1 0 1,-1-1 0,1 1 0,0 0 0,2 6 0,-2-7-10,0 1 0,0-1 0,-1 0 0,1 1 1,-1-1-1,1 6 0,-2 12 34,1-14-33,-1 1-1,1-1 0,1 0 0,-1 1 0,3 9 1,-2-13-9,1 2 8,-1 0-1,1 1 1,-1-1-1,0 1 0,-1-1 1,1 11-1,-1-15-8,0 0 0,0 0 0,1 0 0,-1-1 1,0 1-1,1 0 0,-1 0 0,0 0 0,1 0 0,-1 0 0,1 0 0,-1 0 0,2 0 0,-1 0-8,-1 0 0,1-1 0,-1 1 1,0 0-1,1 0 0,-1-1 0,1 1 0,-1 0 0,0 0 0,0 0 0,1-1 0,-1 3 1,0-2-134,1 4-3432,-2-12-358,6-13 190,-4 17 3138,0 0 0,0 0 0,0 0 0,0 0 1,-1-1-1,1-4 0,-1-19-2600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2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70 1316,'-2'-4'397,"0"1"-1,1 0 0,-1-1 1,1 1-1,0-1 0,0 0 1,0 1-1,1-1 1,-1 0-1,1 1 0,0-1 1,0 0-1,1-6 1,-1-1-202,0 10-157,2 1-55,-2 0 10,1 0-1,-1 0 1,0 0-1,1 0 1,-1 0 0,1 0-1,-1 0 1,0 0 0,1 0-1,-1 1 1,0-1 0,1 0-1,-1 0 1,0 0-1,1 0 1,-1 1 0,0-1-1,1 0 1,-1 0 0,0 1-1,0-1 1,1 0-1,-1 0 1,0 1 0,0-1-1,1 0 1,-1 1 0,0 0-1,0 12-622,-13 17-2230,4-17 1038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3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200 508 8,'0'0'127,"1"0"0,0 0 0,-1-1 0,1 1 0,0 0 0,-1 0 1,1 0-1,-1 0 0,1 0 0,-1-1 0,1 1 0,0 0 0,-1-1 0,1 1 0,-1 0 0,1-1 0,-1 1 0,1 0 0,-1-1 0,0 1 1,2-2-1,7-5 1861,-9-20-57,0 26-1859,0 0 0,0-1 1,0 1-1,0 0 1,0-1-1,0 1 1,0 0-1,0-1 0,-1 1 1,1 0-1,-1-1 1,1 1-1,-1 0 1,1 0-1,-1-1 0,1 1 1,-1 0-1,0 0 1,-1-2-1,1 2 2,-3-13 1099,2 12-981,1 0-60,0 0 0,-1 0 1,1 1-1,-1-1 1,1 1-1,-1-1 0,1 1 1,-1 0-1,-3-2 1,0 1 183,2 1-155,0 0 1,0 0-1,-1 0 1,1 1 0,-5-1-1,6 1-136,1 0-1,0 0 0,-1 0 1,1 1-1,0-1 0,0 0 1,-1 1-1,1-1 1,0 1-1,0 0 0,0-1 1,0 1-1,0 0 0,-1-1 1,1 1-1,0 0 0,1 0 1,-1 0-1,-1 1 1,-13 14 245,12-14-242,0 1 0,0 1 0,0-1 0,0 0 0,1 1 0,-3 4 0,1-1-8,0-1-12,1 1 0,-1-1 0,1 1 0,0 0 1,1 0-1,0 0 0,0 1 0,0-1 0,0 12 1,2-16-7,-1 0 0,1 1 0,-1-1 0,0 0 1,-1 5-1,1-6-1,0 0 1,0 0 0,1 0-1,-1 0 1,1 0 0,-1 0-1,1 0 1,0 0 0,0 0-1,0 0 1,0 0 0,1 4-1,0-4 0,0 3 2,1 0 0,-1 0 0,1 1 0,-2-1 0,1 0 0,0 10 0,0-12-18,-1 1 0,1-1 0,1 1 0,-1-1 1,0 1-1,1-1 0,-1 0 0,1 0 1,0 0-1,0 0 0,3 3 0,-2-3-15,-3-2 8,0 0 0,1-1-1,-1 1 1,0 0 0,1-1 0,-1 1 0,1-1 0,-1 1 0,1-1 0,-1 1 0,1-1 0,0 1 0,-1-1 0,1 0 0,-1 1 0,1-1 0,0 0 0,-1 1-1,1-1 1,0 0 0,0 0 0,-1 0 0,1 1 0,0-1 0,-1 0 0,1 0 0,0 0 0,0 0 0,-1 0 0,1-1 0,0 1 0,-1 0 0,2 0-1,3-2-93,0 0 0,0-1-1,-1 1 1,1-1-1,0 0 1,-1 0-1,0 0 1,0-1-1,0 1 1,0-1 0,-1 0-1,1 0 1,4-8-1,-6 10 89,-1 0 0,1-1 1,-1 1 0,1 0-1,-1-1 1,0 1-1,0-1 1,1-4 0,-2 4 10,1 1 1,0-1 0,0 1 0,0-1 0,0 1-1,1-1 1,2-3 0,11-21-44,-10 18 87,-4 5 93,0 0 0,-1 0 0,1 0 0,-1 0 0,0 0 1,-1-8-1,1 3 636,0 7-334,0-2 723,0 10-625,0-2-356,-1 0 1,0 0-1,1 1 1,-3 6-1,1-6-52,1-1 0,0 1 0,0 0 0,0 8 0,-1 30 497,1-24-317,1 0 0,0 0 0,5 25 0,-2-26-70,0 0 0,0 36-1,-3 138 304,-1-179-528,-4 25 0,3-25-1,-1 27-1,3-30 6,-1 1-1,0-1 1,0 0-1,-1 1 1,-4 11-1,2-7 9,-3 22 0,4-22 11,-5 21 1,2-16-10,-26 69-9,28-80-12,0 0 0,-1 0-1,0 0 1,-1-1 0,0 0-1,0 0 1,-8 8-1,13-15 12,0 0 0,1-1 0,-1 1 0,0 0 0,0 0 0,0 0 0,0-1 0,0 1 0,0-1 0,0 1 0,0-1 0,-1 1 0,1-1 0,0 1 0,0-1 0,0 0 0,0 0 0,-1 1 0,1-1-1,0 0 1,0 0 0,-1 0 0,1-1 0,0 1 0,0 0 0,0 0 0,0-1 0,-1 1 0,1 0 0,0-1 0,0 1 0,0-1 0,0 0 0,0 1 0,0-1 0,0 0 0,0 0 0,0 1 0,0-1 0,1 0 0,-1 0 0,-1-2-1,-3-4 2,1 0 0,0-1 0,0 1 0,-5-16 0,4 11-30,2 5 1,1 0-1,0 0 1,0 0-1,1-1 1,0 1-1,0-1 1,1 1 0,0-1-1,1-8 1,-1-7-75,2 7 13,0-1 1,1 1-1,0 0 0,2 1 0,0-1 1,8-17-1,9-30-219,-11 32 158,1 1 0,2 1 1,22-36-1,-8 14-47,17-21-53,-31 53 180,0-2-1,-2 0 1,11-24-1,-12 18 37,-5 14 20,0 0 1,5-24-1,-3 10 11,-5 20-2,0-1-1,-1 0 1,0 0-1,1-15 1,-3 18 1,0 0 0,1 1 0,0-1 0,2-7 0,-1 7 2,-1 1 1,0-1-1,0 0 0,0-7 1,-1-97 82,-1 105-79,1 0-1,0 0 1,-1 0-1,0 1 1,-2-7-1,2 6 0,0 1 0,0-1 0,0 1 0,0-1-1,1-5 1,0-45 50,0 52-37,-1 1 0,1-1-1,0 0 1,0 0 0,-1 0 0,1 0 0,-1 1 0,0-1 0,-1-2 0,1 2 39,0 0 0,1 0 1,-1 1-1,0-1 0,1 0 1,0 0-1,-1 0 0,1 0 1,0-3-1,0 4 14,0 1 1,0-1-1,-1 1 1,1-1-1,0 0 1,0 1-1,0-1 1,0 1-1,-1-1 1,1 1 0,0-1-1,-1 0 1,1 1-1,0-1 1,-1 1-1,1 0 1,0-1-1,-1 1 1,1-1-1,-1 1 1,1 0-1,-1-1 1,1 1-1,-1 0 1,1-1-1,-1 1 1,0 0-1,1 0 1,-1-1-1,1 16 795,0-13-831,-1 0 1,1 0-1,0-1 0,-1 1 1,1 0-1,-1 0 1,1-1-1,-2 3 1,1-2 1,0 0 0,0 0-1,0 1 1,1-1 0,-1 0 0,1 0 0,-1 0 0,1 4 0,-1 3 56,0 0-1,0-1 0,-1 1 1,-4 12-1,3-12-26,1 0 0,0 0 0,0 1 0,0 14 0,-9 70 252,10-83-271,0 0-1,-3 14 1,2-15-22,1 0 1,-1 12-1,2 3 10,1-15-20,-1 0 0,0 0 1,-3 18-1,0-15-9,0 1 0,2 1 1,-1-1-1,2 14 1,0 66-118,0-93 11,2-2-526,2-3 519,1 0 1,-1-1-1,1 1 0,-1-1 1,6-10-1,13-14-42,-13 19 117,-6 6 23,-1 1 1,0-1 0,1 1 0,-1-1 0,0 0 0,-1 0 0,1 0 0,2-5 0,-2 0 7,2 1-1,-1 0 1,1 0 0,11-14 0,-13 13 28,-3 9-23,0-1 0,0 1 1,0 0-1,0 0 0,1-1 1,-1 1-1,0 0 0,0 0 0,0 0 1,0-1-1,0 1 0,0 0 1,0 0-1,0 0 0,1-1 1,-1 1-1,0 0 0,0 0 0,0 0 1,0 0-1,1-1 0,-1 1 1,0 0-1,0 0 0,0 0 0,1 0 1,-1 0-1,0 0 0,0 0 1,0 0-1,1 0 0,-1-1 1,0 1-1,0 0 0,1 0 0,-1 0 1,0 0-1,0 0 0,0 0 1,1 1-1,-1-1 0,0 0 0,1 0 1,-1 0-1,0 0-1,0 0 1,0 0 0,0 0-1,0 0 1,0 0 0,0 0 0,1 0-1,-1 0 1,0 0 0,0 0 0,0-1-1,0 1 1,0 0 0,0 0 0,0 0-1,0 0 1,0 0 0,0 0 0,0 0-1,1 0 1,-1 0 0,0 0 0,0 0-1,0-1 1,0 1 0,0 0 0,0 0-1,0 0 1,0 0 0,0 0 0,0 0-1,0 0 1,0 0 0,0 0 0,0-1-1,0 1 1,0 0 0,0 0 0,0 0-1,0 0 1,0 0 0,0 0 0,0 0-1,0-1 1,0 1 0,-1 0-1,1 0 1,0 0 0,0 0 0,0 0-1,0 0 1,0 0 0,0 0-1,0-1 1,0 1 0,0 0 0,0 0-1,0 0 1,0 0 0,0 0 0,0 0-1,0 0 1,0 0 0,0 0-1,0-1 1,0 1 0,0 0 0,1 0-1,-1 0 1,0 0 0,0 0-1,0 0 1,0 0 0,0 0 0,0 0-1,0 0 1,0-1 0,0 1-1,0 0 1,0 0 0,0 0 0,0 0-1,1 0 1,-1 0 0,0 0 0,0 0-1,0 0 1,0 0 0,0 0-1,0 0 1,41 0 126,-38 6-79,1-5-28,-3-1-18,0 0 0,0 0 0,0 0 0,-1 0 0,1 0 0,0 0 0,0 0 0,-1 1 1,1-1-1,0 0 0,0 1 0,-1-1 0,1 0 0,0 1 0,-1-1 0,1 1 0,-1-1 0,1 1 0,0-1 1,-1 1-1,1 0 0,-1 0 0,2 1-7,0-1 0,-1 1 0,1 0 0,0-1 0,0 1 0,0-1 0,0 1 0,0-1 0,0 0 0,0 0 0,0 0 0,1 0 0,3 0 0,9 3-371,-15-3 344,1-1-1,0 0 0,-1 1 0,1-1 1,-1 0-1,1 0 0,-1 1 0,1-1 1,0 0-1,-1 0 0,1 0 0,0 0 1,-1 0-1,1 0 0,-1 0 0,1 0 1,0 0-1,-1 0 0,1 0 0,0 0 0,-1 0 1,1-1-1,-1 1 0,1 0 0,0 0 1,-1-1-1,1 1 0,-1 0 0,1-1 1,-1 1-1,1 0 0,-1-1 0,1 1 1,-1-1-1,0 1 0,1-2 0,9-3-610,-9 5 566,-1-1 0,1 1 0,0 0 0,0 0 0,-1-1 0,1 1 0,0 0 0,-1-1 0,1 1 0,-1-1 0,1 1 0,0-1 0,-1 1 1,1-1-1,-1 1 0,1-1 0,-1 0 0,0 1 0,1-2 0,1-1-287,1 0 1,-1 0-1,1 0 0,5-4 1,-5 4 80,0 1 0,-1-1-1,1 0 1,-1 0 0,1 0 0,-1 0 0,2-4 0,3-9-1034,10-19 0,-12 25 989,0-1-1,-1 0 0,0 0 0,2-13 1,-4 16 185,1 1 0,6-14 1,-5 14 75,-1-1 1,0 0-1,2-9 0,17-86 764,-20 94-414,-2 0 0,1 0-1,-1 0 1,-1 0-1,1 0 1,-2 0-1,1 0 1,-5-14 0,2-18 1474,-36-76 3422,36 91-4320,2 21-702,1 4-58,0-1-1,0 1 0,1-1 0,-1 1 0,0-1 1,1 1-1,-1-1 0,1 1 0,0-1 0,-1 0 0,1 1 1,0-4-1,0 5-53,0-1-1,-1 1 1,1-1 0,-1 1 0,1-1-1,-1 1 1,1-1 0,-1 1 0,1 0-1,-1-1 1,1 1 0,-1 0 0,0-1-1,1 1 1,-2 0 0,5 2-22,-1 0 1,1 0-1,-1 0 1,0 1 0,1-1-1,-1 1 1,0 0-1,-1-1 1,1 1-1,0 0 1,-1 0 0,0 0-1,0 1 1,1-1-1,-2 0 1,1 0-1,0 4 1,0 0 48,-1-1 0,1 0-1,1 0 1,-1 0 0,5 11 0,-4-11-10,1 0 0,-2 0 0,1 0 0,-1 0 0,1 12 0,-2-12-22,1-1 0,0 1 0,0-1 0,2 8 0,-2-8-7,0 0 0,0 1 0,0-1 0,0 8-1,-1-3 17,1-1-1,0 1 0,1 0 1,3 13-1,-4-18-27,0 0 0,0 1 0,-1-1 0,0 0 0,-1 11 0,0-11-3,0 1 0,1-1 0,0 0 0,0 0 0,1 1 0,0-1 1,1 6-1,0-5-10,-1-2 5,1 1-1,-1-1 0,0 0 0,0 1 1,0 7-1,-1-10-9,1 1 0,-1-1 0,0 0 0,1 0 0,-1 0 0,1 0 1,2 3-1,-2-3-2,-1 0 0,1 0 0,0 0 0,0 0 0,-1 0 0,0 0 0,1 4 0,-1-4-2,0-1-1,0 0 1,0 1 0,1-1-1,-1 0 1,0 1-1,1-1 1,-1 0-1,1 0 1,-1 1-1,1-1 1,-1 0-1,2 2 1,-1-3-17,-1 1 0,1 0 0,-1 0 0,1 0 0,-1 0 0,1 0 0,-1 0 0,0 0 0,1 0 0,-1 0 0,0 0 0,0 1 0,0 0 0,0-1-157,2-1-91,-2 0 228,1 0 1,-1 0-1,0 0 1,0 0 0,1 0-1,-1 0 1,0 0-1,1 0 1,-1 0-1,0 0 1,1 0-1,-1 0 1,0 0-1,0 0 1,1 0-1,-1 0 1,0 0-1,1 0 1,-1 1-1,0-1 1,0 0-1,1 0 1,-1 0-1,0 1 1,0-1-1,0 0 1,1 0-1,-1 0 1,0 1 0,0-1-1,0 0 1,0 1-1,1-1 1,-1 0-1,0 0 1,0 1-1,0-1 1,0 1-1,0-2 4,0 1 1,0 0-1,0 0 0,0 0 0,0-1 0,0 1 1,0 0-1,0 0 0,0 0 0,0-1 0,0 1 1,0 0-1,1 0 0,-1 0 0,0-1 0,0 1 1,0 0-1,0 0 0,0 0 0,0 0 1,1 0-1,-1-1 0,0 1 0,0 0 0,0 0 1,0 0-1,1 0 0,-1 0 0,0 0 0,0 0 1,0-1-1,1 1 0,-1 0 0,0 0 0,0 0 1,0 0-1,1 0 0,-1 0 0,0 0-28,1 0 0,-1 0 1,0 0-1,0 0 0,1 0 0,-1 0 0,0 0 0,1 0 0,-1 0 0,0-1 0,0 1 0,1 0 0,-1 0 0,0 0 0,0-1 0,0 1 0,1 0 0,-1 0 0,0 0 0,0-1 0,0 1 1,0 0-1,1 0 0,-1-1 0,0 1 0,0 0 0,0 0 0,0-1 0,0 1 0,0 0 0,0-1 0,0 1 0,0 0 0,0 0 0,0-1 0,0 1 0,0 0 0,0-1 0,1-3-603,-1 0 0,1 0 0,0-1 0,0 1-1,0 0 1,1 1 0,2-6 0,5-17-3505,-7 3 1132,-2 7 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3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34 289 2308,'-2'1'1839,"2"-1"-1712,-1 1 0,1-1 0,-1 1 0,1-1 0,-1 0 0,0 1 0,1-1 1,-1 0-1,1 1 0,-1-1 0,0 0 0,1 0 0,-1 0 0,0 0 0,0 0 0,1 0 0,-1 0 0,0 0 0,1 0 0,-1 0 0,0 0 0,1 0 0,-1 0 1,0-1-1,1 1 0,-1 0 0,0 0 0,1-1 0,-1 1 0,1 0 0,-1-1 0,0 0 0,-7 0 626,6 1-50,2 0-651,0-1-1,0 1 0,0 0 0,0 0 1,0-1-1,0 1 0,0 0 0,0 0 1,0 0-1,0-1 0,0 1 1,0 0-1,0 0 0,0-1 0,0 1 1,0 0-1,0 0 0,0-1 0,0 1 1,0 0-1,0 0 0,1 0 1,-1-1-1,0 1 0,0 0 0,0 0 1,0 0-1,0 0 0,1-1 1,-1 1-1,0 0 0,3-1 40,0-1 1,0 1-1,0-1 0,-1 1 1,1-1-1,0 0 0,-1 0 0,0 0 1,5-5-1,6-5-7,32-32-20,-32 29-81,26-21 0,-15 13-118,-19 18 15,0 0 0,1 0 0,9-7 0,33-24-1509,-43 31 1363,30-30-3103,-24 22 1473,0-1-445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5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145 336 92,'24'-56'4827,"-16"37"-4098,-8 17-680,0 1 1,1 0-1,-1-1 1,0 1-1,0 0 0,0-1 1,0 1-1,0 0 1,0-3-1,-1 3 3,1-1-1,0 1 1,0 0-1,0-1 1,0 1 0,0 0-1,0-1 1,1 1 0,-1 0-1,0-1 1,1 1-1,-1 0 1,1-2 0,1-1 143,0-1-1,-1 1 1,0-1 0,1 1 0,-2-1 0,1 0 0,0 0 0,-1 1 0,-1-10-1,1 13-139,1 1 0,-1-1 0,0 0 0,-1 0 1,1 0-1,0 1 0,0-1 0,0 0 0,0 0 0,-1 1 0,1-1 0,0 0 0,0 0 0,-1 1 0,1-1 0,-1 0 0,1 1 0,-1-1 0,1 1 0,-1-1 0,1 0 0,-1 1 0,1-1 0,-1 1 0,-1-1 0,0 0 481,2 1-485,1-1 1,-1 1-1,0 0 1,0 0-1,0-1 1,0 1-1,0 0 1,0 0-1,0-1 0,0 1 1,0 0-1,0 0 1,0 0-1,0-1 1,0 1-1,0 0 1,0 0-1,0-1 1,0 1-1,-1 0 1,1 0-1,0 0 1,0-1-1,0 1 1,0 0-1,0 0 1,-1 0-1,1-1 1,0 1-1,0 0 1,0 0-1,-7 0 979,5 0-962,0-1 1,1 1 0,-1 0 0,1 0-1,-1 0 1,0 0 0,1 0 0,-1 1 0,0-1-1,1 1 1,-1-1 0,1 1 0,-1-1 0,1 1-1,-1 0 1,1-1 0,0 1 0,-1 0-1,1 0 1,0 0 0,-1 0 0,1 1 0,-1 1-1,-11 11 48,7-7-66,0 1 1,0 0-1,-5 10 1,-3 9 140,1 1 0,2 1 0,0 0 0,2 0 0,-9 55 0,13-49 2,-2 53-1,5-61-128,2-19-50,-1 0 1,1-1 0,1 1 0,-1 0-1,3 10 1,-1-8-39,1 1 0,0-1 0,0 0 0,1-1 0,0 1 0,9 13 0,-7-13-47,-1 0 1,7 17 0,-10-24 65,1 0-1,-1 0 1,1 0 0,-1-1 0,1 1 0,0-1 0,0 1-1,0-1 1,0 0 0,0 0 0,0 0 0,1 0-1,-1-1 1,1 0 0,-1 1 0,1-1 0,0 0-1,-1-1 1,1 1 0,0-1 0,0 1 0,3-1 0,6-4-148,-1 0 1,1-1 0,-1 0-1,-1-1 1,1 0 0,-1-1 0,0 0-1,0-1 1,-1 0 0,0-1-1,-1 0 1,0 0 0,0-1 0,10-16-1,2-6-305,-12 18 297,0 0 1,7-16 0,3-14-37,19-69 1,-30 84 183,-2 8 58,0 0 0,-1-1 0,-2 0 1,2-27-1,-5 30 65,0 3 101,2-24 1,-1 33-99,0 0 0,0 1 0,-1-1 0,0 0 0,0 0 0,-1 0 0,-1-8 0,0 4 227,1 0 0,1 0 0,0-15-1,1 2 741,-1 23-947,0-1 0,-1 0 1,1 0-1,0 0 1,-1 0-1,1 1 1,-1-1-1,-1-3 1,1 3 50,0 0 1,0 1-1,0-1 1,1 0-1,-1 0 1,1 0-1,0 0 1,-1-4-1,1 5 781,0 23-759,0 348 1088,1-360-1279,0 0-1,2 13 1,0-12-4,-2-1 0,1 15 0,-2-21-10,1 0 0,-1-1 1,1 1-1,0 0 0,0 0 0,1-1 0,-1 1 0,1 0 0,-1-1 0,1 0 0,0 1 0,1-1 0,2 4 0,-1-3-3,-2-3-13,-1 1 0,0 0 0,1-1 0,-1 0 0,1 1 0,0-1 0,-1 0 0,1 0 0,0 0 0,0 0 0,-1 0 1,1 0-1,0-1 0,0 1 0,0-1 0,0 1 0,0-1 0,0 0 0,0 1 0,0-1 0,0 0 0,0 0 0,0-1 0,0 1 1,0 0-1,4-2 0,1 0-55,1 0 0,-1-1 0,0 0 0,0-1 0,-1 0 0,1 0 1,-1 0-1,1-1 0,-1 0 0,0 0 0,-1 0 0,6-7 0,2-3-151,-1-1 0,0-1 0,15-28 0,23-38-423,-32 55 439,-1-1 0,-1 0-1,13-33 1,2-42 76,-30 95 177,0 0 1,0 0-1,-1 0 0,-1-14 1,1 1 599,-1 21-638,1 1 1,0 0 0,0-1-1,0 1 1,0 0 0,0 0-1,-1-1 1,1 1 0,0 0-1,0 0 1,0-1 0,-1 1-1,1 0 1,0 0-1,0 0 1,-1-1 0,1 1-1,0 0 1,-1 0 0,1 0-1,0 0 1,-1 0 0,1 0-1,0 0 1,0 0 0,-1-1-1,1 1 1,-1 0-1,-2-1 600,2 6-595,1 0-1,-1 1 1,0-1 0,-2 5 0,2-4-15,-1 0 1,1 0-1,0 0 0,1 7 1,0 96 59,0-106-56,0 0 0,0-1 0,1 1 0,-1 0 1,1-1-1,0 1 0,1 2 0,-1-3 2,0 1 0,0 0 0,0 0 0,-1 0 0,1-1 0,-1 1 0,1 3 0,-1-1-3,1 0 0,-1 0 1,2 0-1,-1 0 1,0 0-1,1-1 1,0 1-1,0 0 1,0-1-1,1 0 0,3 5 1,-4-6-3,0 1 1,0-1-1,-1 0 1,4 8-1,-5-9 0,1 1 0,0-1 1,0 0-1,0 1 0,0-1 1,1 0-1,-1 0 0,1 0 0,-1 0 1,1 0-1,0 0 0,-1-1 0,3 3 1,-1-2-21,0-1 1,-1 1 0,1-1-1,0 0 1,0 0 0,-1 0 0,1 0-1,0 0 1,0-1 0,0 1 0,6-1-1,-7 0-55,0 0 0,0-1 0,0 1 0,1-1 0,-1 1 0,0-1 0,0 0 0,0 0 0,0 0-1,0 0 1,0 0 0,-1-1 0,1 1 0,0-1 0,-1 1 0,1-1 0,-1 1 0,2-3 0,28-42-3158,-18 24 952,-10 16 1512,0-1 0,0 0-1,-1 0 1,0 0 0,0 0 0,1-10 0,-1 1-804,2-12-1360,5 1-63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5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45 108 104,'-4'-6'1546,"0"0"0,0 0 0,-5-14 0,6 13-678,0 1-1,0-1 0,-9-10 1,12 15-688,-1 1 1,1-1 0,-1 0 0,1 1 0,0-1 0,0 0 0,-1 0 0,1 1 0,0-1 0,1 0 0,-1-2 0,1 0-119,-1 3 74,0-3-56,0 4-93,0 3 13,0-2-34,0 0-6,1-1 1,0 0-1,-1 1 1,1-1-1,0 1 1,-1-1-1,1 1 1,0-1 0,-1 1-1,1-1 1,-1 1-1,1-1 1,-1 1-1,1 0 1,-1-1-1,0 1 1,1 0-1,-1 1 1,8 17-1125,-6-15 1029,-2-2 3,1-1 0,-1 1 0,0 0 1,1 0-1,-1 1 0,0-1 0,0 0 0,-1 2 1,1-2-33,0 0 1,0 0-1,0 0 1,0 0-1,0 0 1,1 0-1,-1 0 1,1 3-1,10 28-2854,-2-18 867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06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77 355 52,'0'-8'5569,"0"8"-5403,0-1-1,0 1 1,0-1-1,0 1 1,0-1-1,0 1 1,0-1 0,0 1-1,0 0 1,0-1-1,0 1 1,0-1-1,-1 1 1,1-1-1,0 1 1,0-1-1,0 1 1,-1 0 0,1-1-1,0 1 1,-1-1-1,1 1 1,0 0-1,-1-1 1,1 1-1,-1 0 1,1 0-1,0-1 1,-1 1-1,1 0 1,-1 0 0,1-1-1,-1 1 1,1 0-1,-1 0 1,1 0-1,-1 0 1,1 0-1,-1 0 1,1 0-1,-1 0 1,1 0 0,0 0-1,-1 0 1,1 0-1,-1 0 1,1 0-1,-1 1 1,-4-1 231,3 0 136,0 0-63,2 0-451,0 0 0,-1 0 0,1 0 1,0 0-1,0-1 0,-1 1 0,1 0 1,0 0-1,-1 1 0,1-1 0,0 0 1,-1 0-1,1 0 0,0 0 0,0 0 1,-1 0-1,1 0 0,0 0 0,-1 1 1,1-1-1,0 0 0,0 0 0,-1 0 1,1 0-1,0 1 0,0-1 0,0 0 1,-1 0-1,1 1 0,0-1 0,0 0 1,0 0-1,0 1 0,0-1 0,-1 0 1,1 1-1,0-1 0,0 1 0,-9 8 518,5 18-179,0-14-238,0 1 0,0 0 0,1-1 0,1 1 0,-1 21 0,3-28-82,-1-1-1,0 0 0,-2 10 0,1-9-2,1 0 1,0 0-1,-1 13 0,3-2 18,0-1 0,6 29 0,-6-38-35,0 0-1,-1 15 1,2 13 26,-1-32-41,2 10 11,-1 0 0,1 22 1,-3-34-15,0 0 0,1 0 1,-1 0-1,0 0 0,1 0 1,0 0-1,-1 0 1,1 0-1,1 2 0,-1-2-1,0 0 0,-1-1 1,1 1-1,0 0 0,-1 0 0,0 0 0,1 0 0,-1 3 0,0-4 0,0 0 1,0 0-1,1 0 1,-1 1-1,0-1 1,1 0-1,-1-1 1,0 1-1,1 0 1,-1 0-1,1 0 1,-1 0-1,1 0 0,0 1 1,0-2-1,-1 1 0,1 0 1,-1-1-1,1 1 0,-1 0 0,0-1 1,1 1-1,-1 0 0,0-1 0,1 1 1,-1 0-1,0 0 0,0 1 0,0-2 0,1 0 1,-1 0-1,0 0 0,0 1 0,1-1 0,-1 0 0,0 0 0,0 0 1,1 0-1,-1 0 0,0 1 0,0-1 0,1 0 0,-1 0 0,0 0 0,1 0 1,-1 0-1,0 0 0,0 0 0,1 0 0,-1 0 0,0 0 0,1 0 1,-1 0-1,0 0 0,0-1 0,1 1 0,-1 0 0,0 0 0,0 0 0,1 0 1,-1 0-1,0-1 0,0 1 0,1 0 0,11-6-32,-12 6 28,4-3-43,1-1 0,-2 1 0,1-1 0,0 0 0,-1 0 0,1-1-1,-1 1 1,-1-1 0,1 1 0,3-10 0,10-13-257,-8 15 126,-1 0 1,0 0 0,-1 0-1,8-25 1,-10 25 51,-1-1 0,2-14 0,5-23-128,-1 19 205,-2 0 0,0-1-1,-3 0 1,0 0-1,-2-43 1,-2 63 100,0 0 1,2 1-1,-1-1 0,5-17 1,-5 26-7,-1 1 0,0-1 0,1 0 0,-1 0 0,0 0 1,-1 0-1,1 0 0,0 1 0,-1-1 0,0 0 0,1 0 0,-1 0 1,0 1-1,-2-4 0,2 3 10,0-1 82,0 0 0,0 1 0,1-1 0,0 0-1,0 0 1,0 0 0,0-4 0,1-5 456,-1 13-577,0-1 1,0 1-1,0 0 0,0 0 1,0-1-1,0 1 1,0 0-1,0 0 1,0-1-1,0 1 1,-1 0-1,1-1 1,0 1-1,0 0 1,0 0-1,0-1 0,0 1 1,-1 0-1,1 0 1,0 0-1,0-1 1,0 1-1,-1 0 1,1 0-1,0 0 1,0 0-1,-1 0 0,1-1 1,0 1-1,0 0 1,-1 0-1,1 0 1,0 0-1,-1 0 1,1 0-1,0 0 1,0 0-1,-1 0 0,1 0 1,0 0-1,-1 0 1,1 0-1,0 0 1,-1 0 18,-1 0 334,2 0-344,0 0 1,0-1-1,0 1 1,0 0-1,0 0 1,0-1-1,0 1 1,0 0-1,0 0 1,0-1-1,0 1 1,0 0-1,0 0 1,0-1-1,-1 1 1,1 0-1,0 0 1,0 0-1,0-1 1,0 1-1,0 0 1,-1 0-1,1 0 1,0-1 0,0 1-1,0 0 1,-1 0-1,1 0 1,0 0-1,0 0 1,0-1-1,-1 1 1,1 0-1,0 0 1,0 0-1,-1 0 1,1 0-1,0 0 1,0 0-1,-1 0 1,1 0-1,0 0 1,0 0-1,-1 0 1,1 0-1,-1 0 1,0 0-15,0 3 88,1 0 1,-1-1 0,1 1-1,0 0 1,-1-1-1,1 1 1,1 4 0,-1-5-55,0 7 51,-1 1 0,0-1 0,0 0 1,-5 16-1,4-16-57,1 1 1,0 0 0,1 0 0,1 19-1,0-1 17,-1 274 177,0-297-242,1-1 0,0 1 0,-1 0 0,4 6 0,-3-6-10,0 0-1,0-1 0,0 1 0,0 6 0,-1-10 15,0 0-1,0-1 1,0 1-1,0-1 1,0 1 0,0-1-1,0 1 1,1-1-1,-1 1 1,0-1-1,0 1 1,0-1-1,1 1 1,-1-1-1,0 1 1,1-1 0,-1 1-1,0-1 1,1 1-1,-1-1 1,0 0-1,1 1 1,0 0-1,-1-1-3,1 0 0,-1 0 0,0 0 0,1 1 1,-1-1-1,0 0 0,1 1 0,-1-1 0,0 0 0,0 1 0,1-1 0,-1 0 0,0 1 0,0-1 0,0 0 0,0 1 0,1-1 0,-1 1 0,0-1 0,0 0 0,0 1 0,0-1 0,0 1 0,0 0-48,1-1-1,-1 1 0,0-1 1,1 0-1,-1 1 1,1-1-1,-1 1 0,0-1 1,1 0-1,-1 1 0,1-1 1,-1 0-1,1 1 1,-1-1-1,1 0 0,0 0 1,-1 0-1,1 1 1,-1-1-1,1 0 0,-1 0 1,1 0-1,0 0 0,0 0 1,1-1-90,0-1-1,1 1 1,-1-1 0,0 1-1,0-1 1,0 0 0,0 0-1,-1 0 1,1 0 0,0 0-1,-1 0 1,1 0 0,-1-1-1,0 1 1,0 0 0,0-1-1,0 1 1,0-1 0,-1 1-1,2-6 1,0 1-139,0 1 1,1-1-1,0 1 1,6-10-1,1-3-267,80-187-2936,-54 117 2991,-19 43 402,4-19 200,-7 19 216,-8 24 262,6-25 0,1-7 1066,-12 50-1370,-1 0 0,1 0 0,-1 0 0,1 0 0,-1 1 0,-1-7 0,1 1 383,0 8-170,-1-3 475,2 7-712,-1-2-87,-10 6 82,10-6-240,0-1-1,-1 1 1,1 0 0,0 0-1,-1-1 1,1 1-1,0 0 1,0 0-1,0-1 1,0 1-1,0 0 1,0 0 0,0-1-1,0 2 1,-1 7 30,-6 9 23,4-8-31,-1-1 0,-1 0 1,-7 15-1,7-16-22,1 1 0,1 0 0,-1 0 0,2 1 0,-4 18 1,-5 15-6,8-31-4,1-1-1,0 1 0,1-1 1,0 1-1,1 11 0,0 19-6,0-41 7,0 0 0,0 0 0,0 0 0,0 0 0,1 0 1,-1 0-1,0-1 0,1 1 0,-1 0 0,0 0 0,1 0 0,0 0 1,-1 0-1,2 1 0,1 2-3,-1 0-2,1-1-1,0 1 1,0-1 0,5 5 0,6 6 26,-5-2-18,-6-8-4,-1 0 1,1 0 0,0-1 0,1 1-1,-1-1 1,5 4 0,-6-6-1,0 1 0,0 0 0,0 0 0,0 0 0,0 0-1,0 0 1,2 3 0,-3-3 2,0 0 0,1 0 0,-1 0-1,1 0 1,0-1 0,-1 1 0,4 1-1,3 4 4,-8-6-3,1-1 0,-1 1 1,1-1-1,-1 1 0,1-1 1,-1 1-1,1-1 0,0 1 1,-1-1-1,1 0 0,0 1 1,-1-1-1,1 0 0,0 0 0,-1 0 1,1 1-1,0-1 0,-1 0 1,3 0-1,-3 0 2,0 0 0,1 0 0,-1-1-1,0 1 1,1 0 0,-1 0 0,0 0 0,1 0 0,-1 0-1,0 0 1,1 0 0,-1 0 0,0 0 0,1 0 0,-1 0-1,0 1 1,1-1 0,-1 0 0,0 0 0,0 0 0,1 0-1,-1 0 1,0 1 0,1-1 0,-1 0 0,0 0 0,0 0-1,1 1 1,-1-1 0,0 0 0,0 0 0,0 1 0,1-1-1,-1 0 1,0 1 0,0-1 0,0 0 0,0 1 0,1 0-1,-1-1 1,0 0 0,0 0-1,0 0 1,0 0 0,0 1-1,1-1 1,-1 0 0,0 0 0,0 0-1,0 0 1,1 0 0,-1 0-1,0 1 1,0-1 0,0 0-1,1 0 1,-1 0 0,0 0-1,0 0 1,1 0 0,-1 0-1,0 0 1,0 0 0,1 0-1,-1 0 1,0 0 0,0 0-1,0 0 1,1 0 0,-1-1-1,0 1 1,0 0 0,0 0-1,1 0 1,-1 0 0,0 0-1,0 0 1,1-1 0,10-4 9,-10 5-10,0-1-4,1 0 0,0 1 0,-1-1 0,1 0-1,0-1 1,-1 1 0,1 0 0,-1 0-1,0-1 1,0 1 0,1 0 0,-1-1-1,0 0 1,0 1 0,0-1 0,0 0 0,-1 1-1,2-5 1,-1 4 3,1 0-1,-1 1 0,0-1 1,1 0-1,-1 0 1,1 1-1,3-4 1,-3 4 1,0-1 0,-1 1 0,1-1 0,-1 0 0,1 1 0,-1-1 0,3-4 0,9-14 7,-4 7-2,-6-1 5,1 13-13,-4 1 2,1 0 0,-1 0 0,0 0 0,0 0 0,0 0 0,1 0 0,-1-1 0,0 1-1,0 0 1,1 0 0,-1 0 0,0 0 0,0 0 0,0 0 0,0 0 0,1-1 0,-1 1-1,0 0 1,0 0 0,0 0 0,0 0 0,1-1 0,-1 1 0,0 0 0,0 0 0,0 0-1,0-1 1,0 1 0,0 0 0,0 0 0,0 0 0,0-1 0,0 1 0,0 0 0,0-1-1,0 0 6,0 1-24,-1 0-1,0 0 1,0 0 0,1 0-1,-1 1 1,0-1 0,1 0-1,-1 0 1,0 0 0,0 1-1,1-1 1,-1 0 0,-1 2-1,-9 1-582,5-3-104,-1 1-1,1 0 0,-1 0 1,1 1-1,-11 3 0,11-2-724,-1-1 0,1-1-1,-1 1 1,0-1-1,-11 1 1,-2-2-1813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1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108 242 1072,'0'0'89,"0"0"0,0 0 0,0 0-1,0 1 1,0-1 0,0 0 0,0 0 0,0 0-1,0 1 1,0-1 0,0 0 0,0 0 0,0 0-1,0 0 1,0 1 0,0-1 0,0 0 0,0 0 0,0 0-1,0 1 1,0-1 0,0 0 0,-1 0 0,1 0-1,0 0 1,0 0 0,0 1 0,0-1 0,0 0-1,0 0 1,-1 0 0,1 0 0,0 0 0,-4 2 317,4-2-363,-1 0-1,1 0 0,0 0 0,0 0 1,0 0-1,-1 0 0,1 0 0,0 0 0,0 0 1,0 0-1,-1 0 0,1 0 0,0 0 1,0 1-1,0-1 0,-1 0 0,1 0 1,0 0-1,0 0 0,0 0 0,0 1 0,0-1 1,-1 0-1,1 0 0,0 0 0,0 0 1,0 1-1,0 2 3176,0-5-3125,0-13 8935,-2 12-7789,-5 3-870,5 0 103,2 0-459,0 0 1,0 1-1,0-1 1,0 0-1,0 0 1,0 0 0,0 1-1,0-1 1,0 0-1,0 0 1,0 1-1,0-1 1,0 0-1,0 0 1,0 1-1,0-1 1,0 0-1,0 0 1,0 0-1,0 1 1,0-1-1,-1 0 1,1 0-1,0 0 1,0 1-1,0-1 1,0 0-1,0 0 1,-1 0 0,1 0-1,0 1 1,0-1-8,-1 0 1,1 0 0,0 0 0,-1 0 0,1 0 0,0 0 0,-1 0 0,1 0-1,0 0 1,0 0 0,-1 0 0,1 0 0,0 0 0,-1 0 0,1 0 0,0-1-1,0 1 1,-1 0 0,1 0 0,0 0 0,-1 0 0,1 0 0,0-1-1,0 1 1,0 0 0,-1 0 0,1-1 0,0 1 0,0 0 0,0 0 0,0-1-1,-1 1 1,1 0 0,0 0 0,0-1 0,0 1 0,0 0 0,0-1 0,0 0 122,-2 0-23,-31-27 800,29 23-888,3 4-10,0 0 1,1 0-1,-1 0 1,0 0-1,0 0 0,1 0 1,-1 0-1,0 1 0,0-1 1,0 0-1,0 0 0,0 1 1,0-1-1,0 1 1,0-1-1,0 1 0,-2-1 1,3 1-6,-1 0 1,1 0-1,0 0 1,-1 0-1,1 0 1,0 0-1,0 0 1,-1 0 0,1 0-1,0 0 1,-1 0-1,1 0 1,0 0-1,-1 0 1,1 0-1,0 0 1,0-1-1,-1 1 1,1 0-1,0 0 1,0 0 0,-1 0-1,1-1 1,0 1-1,0 0 1,-1 0-1,1-1 1,0 1-1,0 0 1,0 0-1,0-1 1,-1 1-1,1 0 1,0 0 0,0-1-1,0 1 1,0 0-1,0-1 1,0 0 154,-2-5-146,-4 4 19,14 3-182,-8-2 137,0 1 14,0-1-1,0 1 1,0 0 0,0-1-1,0 1 1,0 0-1,1-1 1,-1 1-1,0 0 1,0-1-1,0 1 1,0 0-1,1 0 1,-1-1-1,0 1 1,0 0 0,1 0-1,-1-1 1,0 1-1,0 0 1,1 0-1,-1 0 1,0 0-1,1-1 1,-1 1-1,0 0 1,1 0-1,-1 0 1,0 0-1,1 0 1,-1 0 0,0 0-1,1 0 1,-1 0-1,1 0 1,3-7-6,-2 3 2,1 0 0,0 0 1,1 1-1,-1-1 1,7-4-1,-6 4-1,0 0 0,0 0 1,0-1-1,0 1 0,6-10 0,-7 10-1,0-1 0,1 1 0,0 0 0,6-6 0,10-10-3,-2 7 6,-15 9 4,0 1 0,0 0-1,0 0 1,7-4 0,-9 6-3,0 0 0,1 1 0,-1-1 1,1 0-1,-1 0 0,0 1 0,1-1 0,-1 1 0,1-1 1,0 1-1,-1 0 0,4-1 0,4-3-22,-9 4 23,1 0-1,-1-1 1,1 1 0,-1 0-1,0-1 1,1 1 0,-1 0-1,1-1 1,-1 1-1,1 0 1,0 0 0,-1 0-1,1 0 1,-1-1 0,1 1-1,-1 0 1,1 0 0,-1 0-1,1 0 1,0 0 0,-1 1-1,1-1 1,-1 0-1,1 0 1,-1 0 0,1 0-1,-1 0 1,1 1 0,0 0-1,1-1 3,0 1-1,-1 0 0,1 0 0,0-1 0,0 1 1,0-1-1,-1 1 0,4-1 0,-4 0-2,1 1 1,0-1-1,-1 1 0,1-1 0,-1 1 0,1-1 0,-1 1 0,1 0 1,-1-1-1,1 1 0,-1 0 0,3 2 0,-1 0-21,30 20-231,-32-23 250,0 1 2,-1-1 0,1 0 0,-1 0 0,1 1-1,-1-1 1,1 0 0,-1 1 0,1-1 0,-1 1 0,0-1 0,1 1-1,-1-1 1,0 1 0,1-1 0,-1 1 0,0-1 0,0 1 0,1-1-1,-1 1 1,0-1 0,0 1 0,0 0 0,0-1 0,0 1 0,0 2-5,0-3 3,10 11-4,1 3 11,-8-2-9,-2-11 7,6 5-19,-6 9 0,-1-14 20,0 1-1,1-1 1,-1 0 0,0 0 0,0 0-1,1 1 1,-1-1 0,0 0-1,1 0 1,-1 0 0,1 0 0,1 2-1,-1-2 1,-1 0 0,1 0 1,-1 1-1,1-1 0,-1 0 0,1 0 0,-1 0 0,1 0 0,-1 1 0,0-1 0,0 0 0,0 2 0,0-2-2,0-1 1,0 0-1,1 0 0,-1 1 0,-1-1 0,1 0 1,0 0-1,0 1 0,0-1 0,0 0 0,0 0 0,0 1 1,0-1-1,0 0 0,0 0 0,0 1 0,0-1 0,-1 0 1,1 0-1,0 0 0,0 1 0,0-1 0,0 0 1,-1 0-1,1 0 0,0 0 0,0 0 0,0 1 0,-1-1 1,1 0-1,0 0 0,0 0 0,-1 0 0,1 0 0,0 0 1,0 0-1,-1 0 0,1 0 0,0 0 0,-1 0 0,1 0 0,0 0 0,0 0 0,-1 1 0,1-1 1,0 0-1,0 0 0,-1 0 0,1 0 0,0 0 0,0 0 0,0 0 0,-1 1 0,1-1 0,0 0 0,0 0 0,0 0 0,0 0 0,-1 1 0,1-1 0,0 0 0,0 0 0,0 1 0,0-1 0,0 0 0,0 0 0,0 0 1,-1 1-1,1-1 0,0 0 0,0 0 0,0 1 0,0-1 0,0 0 0,0 0 0,0 1 0,0-1 0,1 2-1,-1-1 1,0 0-1,0 1 1,0-1-1,0 0 1,-1 1-1,1-1 0,0 1 1,-1-1-1,1 0 1,0 1-1,-1-1 1,0 0-1,1 0 0,-1 0 1,0 1-1,1-1 1,-1 0-1,-2 1 1,3-1 0,-3 14 20,-19 25 22,20-37-40,1 1-2,0-1 0,-1 0 1,1 0-1,-1 0 1,0 1-1,0-1 0,0-1 1,-4 5-1,5-5 0,-1 0 0,1 0 0,0 0 0,-1 0 0,1 0 0,0 0 0,0 0 0,0 3 0,-9 14 0,8-16 0,0 0 0,0 0 0,1 0 0,-1 0 0,-1 6 0,2-6-2,0 0 1,-1 0 0,1 1 0,-1-1-1,-3 5 1,3-6 0,1-1 1,0 0-1,1 0 0,-1 0 1,1-1-1,-1 1 1,0 0-1,1 0 1,0 0-1,-1 0 0,1 0 1,0 0-1,-1 0 1,1 0-1,0 0 0,0 0 1,0 2-1,0-3 1,0 1 0,0-1 0,0 1 0,-1-1 0,1 1 0,0-1 0,0 1 0,0 0 0,0-1 0,0 1 0,-1-1-1,1 1 1,0-1 0,0 1 0,-1-1 0,1 0 0,0 1 0,-1-1 0,1 1 0,-1-1 0,0 1 0,-3 4 0,-10 34 19,10-32 2,0 0-22,0-1 0,0 1 1,1 0-1,1 0 0,-1 0 1,1 0-1,0 1 0,-1 11 0,2-14-4,1-1-1,-1 1 1,0-1-1,0 1 0,-1-1 1,-1 6-1,-1 1 9,0-1 3,3-9-4,0 1-1,1-1 1,-1 1 0,0 0-1,1-1 1,-1 1 0,1 0-1,0 0 1,0 3-1,-1-3 1,1 1-1,0 0 1,-1 0 0,1-1-1,-1 1 1,-2 3-1,2-3 1,0 0 0,0-1 0,1 1 0,-1 0 0,0 0-1,1 5 1,0-6-1,-1 1 0,1 0-1,-1-1 1,1 1 0,-1-1 0,0 1-1,-1 2 1,1-3-1,0 1 1,0 0-1,1-1 1,-1 1-1,0 0 0,1 0 1,0 3-1,1 5-62,-1-11 61,0 1-1,0-1 0,0 0 1,0 0-1,1 0 1,-1 0-1,0 1 0,0-1 1,0 0-1,0 0 1,0 0-1,0 0 0,1 0 1,-1 1-1,0-1 1,0 0-1,0 0 0,1 0 1,-1 0-1,0 0 1,0 0-1,0 0 0,1 0 1,-1 0-1,0 0 0,0 0 1,0 0-1,1 0 1,-1 0-1,0 0 0,0 0 1,0 0-1,0 0 1,1 0-1,-1 0 0,0 0 1,0 0-1,0 0 1,1-1-1,-1 1 0,0 0 1,0 0-1,0 0 1,0 0-1,1 0 0,-1-1 1,3-10-225,1 10 179,-3 1 44,-1-1 0,0 1 1,0 0-1,0 0 1,1 0-1,-1 0 0,0 0 1,0 0-1,1 0 0,-1 0 1,0 0-1,0 0 0,0 0 1,1-1-1,-1 1 0,0 0 1,0 0-1,0 0 1,0 0-1,1 0 0,-1-1 1,0 1-1,0 0 0,0 0 1,0 0-1,0-1 0,0 1 1,0 0-1,0 0 0,1 0 1,-1-1-1,0 1 1,0 0-1,0 0 0,0-1 1,0 0-1,0 1 0,1-1 0,-1 1 0,1-1 0,-1 1 1,1-1-1,-1 1 0,1-1 0,0 1 0,-1-1 0,1 1 1,-1 0-1,1-1 0,0 1 0,0 0 0,1-1-1,0 0 11,-1 0-1,1 0 1,0-1 0,0 1-1,0-1 1,-1 1-1,1-1 1,-1 0 0,1 1-1,-1-1 1,0 0 0,0 0-1,2-4 1,-3 6-6,3-3 3,0 0 0,-1 0 1,1 0-1,0 1 1,5-4-1,2-2-26,-2 0 0,0 1 0,20-13 0,4-8-50,-25 21 57,-1 2-16,16 4 59,-20 1-21,-1 0-1,1 1 1,-1-1 0,1 1 0,-1-1 0,1 1 0,-1 0 0,0 0 0,0 0 0,1-1 0,-1 1 0,0 0-1,2 3 1,17 18-176,-20-22 168,0 4-21,0-4 21,0 0 1,0 1-1,0-1 1,0 1-1,0-1 0,0 0 1,0 1-1,0-1 0,0 0 1,0 1-1,0-1 0,0 1 1,0-1-1,1 0 1,-1 1-1,0-1 0,0 0 1,0 1-1,1-1 0,-1 0 1,0 1-1,0-1 0,1 0 1,-1 0-1,0 1 1,1-1-1,-1 0 0,0 0 1,1 0-1,-1 1 0,0-1 1,1 0-1,-1 0 0,1 0 1,-1 0-1,0 0 1,1 0-1,-1 0 0,0 0 1,1 0-1,-1 0 0,1 0 1,-1 0-1,0 0 0,1 0 1,-1 0-1,1 0 1,-1 0-1,20 0 38,-18 0-27,7-2-6,-6 1-6,-3 1 2,1 0-1,0-1 0,-1 1 1,1 0-1,0-1 0,-1 1 1,1-1-1,-1 1 1,1-1-1,-1 1 0,1-1 1,-1 1-1,1-1 0,-1 0 1,1 1-1,-1-1 1,0 1-1,1-1 0,-1-1 1,0 1 0,0 1 0,0-1 0,1 1 0,-1-1 0,0 0 0,0 1 1,0-1-1,0 1 0,1-1 0,-1 1 0,0-1 0,1 1 1,-1-1-1,0 1 0,1-1 0,-1 1 0,1-1 0,-1 1 0,0 0 1,1-1-1,-1 1 0,1 0 0,-1-1 0,2 1 0,-2-1 1,1 1 1,-1-1 0,0 1-1,1 0 1,-1-1 0,0 1-1,0-1 1,1 1 0,-1-1-1,0 1 1,0-1 0,0 1 0,0-1-1,1 1 1,-1-1 0,0 0-1,0 1 1,0-1 0,0 1-1,-1-1 1,1 1 0,0-2-1,1-7 9,0 7-9,0 0 1,0 1 0,0-1-1,0 0 1,0 1-1,0-1 1,0 0-1,-1 0 1,1 0-1,-1 1 1,0-1 0,1 0-1,-1 0 1,0 0-1,0 0 1,0 0-1,-1-3 1,2-10 8,0 10-12,-1 0-1,0 0 0,0 0 1,0 0-1,-1 0 1,1 0-1,-3-6 0,2 7-9,-1-1 0,1 1 0,-1-1 0,1 1 0,0-1-1,1 0 1,-1 0 0,1-7 0,0 10 8,0 1 1,0-1-1,-1 0 0,1 0 1,-1 1-1,1-1 0,-1 0 1,-1-2-1,1 3-10,0-1-1,1 0 1,-1 0 0,0 0-1,1 0 1,-1 0 0,1 0-1,-1-4 1,1 6 9,0 0 0,0 0 0,0-1 1,0 1-1,0 0 0,0 0 0,0 0 0,0-1 0,0 1 0,-1 0 1,1 0-1,0 0 0,0 0 0,0-1 0,0 1 0,0 0 0,-1 0 1,1 0-1,0 0 0,0-1 0,0 1 0,0 0 0,-1 0 1,1 0-1,0 0 0,0 0 0,-1 0 0,1 0 0,0 0 0,0 0 1,0 0-1,-1 0 0,1 0 0,0 0-5,-1 0 0,1 0 0,0 0 0,0 0 0,-1 0 0,1 0 0,0 0-1,0 0 1,0-1 0,-1 1 0,1 0 0,0 0 0,0 0 0,0 0 0,-1 0 0,1 0 0,0 0 0,0-1 0,0 1 0,0 0-1,-1 0 1,1 0 0,0 0 0,0-1 0,0 1 0,0 0 0,0 0 0,0 0 0,0-1 0,0 1 0,-1 0 0,1 0 0,0-1 0,0 1-16,0 0 1,0 0-1,0 0 1,0 0 0,0-1-1,0 1 1,0 0 0,0 0-1,0 0 1,-1 0-1,1 0 1,0 0 0,0 0-1,0 0 1,0 0-1,0-1 1,0 1 0,0 0-1,-1 0 1,1 0 0,0 0-1,0 0 1,0 0-1,0 0 1,0 0 0,0 0-1,-1 0 1,1 0 0,0 0-1,0 0 1,0 0-1,0 0 1,0 0 0,-1 0-1,1 0 1,0 0 0,0 0-1,0 0 1,0 1-1,0-1 1,0 0 0,0 0-1,-1 0 1,1 0 0,0 0-1,0 0 1,0 0-1,0 0 1,0 0 0,0 1-1,0-1 1,0 0 0,-1 0-1,-12 10-1736,-12 17-1411,19-18 2110,0 0 1,-1 0 0,0-1-1,-9 8 1,12-12 425,2-3 131,0 1 0,-1 0 0,1 0 0,0 0-1,1 0 1,-1 0 0,-2 3 0,2 3-2231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1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791 325 1004,'0'-6'580,"0"0"1,0 0-1,-1 0 0,0 1 1,0-1-1,0 0 0,-4-8 1,-3-10 130,7 18-563,-1 1-1,0-1 0,0 1 0,-1-1 1,-3-5-1,-16-42 852,20 50-892,1 0-1,-1-1 1,1 1-1,-3-8 0,3 9-17,1-1-1,-1 0 0,0 0 1,-1 1-1,1-1 0,0 0 1,-4-3-1,0 0 350,-1-1 0,1-1 0,0 1 0,1 0 0,-5-13 0,7 18-274,1-1-1,-1 1 1,0 0 0,1-1 0,-1 1-1,0 0 1,0 0 0,0 0 0,-1 0-1,1 1 1,0-1 0,-1 1 0,1-1-1,-1 1 1,-4-2 0,-4-1 336,0 0 0,-17-3 1,16 6-307,0 0 1,0 1-1,-13 1 1,0-1 70,14 1-185,1 1 0,-1-1 0,1 2 0,0-1 0,-1 2 1,-12 5-1,-12 4 169,24-10-127,0 1 0,0 0 1,1 1-1,0 0 0,0 1 1,0 0-1,0 1 0,-8 7 0,-59 41 717,65-45-746,6-6-54,1 1 0,-1-1-1,-5 8 1,-19 22 89,21-25-112,0 0 1,1 1 0,1 0 0,0 0-1,0 1 1,-6 12 0,-8 23 32,13-31-32,1 0 1,-10 32-1,16-42-13,-2 9 2,0 0 0,0 0 1,2 0-1,-1 16 0,2-23-2,-1-1 0,1 0 0,-4 10 0,2-9 0,1 1 0,0-1 0,-1 12 1,3-1 11,0 0 0,6 27 1,-6-37 4,0 0-1,-1 14 1,0-14 1,0-1 1,2 16-1,34 135 73,-17-77-73,-15-69-17,0 0-1,0 0 1,8 12 0,-5-9 0,14 30 5,35 55 1,-40-84-21,-15-14 9,1 0-1,0-1 1,0 1-1,-1 0 1,1 0-1,-1 0 1,3 4-1,-3-4 2,-1 0 0,1 0 0,0-1 0,0 1 0,0 0 0,0-1 0,0 1 0,0-1 0,0 1 0,1-1 0,-1 0 0,0 1 0,1-1 0,-1 0 0,1 0 0,-1 0 0,4 2 0,13 7 2,-11-6 0,-1-1 0,0 1 0,0 1-1,6 4 1,-8-5 0,1-1 0,0 1 0,0-1 0,9 4 1,8 5 0,-20-10-2,1-1 0,-1 0 0,1 0 0,-1 0 0,1 0 0,0 0 0,-1-1 0,5 1 0,10 3 0,-12-3 2,1 0 0,0 0 1,0-1-1,0 0 0,-1 0 0,7-1 0,8 0-3,-18 1 0,0 0 0,1 0 0,-1 0 0,1 0 0,-1 0 0,0-1 0,1 1 0,-1-1-1,0 0 1,0 1 0,1-1 0,2-2 0,-2 2-1,0-1 0,0 1 0,0 0 0,1-1-1,3 1 1,12-6-3,-10-1 1,-7 7 2,-1-1 1,1 1-1,-1 0 1,1 0-1,0-1 0,-1 1 1,4-1-1,12-6 1,18-13 1,-33 20-1,-1-1 1,1 1 0,0-1 0,-1 1 0,1-1 0,-1 0-1,0 0 1,1 0 0,0-2 0,7-9 1,43-29-1,-29 24-7,-18 15 5,0-1 1,0 1 0,0-1-1,0-1 1,5-6-1,4-3 7,-11 10-1,1 0 1,0 0-1,-1 0 0,0 0 1,0 0-1,3-6 1,-3 4-5,-1 1 0,1-1 0,0 1 1,0 0-1,0 0 0,4-5 0,15-31-13,-18 35 10,0-1 1,0 1-1,-1-1 1,0 0-1,0 0 1,2-9-1,4-10-4,2 3 13,-8 18-5,0 0 0,-1 0 0,1 0 0,-1 0 0,-1 0 0,1 0 0,-1-1 0,0 1 0,1-10 0,-2 11 2,1 0 0,-1 0 0,1-1 1,0 1-1,0 0 0,0 0 0,3-7 1,-3 6-5,0 0 0,0 0 0,0 0 1,-1 0-1,0 0 0,-1-10 1,0-1-8,1-75 19,0 89-14,0-1 1,-1 0-1,1 1 1,-1-1-1,1 1 1,-3-5-1,2 4 2,0 1 0,0-1 0,0 0 0,0 0 0,1 0 0,-1-6 0,1 3 0,-1-1 0,1 1 1,-2 0-1,1-1 0,-4-9 0,4-5-2,1 19 3,0-1 0,0 0-1,0 0 1,0 0-1,0 1 1,-1-1-1,-1-4 1,1 3 18,-1-1 1,0 0 0,1 1 0,0-1-1,0 0 1,1 1 0,-1-1 0,1-7 0,0 10-8,0 0 1,0 1 0,0-1 0,0 0 0,0 1-1,0-1 1,-1 0 0,1 0 0,-1 1 0,1-1 0,-1 1-1,0-1 1,1 0 0,-1 1 0,0 0 0,0-1-1,0 1 1,-2-2 0,-7-11 95,10 12-98,-1 1 0,0 0 1,1 0-1,-1 0 0,0 0 0,0-1 0,0 1 0,0 0 1,0 0-1,0 1 0,-2-3 0,-1 1 14,-1-1 0,1 0 0,0 0 0,0 0 0,0-1 0,0 1 0,0-1 0,1 0-1,0 0 1,-4-5 0,3 4-8,0 0 0,0 1 0,-1-1 0,0 1 0,0 0 0,0 1 0,-1-1 0,1 1 0,-7-3 0,-8-5 3,4 2-5,0 1 0,-28-9 0,9 3-27,18 8 3,-24-5 0,2 1 0,19 3 12,-101-27 13,112 33-95,1 0 0,-1 1 0,-15 1 0,8-1-107,2 4-906,2 0 134,-14 6-1578,13-3-1384,0 0-1,-21 17 0,12-4-59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23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111 241 524,'0'0'1295,"0"-6"2725,0 6-3962,0 0 0,0 1 0,0-1 0,0 0 0,0 0 0,-1 1 0,1-1 0,0 0 0,0 0 1,0 1-1,0-1 0,0 0 0,0 0 0,-1 1 0,1-1 0,0 0 0,0 0 0,0 0 0,0 1 0,-1-1 1,1 0-1,-8 1 7130,8-2-6850,0 0-1,0 0 1,0 0-1,0 1 0,0-1 1,0 0-1,0 0 1,0 0-1,0 1 0,0-1 1,0 0-1,-1 0 1,1 1-1,0-1 0,-1-1 1,0 2-265,0 0-59,1 0 0,0 0 1,0 0-1,-1 0 0,1 0 1,0 0-1,-1 0 0,1 0 1,0 0-1,0 0 0,-1 0 1,1 0-1,0 0 0,-1 0 1,1 0-1,0-1 0,0 1 1,0 0-1,-1 0 0,1 0 1,0 0-1,0 0 0,-1-1 1,1 1-1,0 0 0,0 0 1,0-1-1,0 1 0,-1 0 1,1 0-1,0 0 0,0-1 1,0 1-1,0 0 0,0-1 1,0 1-1,0 0 0,0 0 1,0-1-1,-1 1 0,1 0 1,0 0-1,1-1 0,-1 1 1,0 0-1,0-1 0,0 1 1,0 0-13,0-1 1,0 1 0,0 0 0,0 0 0,0 0 0,0-1 0,0 1 0,0 0 0,-1 0 0,1-1 0,0 1 0,0 0 0,0 0 0,0 0 0,0 0 0,0-1-1,0 1 1,-1 0 0,1 0 0,0 0 0,0 0 0,0-1 0,0 1 0,-1 0 0,1 0 0,0 0 0,0 0 0,0 0 0,-1 0 0,1 0 0,0 0-1,0-1 1,0 1 0,-1 0 0,1 0 0,0 0 0,-1 0 0,1 0-1,0 0 1,0 0 0,-1 0 0,1 0-1,0 0 1,0 0 0,-1 0-1,1 0 1,0 0 0,0-1-1,-1 1 1,1 0 0,0 0-1,0 0 1,0 0 0,-1-1-1,1 1 1,0 0 0,0 0-1,0 0 1,0-1 0,-1 1-1,1 0 1,0 0 0,0-1-1,0 1 1,0 0 0,0 0-1,0-1 1,0 1 0,0 0-1,0 0 1,0-1 0,0 1-1,0-1 1,0 1 4,0-1 0,0 0 0,0 1 0,0-1 0,-1 0 0,1 0 0,0 1 0,0-1 0,0 0 0,-1 1 0,1-1 0,0 1 0,-1-1 1,1 0-1,-1 1 0,1-1 0,-1 0 0,0 0-3,1 1 0,-1-1 0,0 0 0,1 0 1,-1 1-1,1-1 0,0 0 0,-1 0 0,1 0 0,0 1 1,-1-1-1,1 0 0,0 0 0,0 0 0,0 0 1,0 0-1,0-1 0,-1-7 21,1 5-8,0-1 0,0 0 0,0 1 0,0-1 0,1 1 0,1-6 0,2 5-2,-4 5-13,1-1-1,-1 1 1,0 0 0,1-1 0,-1 1-1,0-1 1,1 1 0,-1 0 0,0-1-1,1 1 1,-1-1 0,0 1 0,0-1-1,0 0 1,0 1 0,1-1 0,-1 1-1,0-1 1,0 1 0,0-1 0,0 0-1,0 0 2,0 0-1,0 0 0,0 0 1,0 0-1,1 0 1,-1 1-1,0-1 1,1 0-1,-1 0 0,1 0 1,-1 1-1,1-1 1,0-1-1,0 1 0,-1 0 0,1 1 1,0-1-1,-1 0 0,0 0 1,1 0-1,-1 1 0,1-1 0,-1 0 1,0 0-1,0 0 0,0 0 0,1-1 1,-1-1-3,1 1 1,-1 0 0,1-1-1,0 1 1,0 0 0,0 0-1,0 0 1,0 0 0,0 0-1,1 0 1,-1 0 0,1 0-1,-1 1 1,1-1 0,0 0-1,3-1 1,7-10 8,21-14 3,-32 26-13,0 0 0,1 0 0,-1 0-1,1 0 1,0 0 0,-1 1 0,1-1-1,0 1 1,2-2 0,7-2-13,-8 3 0,16 1-10,-16 6 4,5-3 14,-6-2 3,0 0 0,0 0 0,0 0 0,0 0 0,0 0 0,-1 0 0,1 0 0,0 0 0,-1 1 0,1-1-1,0 1 1,1 3 0,-1-3 4,-1-1-1,0 1 0,0 0 1,0 0-1,0 0 0,0 0 0,-1 0 1,1 1-1,0-1 0,-1 0 1,0 0-1,1 0 0,-1 1 1,0-1-1,0 0 0,0 0 1,-1 0-1,1 1 0,0-1 1,-2 4-1,-10 21 17,-1 1-1,-1-2 1,-1 0 0,-30 38-1,37-54-17,3-4 4,0 0 1,0 0-1,-3 8 0,-5 7 1,-1 0 1,-16 19-1,23-34-6,6-6 2,1 0 0,0 0-1,0 0 1,0 0 0,0 0 0,0 0 0,0 0 0,-1 1-1,1-1 1,0 0 0,0 0 0,0 0 0,0 0 0,0 0-1,0 0 1,0 1 0,0-1 0,0 0 0,-1 0 0,1 0-1,0 0 1,0 0 0,0 1 0,0-1 0,0 0 0,0 0-1,0 0 1,0 0 0,0 1 0,0-1 0,0 0 0,0 0-1,0 0 1,0 0 0,0 0 0,1 1 0,-1-1-1,0 0 1,0 0 0,0 0 0,0 0 0,0 0 0,0 1-1,0-1 1,0 0 0,0 0 0,1 0 0,-1 0 0,0 0-1,0 0 1,0 0 0,0 0 0,0 1 0,1-1 0,1-2 3,0 1 1,1-1 0,-1 1 0,1 0-1,-1 0 1,1 0 0,-1 0 0,1 1-1,4-1 1,8-2-12,-2-2 6,-10 4-1,0 0 0,0-1 0,0 1 0,0 1 0,0-1 0,1 0 0,5 0 0,-3 1-3,1-1-1,-1 0 1,10-3 0,-9 2 4,0 0 0,0 1 0,12-1 0,3 8 4,-2-2-8,-20-4 5,1 0 0,0 1 0,-1-1 0,1 0 0,0 0-1,-1 1 1,1-1 0,0 0 0,-1 1 0,1-1 0,-1 0 0,1 1 0,-1-1-1,1 1 1,-1-1 0,1 1 0,-1-1 0,1 1 0,-1 0 0,1-1 0,-1 1-1,1 0 1,-1 0 0,0-1 0,0 1 0,0 0 1,0-1-1,0 1 0,0-1 0,0 1 0,1-1 0,-1 1 0,0-1 0,0 1 0,1-1 0,-1 1 0,1-1 0,-1 1 0,0-1 0,1 1 0,-1-1 0,1 0 0,-1 1 1,1-1-1,-1 0 0,1 1 0,0-1 0,0 1 0,-1-1 1,0 0 0,0 0-1,0 0 1,0 0 0,1 0-1,-1 0 1,0 0-1,0 0 1,0 0 0,0 1-1,0-1 1,0 0 0,1 0-1,-1 0 1,0 0 0,0 0-1,0 0 1,0 1 0,0-1-1,0 0 1,0 0 0,0 0-1,0 0 1,0 0 0,0 1-1,0-1 1,0 0 0,0 0-1,1 0 1,-1 0-1,0 1 1,-1-1 0,1 0-1,0 0 1,0 0 0,0 0-1,0 0 1,0 1 0,0 9-15,-1-8 16,1 1 0,0-1 1,-1 0-1,0 1 0,1-1 1,-1 0-1,0 0 0,0 1 1,0-1-1,-2 2 0,0 2 7,0-2-2,1-1 0,-1 1 0,0-1-1,-5 5 1,-4 5 17,-43 49 54,52-59-75,1-1 0,-1 1-1,0-1 1,0 0 0,1 1 0,-7 2 0,-10 8 2,9-5 0,0-2 0,0 1 0,0-1 0,-1-1 0,-13 6 0,22-11-20,1 1-1,0 0 1,-1-1 0,1 1 0,0 0 0,0 0 0,0 0 0,0 0 0,0 0 0,-2 2 0,-6 6-273,6-7 210,1-1-86,0 1 1,0-1 0,0 1-1,-1-1 1,1 0-1,0 0 1,-1 0-1,1-1 1,-1 1-1,-2 0 1,1-7-2614,-4-1-329,7-7 73,1 11 2535,0 0 0,1 1-1,-1-1 1,1 0 0,-1 1 0,1-1-1,1-2 1,2-6-1033,-2-9-1432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24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671 302 936,'0'0'113,"0"-1"0,0 0-1,0 1 1,0-1 0,0 1-1,0-1 1,0 1 0,0-1-1,-1 1 1,1-1 0,0 1 0,0 0-1,-1-1 1,1 1 0,0-1-1,-1 1 1,1-1 0,0 1 0,-2-1-1,-2-4 558,-4-11 550,3 7-589,1 0-1,-1 0 0,-1 0 1,0 1-1,0-1 1,-11-9-1,9 9 21,-5-4 403,-31-21 924,39 31-1779,3 2-97,1 0 0,-1 0 0,0-1 0,0 1 0,0 1 0,0-1 0,0 0 0,0 0 0,0 1 0,0-1 0,-1 1 0,-1-1 0,-40-5 1502,31 6-1513,1 1 0,0 1 0,0 1 0,0-1 0,0 2 0,0 0 0,1 0 0,0 1 0,-1 0 0,2 1 0,-1 0 0,-10 9 0,-1 2-37,1 0 1,1 2-1,0 0 1,-22 30-1,37-43-36,0 0 0,1 1 0,0 0 0,0 0-1,0 0 1,-3 9 0,-1 4 45,-13 22 0,4-9-4,-5 5 0,16-29-44,0 0 0,1 0-1,0 1 1,-4 11 0,2 2 13,-1-1 13,-8 42-1,16-60-33,-6 27 102,2 0-1,2 1 1,0-1 0,5 47-1,0-54-13,5 39 86,3 0 1,20 69-1,13 4-72,-41-129-103,0-1 0,0 1 0,1-1 0,6 10 0,11 20 19,-16-27-15,0 0 0,1 0-1,0 0 1,1-1 0,13 14 0,43 34 297,-58-52-286,0-1 1,0 0-1,1 0 1,-1 0-1,1 0 1,0-1 0,-1 0-1,1-1 1,0 1-1,0-1 1,1 0 0,-1 0-1,0-1 1,0 0-1,8 0 1,9-3 23,1 0 0,36-11 1,-51 12-32,15-6 12,1-2 0,-2 0 0,1-1 1,-2-2-1,27-18 0,-29 19-17,-1-1 0,0-1 1,32-31 0,58-75 47,-42 42-10,-56 65-21,0-1-1,-1 0 1,0-1-1,14-30 1,-8 14 32,-11 22-27,0 0-1,-1 0 0,0 0 0,4-15 0,-7 18-21,2-5 43,0 0-1,-1-1 0,0 1 1,-1-1-1,0 1 0,-1-1 1,-2-17-1,-1 15 7,1 9-30,1-1 0,0 1-1,0-1 1,0-6 0,1 2 25,-1 0-1,-1 1 1,-3-18 0,0 6-11,1 7-26,0 0 0,-1 0-1,-1 0 1,-10-19 0,6 13-19,-9-23 0,13 28 14,-1 1-1,-11-19 1,-4-7 20,0 0 51,-30-44 1,25 44-47,-26-32 7,36 52-39,1-2-1,-17-28 1,27 38-2,-1 0-1,-1 0 1,0 1 0,-1 0 0,-19-19-1,26 28-6,-1-1-1,1 1 1,-1 0 0,0 0-1,0 1 1,0-1-1,0 1 1,0-1-1,0 1 1,0 0-1,-1 0 1,1 0-1,0 1 1,0-1-1,-1 1 1,1 0-1,-1 0 1,1 0 0,0 0-1,-1 1 1,1-1-1,0 1 1,-1 0-1,1 0 1,-5 2-1,-2 3-112,-1 0 0,1 1 0,1 0 0,-1 0 0,-13 16 0,3-5-231,20-17 343,-32 26-2039,1 2 0,2 1 0,-42 55 0,5 11-6017,33-48 3952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26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73 812,'0'-42'8165,"0"42"-8147,0-1 1,0 1-1,0 0 1,0 0-1,0 0 1,0-1-1,0 1 0,0 0 1,0 0-1,0 0 1,0-1-1,0 1 1,0 0-1,0 0 1,0 0-1,1 0 0,-1-1 1,0 1-1,0 0 1,0 0-1,0 0 1,0 0-1,1-1 1,-1 1-1,0 0 0,0 0 1,0 0-1,0 0 1,1 0-1,-1 0 1,0 0-1,0 0 1,0 0-1,1 0 1,-1-1-1,0 1 0,0 0 1,1 0-1,-1 0 18,0 0-1,0 0 0,1 0 0,-1 0 0,0 0 1,1 0-1,-1 0 0,0 0 0,0 0 1,1 0-1,-1-1 0,0 1 0,0 0 1,1 0-1,-1 0 0,0-1 0,0 1 0,0 0 1,1 0-1,-1 0 0,0-1 0,0 1 1,0 0-1,0 0 0,0-1 0,1 1 1,-1 0-1,0-1 0,0 1 0,0 0 0,0 0 1,0-1-1,0 1 0,0 0 0,0-1 1,0 1-1,0 0 0,0-1 0,0-4-126,-1-5 3462,1 10-3321,-1 0-1,1-1 1,0 1 0,0 0 0,-1 0-1,1 0 1,0 0 0,0 0 0,-1 0-1,1 0 1,0 0 0,0 0-1,-1 0 1,1 0 0,0 0 0,0 0-1,-1 0 1,1 0 0,0 0 0,0 0-1,-1 0 1,1 0 0,0 0 0,0 1-1,-1-1 1,1 0 0,0 0-1,0 0 1,0 0 0,-1 0 0,1 1-1,0-1 1,0 0 0,-2 2 79,2 12-2,1 7-40,-1-15-61,1 1-1,-1 0 0,0-1 0,0 1 0,-1-1 0,-2 10 0,-12 44 72,10-41-63,0 0 1,-12 32-1,14-45-18,1 1-1,-1 0 0,0 8 0,1-8 0,1 0 0,-2 0 0,-2 8-1,3-11-7,0 0-1,0 1 1,1-1 0,0 1-1,0-1 1,0 1-1,0 0 1,1 6 0,-1-5-1,0 1 1,0 0 0,0-1 0,-1 1 0,0-1-1,0 1 1,-1-1 0,-4 9 0,6-12-5,0-1 1,1 1-1,-1-1 1,1 1-1,-1 0 1,1-1-1,0 1 1,0 0-1,1-1 1,-1 4-1,1 3 8,-1-8 28,0-1-38,0 0 0,0-1 0,0 1 1,-1 0-1,1-1 0,0 1 1,0-1-1,0 1 0,0 0 0,1-1 1,-1 1-1,0-1 0,0 1 1,0 0-1,0-1 0,0 1 0,0 0 1,1-1-1,-1 1 0,0 0 1,0-1-1,0 1 0,1 0 0,-1-1 1,0 1-1,0 0 0,1 0 1,-1-1-1,0 1 0,1 0 0,-1 0 1,0 0-1,1-1 0,-1 1 1,0 0-1,2 0 0,15-3 7,-8 3 2,-7-1-8,1 0 0,-1-1 0,0 1 1,0 0-1,0-1 0,0 1 0,0-1 1,0 1-1,0-1 0,0 0 0,-1 0 1,1 0-1,0 0 0,-1 0 0,1-3 1,0 2-31,0 1 1,0-1-1,0 0 1,0 1-1,1-1 1,-1 1-1,1-1 1,3-1 0,58-43-2429,-48 33 1392,-14 12 920,-1 1-1,1-1 1,0 0 0,0 1 0,0 0 0,-1-1 0,1 1 0,4-2 0,0 1-114,-1 0 1,0-1-1,0 0 0,0 0 1,-1 0-1,1-1 1,-1 0-1,0 1 1,0-2-1,4-4 1,1 3-23,-9 6 265,1-1 1,0 1 0,-1 0-1,1-1 1,0 1-1,-1 0 1,1-1-1,0 1 1,-1-1-1,1 0 1,-1 1-1,1-1 1,-1 1 0,1-1-1,-1 0 1,1 1-1,-1-1 1,0 0-1,0 1 1,1-1-1,-1 0 1,0 0 0,1-1-1,-1 2 13,-1 0 0,1 0 1,0-1-1,0 1 0,0 0 0,0 0 0,1-1 1,-1 1-1,0 0 0,0 0 0,0-1 0,0 1 0,0 0 1,0 0-1,0 0 0,0-1 0,0 1 0,1 0 0,-1 0 1,0 0-1,0-1 0,0 1 0,0 0 0,1 0 1,-1 0-1,0 0 0,0-1 0,0 1 0,1 0 0,-1 0 1,0 0-1,0 0 0,1 0 0,-1 0 0,0 0 0,0 0 1,1 0-1,-1 0 0,0 0 4,1 0-1,-1-1 1,0 1 0,0 0 0,1 0-1,-1 0 1,0 0 0,0 0 0,0 0-1,1 0 1,-1 0 0,0 0 0,0-1-1,1 1 1,-1 0 0,0 0 0,0 0-1,0 0 1,0-1 0,1 1-1,-1 0 1,0 0 0,0 0 0,0-1-1,0 1 1,0 0 0,0 0 0,0-1-1,0 1 1,1 0 0,-1 0 0,0-1-1,0 1 1,0 0 0,0 0 0,0-1-1,0 1 1,0 0 0,0-21 657,0 18 326,0 14 1067,-2 3-760,-5-8-822,6-5-439,1 0 44,-1 1 0,1-1 1,-1 1-1,1 0 0,0-1 1,0 1-1,0 0 0,0-1 0,0 1 1,0 0-1,0 2 0,1 0 66,-2-1-38,1 0 0,0-1 1,-1 1-1,1 0 1,-1 0-1,-2 4 0,2-4-22,0-1 0,0 1 0,0 0 0,1-1 0,-1 1-1,1 5 1,-1-3 35,1-1 0,-1 1 0,0-1 0,-2 8 1,2-7-23,0 0 0,0 0 1,0-1-1,0 10 1,1 7 136,1-10-61,-1 0 0,0-1 0,-3 17 0,0-14 73,0 0 1,2 1-1,-1 23 0,2 72 462,0-107-699,-1 0 0,1 0 0,0 0 0,-1 0 0,1 0 0,-1 0 0,1 0 0,-1 0 0,-1 2 0,1-2-2,0-1 0,1 1 1,-1 0-1,0 0 0,1-1 0,-1 1 0,1 0 0,0 4 0,0 41 68,0-46-14,-2-22-2372,-1 18 1727,2 3 473,1 0 1,-1-1-1,1 1 0,-1 0 1,1-1-1,0 1 0,-1-1 1,1 1-1,0 0 0,-1-1 1,1 1-1,0-1 0,0 1 1,-1-1-1,1 0 1,0 1-1,0-1 0,0 1 1,0-1-1,0 1 0,0-1 1,0 1-1,0-2 0,-1 0-414,1-1 0,0 0 0,-1 1 0,1-1 0,-1 1 1,-2-5-1,2 5 4,0-1 0,0 0 1,1 0-1,-1 0 1,0 0-1,1-4 1,1-15-2521,9-5-47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26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572 172 2036,'-34'-29'3411,"25"24"-3020,1 0 0,-1 0-1,0 1 1,0 0 0,0 0-1,-15-3 1,12 5-27,-1 0 1,1 1-1,-1 1 0,1 0 1,0 0-1,-1 1 0,-21 5 0,25-3-265,0 0 0,1 0-1,-1 1 1,1 0-1,-1 1 1,2 0 0,-9 6-1,1 0 56,0 2-1,-21 21 1,19-12-10,1 0 0,-23 44 0,23-38-59,-3 9 155,-15 41 0,25-51-33,-8 35-1,8-27-60,2-3 8,-3 36-1,7-45-95,2 1 36,0 0-1,2-1 1,0 1-1,5 23 1,-1-10 60,26 154 670,-21-150-674,-4-12-7,2 1-1,14 35 0,9 4 128,-27-60-218,0 0 0,1 1 0,0-1 0,1-1 0,7 10-1,5 8 93,-15-22-116,0-1 1,0 1-1,0-1 1,0 0-1,1 0 1,0 0-1,-1 0 1,1 0-1,0-1 1,0 0-1,0 0 0,1 0 1,-1 0-1,0-1 1,1 1-1,-1-1 1,7 0-1,2 1 66,-1-1 0,0-1-1,1 0 1,-1 0 0,16-4 0,-12 1 13,1-1 1,-1-1 0,0 0-1,0-1 1,-1-1 0,17-10-1,7-6 159,37-31-1,-5-7-115,-23 19-90,-33 28-24,-2 1 1,14-19-1,6-6 11,-10 14-13,-1-1 0,23-35 0,-10 11 13,14-22 36,-42 60-60,-1-1-1,-1 1 1,0-1 0,7-23-1,-1-4 47,-6 21-6,0-1-1,-1 0 1,0 0-1,0-24 1,-4 26-9,0 0 1,-1-1-1,0 1 1,-2 0-1,0 0 1,-1 0-1,-8-20 1,1 9-6,2 3 2,-1 1 0,-1 0 0,-25-39 0,-17-7 96,34 41-50,-35-40 0,41 55-67,0 0 0,-1 2 0,0-1 0,-24-14 0,28 20-7,-69-39 153,67 40-140,0 1 0,0 1 0,0-1 0,-1 2 0,-12-3 0,18 6-39,0-1 1,1 1-1,-1 1 0,1-1 1,-1 1-1,1 0 0,0 0 1,-1 1-1,-10 4 0,5-1-77,0 1 0,0 0 0,-19 14 0,13-5-500,1 0 1,0 1-1,2 1 1,0 0-1,0 1 1,2 0-1,-20 37 1,16-25-2408,2 1 1,1 0 0,-17 54-1,20-42-690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0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0 624,'0'0'2795,"2"0"-2389,5 0-71,-5 0 195,-2 8 126,1 1-328,-2 8 989,1-17-1302,0 0 1,0 0 0,0 0-1,0 1 1,0-1 0,0 0 0,0 0-1,0 0 1,-1 1 0,1-1-1,0 0 1,0 0 0,0 0-1,0 0 1,-1 1 0,1-1-1,0 0 1,0 0 0,0 0-1,0 0 1,-9-3 7289,9 4-7294,0-1-1,0 0 1,0 0-1,1 0 1,-1 0-1,0 1 1,0-1-1,0 0 0,0 0 1,0 0-1,0 1 1,0-1-1,0 0 1,0 0-1,0 0 1,-1 0-1,1 1 0,0-1 1,0 0-1,0 0 1,0 0-1,0 0 1,0 1-1,0-1 1,0 0-1,0 0 1,-1 0-1,1 0 0,0 0 1,0 1-1,0-1 1,0 0-1,-1 0 1,-6 1 155,5-1 304,2 0-458,0 0-1,0 0 0,0 0 0,0-1 0,0 1 0,0 0 1,0 0-1,0 0 0,0-1 0,0 1 0,0 0 0,0 0 0,0 0 1,0-1-1,0 1 0,0 0 0,0 0 0,0 0 0,0 0 1,0-1-1,0 1 0,0 0 0,0 0 0,1 0 0,-1 0 1,0-1-1,0 1 0,0 0 0,0 0 0,0 0 0,0 0 0,1 0 1,-1-1-1,9 0 672,-11 1-625,-5 0-26,5 0 365,2 12-198,0-16-57,0 5-141,-1 0 0,1 0 0,0-1-1,-1 1 1,1 0 0,-1-1 0,1 1-1,-1 0 1,0-1 0,1 1 0,-1-1-1,0 1 1,1-1 0,-1 1 0,0-1 0,0 0-1,-1 1 1,-10 8-8,-10 11 22,2 0-53,20-19 25,1 1 16,-1 0 1,0 0-1,0 0 1,0 0-1,0 0 1,-1 0-1,1 0 1,-2 4-1,2-6-3,-1 0 0,1 1 0,-1-1-1,1 0 1,-1 1 0,1-1-1,0 1 1,-1-1 0,1 0 0,-1 1-1,1-1 1,0 1 0,-1-1 0,1 1-1,0 0 1,0-1 0,-1 1 0,1-1-1,0 1 1,0-1 0,0 1 0,0 0-1,0-1 1,-1 1 0,1-1 0,1 1-1,-1 0 1,0-1 0,0 1 0,0-1-1,0 1 1,0 0 0,0-1 0,1 1-1,-1-1 1,0 1 0,0-1 0,1 1-1,-1-1 1,0 1 0,1-1 0,-1 1-1,1-1 1,-1 1 0,1-1 0,-1 0-1,1 1 1,-1-1 0,1 1 0,1 0-15,-2-1 15,0 0-1,0 1 1,0-1-1,0 0 1,0 0 0,0 0-1,0 0 1,0 1-1,0-1 1,0 0 0,0 0-1,0 0 1,0 1-1,0-1 1,0 0 0,0 0-1,0 0 1,0 1-1,0-1 1,0 0 0,0 0-1,0 0 1,1 0 0,-1 0-1,0 1 1,0-1-1,0 0 1,0 0 0,0 0-1,0 0 1,1 0-1,-1 1 1,0-1 0,5 2-4,0 0 0,0 0 0,-1-1 0,1 0-1,11 2 1,-1 0 9,29 3 13,-18-1 17,23 4 182,-35-5-111,-9-3-79,0 0 0,-1 1-1,1 0 1,4 2 0,-8-4-26,0 1 0,-1-1 0,1 0 0,0 0 0,0 1 0,0-1 0,-1 0 0,1 0 0,0 0 0,0 0 0,0 0 0,-1 0 0,1 0 0,0 0 0,1 0 0,6 0-1,25 21 64,-22-10-38,-8-6-47,-2-2 19,0-1 1,0-1-1,0 1 1,0 0-1,0-1 1,0 1-1,0 0 1,-1 0-1,1 0 1,-1 0 0,1 0-1,-1 0 1,0-1-1,0 1 1,1 0-1,-1 0 1,-1 0-1,1 3 1,0 2 137,1-4-131,-1-1 1,0 1 0,1 0-1,-1-1 1,-1 1 0,1 0-1,0 0 1,-1-1 0,1 1-1,-2 3 1,-5 4-141,-6 8 25,3-3 106,9-13 10,0 0 0,-1 1-1,1-1 1,-1 0-1,0 0 1,-3 4 0,-37 34-64,-2-6-112,39-30 154,-1 0-1,1 0 1,-1 0-1,-9 3 1,11-5 17,-1 0 1,1 1-1,0-1 1,0 1-1,0 0 0,0 0 1,-5 5-1,8-7 2,1-1-1,-1 1 1,1-1 0,-1 1 0,1 0-1,-1-1 1,0 0 0,1 1-1,-1-1 1,0 1 0,0-1 0,1 0-1,-1 1 1,0-1 0,0 0 0,1 0-1,-1 0 1,0 0 0,0 0-1,0 0 1,1 0 0,-1 0 0,-1 0-1,-2 0 6,2 0 6,0 0-1,1 0-39,0 0-1,0-1 1,0 1 0,-1 0-1,1-1 1,0 1 0,0-1-1,0 1 1,0-1 0,0 0-1,0 1 1,0-1 0,0 0 0,0 0-1,0 0 1,1 1 0,-1-1-1,-1-2 1,0 1-479,0 0 0,0 0-1,0 1 1,-1-1 0,1 0 0,-5-1 0,6 0 84,1 1 0,-1-1 1,0 1-1,1-1 0,0 1 1,-1-1-1,1 1 1,0-1-1,1 1 0,-1-1 1,1-1-1,-1-6-950,0 8 968,1-1 0,-1 0 0,0 1-1,1-1 1,0 1 0,0-1 0,1-2 0,1-6-908,-1-10-1309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0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11 303 868,'-2'0'1689,"-7"0"3901,9-8-4357,0 7-1202,1 0 0,-1 0 0,0 0 0,0 0 0,1 1 0,-1-1 0,0 0 0,1 0 0,-1 0 1,1 1-1,-1-1 0,1 0 0,0 1 0,-1-1 0,1 0 0,0 1 0,1-2 0,17-10 247,-6 3-74,18-22 262,-22 22-313,-1 0 0,12-9 0,-13 12-77,-1 0 1,0-1-1,6-7 0,12-14 151,40-26 271,-60 50-428,1 0 0,0 1-1,7-6 1,-9 7-41,0 1 0,-1-1 0,1 0 0,0 0 0,-1 0 1,0-1-1,0 1 0,1 0 0,-1-1 0,2-4 0,3-3 168,-6 10-183,-1-1 1,1 1-1,-1-1 1,1 1 0,-1-1-1,0 1 1,1-1 0,-1 1-1,0-1 1,1 1 0,-1-1-1,0 0 1,0 1 0,1-1-1,-1 0 1,0 0 0,0 0 149,9-6 689,-27 7-477,16 0-409,0 1 2,-40 18-1518,-35 29-7375,66-41 6331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1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75 964,'-9'-13'1976,"8"10"-1740,0 1 0,0 0-1,-1 0 1,1 0 0,0 0 0,-1 1 0,0-1 0,1 0 0,-1 0-1,0 1 1,0-1 0,0 1 0,-2-2 0,-11-3 472,12 5-592,1 0 0,-1-1 0,0 1 0,0 0 0,1 1 0,-1-1 0,0 0 0,-6 1 0,-11-3 314,16 2-332,0 0 0,0 0-1,1 1 1,-1 0-1,0 0 1,-4 0 0,-6 2 297,9-1-199,-1 1 1,0-1-1,1 1 1,-7 2 0,6-2 2,0 0 0,0 0 0,-9 0 0,-16 4 495,4 3 159,1 0-1,-27 15 1,40-17-552,0 1-1,0 0 0,0 1 1,1 0-1,-17 19 1,13-12-29,0 1 0,2 1-1,-17 26 1,13-19-70,-5 6 46,9-1 135,1-1-1,-16 54 0,23-64-168,-9 18 0,8-22-97,1 1 0,-4 16-1,-5 22 89,5-17-32,-7 43 0,14-59-124,1-3 14,-6 25 0,1-10 35,-4 41 0,9-52-64,-1 12 64,3 46 1,1-35-34,0-19 5,8 43 0,-6-54-45,-2-8-12,1 1 0,1-1 0,-1-1 0,1 1 0,6 10 0,-5-10-2,-1-1-1,0 1 1,0-1-1,-1 1 1,3 11-1,-3-8 3,-1-1 3,0 0 0,1-1-1,0 1 1,0-1 0,1 1 0,0-1 0,7 12 0,-2-7 4,-2-4 0,-1 0 0,7 14 0,-9-15-4,1-1-1,0 0 0,0 0 0,9 11 1,5 5 31,-9-11-18,1-1 0,0 0 0,1-1 0,12 9 0,20 19 73,-29-25-30,1-1 0,0-1-1,1-1 1,0 0 0,1 0 0,25 9 0,-33-15-20,-2-1 4,1-1 0,-1 0 1,0 0-1,15 1 0,-7-1 29,-6-1-32,1-1 0,-1 1 0,0-2 0,0 1 0,1-1 0,-1-1 0,17-5 0,-11 2 48,0 0-1,-1-1 1,0-1-1,15-9 1,1-3 103,-2-1 1,0-1 0,-1-2 0,36-38 0,21-41 183,-72 85-242,19-34-1,-6 9 72,-13 20-53,-2-1 0,0 0 0,-1-1 0,-1 0 0,5-27 0,2-3 80,-8 22-90,4-41-1,-9 63-135,-1-8 30,0-27 0,-2 27-11,3-26 0,0 29-21,-1 1 0,-1-1 0,0 1 0,-3-17 0,0-45 26,3 53-31,-1 0 0,-7-40-1,-1 27-13,-32-122 45,35 139-14,-1 0 0,-1 1 0,-1 0 0,-1 0 0,-23-32 1,15 26 0,-2 1 0,0 1 0,-1 1 0,-1 1 0,-40-28 0,43 36-42,-1-2-29,-1 1 1,0 2-1,-1 0 0,-1 1 0,-25-8 0,30 13 4,13 3 33,0 1 0,0-1 0,0 1 0,0 0-1,0 0 1,0 1 0,0 0 0,0 0 0,0 0 0,0 0-1,0 1 1,0 0 0,0 0 0,-10 3 0,0 2-41,-1 0 0,1 1 1,0 1-1,1 1 0,-1 0 0,2 0 1,-14 13-1,0 3-205,4-4-337,-36 41 0,39-38-56,1 1-1,2 1 1,-15 29-1,3-2-1025,18-35 220,2 0 0,0 0-1,1 1 1,0 0 0,-4 22 0,8-27-555,-2 20-3702,7-32 5278,-1 0-1,0 0 0,1 0 0,0 0 0,-1 0 1,1 0-1,0 0 0,2 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0 352,'0'0'1024,"11"0"-732,-11 7-184,0 0-80,0 0-76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8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37 648,'0'0'28,"0"1"0,0-1-1,0 0 1,0 0 0,-1 0-1,1 0 1,0 1 0,0-1 0,0 0-1,0 0 1,0 0 0,0 0-1,0 1 1,0-1 0,0 0 0,1 0-1,-1 0 1,0 1 0,0-1-1,0 0 1,0 0 0,0 0 0,0 0-1,0 0 1,0 1 0,0-1 0,0 0-1,1 0 1,-1 0 0,0 0-1,0 0 1,0 0 0,0 1 0,0-1-1,1 0 1,-1 0 0,0 0-1,0 0 1,0 0 0,0 0 0,1 0-1,-1 0 1,0 0 0,0 0 0,0 0-1,0 0 1,1 0 0,-1 0-1,0 0 1,0 0 0,1 0 0,5 1 1660,-6-1-1657,0 0 0,0-1 0,0 1-1,0 0 1,0 0 0,0-1-1,0 1 1,0 0 0,0 0 0,0-1-1,0 1 1,0 0 0,0 0-1,0-1 1,0 1 0,0 0 0,1 0-1,-1-1 1,0 1 0,0 0-1,0 0 1,0 0 0,1-1 0,-1 1-1,0 0 1,0 0 0,0 0-1,1 0 1,-1 0 0,0-1 0,0 1-1,1 0 1,-1 0 0,0 0-1,0 0 1,1 0 0,-1 0 0,0 0-1,0 0 1,1 0 0,-1 0 0,0 0-1,0 0 1,1 0 0,-1 0-1,1 0 1,0 0-54,-1 0 31,0 0 0,0 0 0,0 0 0,0 0 0,1 0 0,-1 0 0,0 0 0,0 0 0,0 0 0,0 0 0,0 0 0,0 0 0,0 0 0,0 0 0,0 0 0,1 0 0,-1-1 0,0 1 0,0 0-1,0 0 1,0 0 0,0 0 0,0 0 0,0 0 0,0 0 0,0 0 0,0 0 0,0 0 0,0-1 0,0 1 0,0 0 0,0 0 0,0 0 0,0 0 0,0 0 0,0 0 0,0 0 0,0 0 0,0-1 0,0 1 0,0 0 0,0 0 0,0 0 0,0 0 0,0 0 0,0 0 0,0 0 0,0 0 1,0-1-1,0 1 1,0 0-1,0 0 0,0 0 1,0 0-1,0 0 1,0 0-1,0 0 0,0 0 1,0-1-1,0 1 1,0 0-1,0 0 0,0 0 1,0 0-1,0 0 1,0 0-1,0 0 0,0 0 1,0 0-1,0-1 1,0 1-1,0 0 0,0 0 1,0 0-1,0 0 1,0 0-1,0 0 0,0 0 1,0 0-1,0 0 1,1 0-1,-1 0 0,0 0 1,0 0-1,0-1 1,0 1-1,0 0 0,0 0 1,0 0-1,0 0 0,1 0 1,0 0-14,-1 0 22,0 1 0,0-1 0,1 0 1,-1 0-1,0 0 0,0 0 0,1 0 0,-1 0 0,0 0 1,0 0-1,1 0 0,-1 0 0,0 0 0,0-1 1,1 1-1,-1 0 0,0 0 0,0 0 0,1 0 1,-1 0-1,0 0 0,0 0 0,1-1 0,-1 1 1,0 0-1,0 0 0,0 0 0,1-1 0,-1 1 0,0 0 1,0 0-1,0-1 0,0 1 0,0 0 0,0 0 1,1 0-1,-1-1 0,0 1 0,0 0 0,0-1 1,0 1-1,0 0 0,9-2 1282,-18 2 2484,7 0-3314,-5 0-3,5 0 438,2 0-861,0 0 1,0 0-1,0 0 1,0-1 0,0 1-1,0 0 1,0 0 0,0-1-1,0 1 1,0 0 0,0 0-1,0 0 1,0-1-1,0 1 1,0 0 0,0 0-1,0-1 1,0 1 0,0 0-1,0 0 1,0-1-1,0 1 1,-1 0 0,1 0-1,0 0 1,0 0 0,0-1-1,0 1 1,0 0-1,-1 0 1,1 0 0,-7 0 270,5 0 316,0 0-313,2 0-300,-1 0-1,1 0 1,0 0 0,0 0-1,-1 0 1,1 0 0,0 0-1,-1 0 1,1 0 0,0 0-1,-1 0 1,1 0 0,0 0-1,0 0 1,-1-1 0,1 1-1,0 0 1,-1 0 0,1 0-1,0 0 1,0 0-1,-1-1 1,1 1 0,0 0-1,0 0 1,0 0 0,-1-1-1,1 1 1,0 0 0,0 0-1,0-1 1,0 1 0,-1 0-1,1-1 1,0 1 0,0 0-1,0 0 1,0-1 0,-22-6 1624,15 6-1408,0 0 0,0 0 1,0 1-1,0-1 0,-12 3 0,-4-1-63,13-1-169,1 0 1,-1 1-1,0 1 1,1-1-1,0 2 0,-11 2 1,0 2 26,-4 1 43,23-6-66,-1-1-1,0 0 1,1 1 0,0-1-1,-1 1 1,1-1-1,0 1 1,-2 2-1,-5 7 26,-6 2 0,5-5-21,1-1 1,0 2-1,0-1 1,-11 18-1,12-15-17,3-6 5,0 1-1,0 1 1,0-1-1,-4 12 1,5-6 6,2-7-1,0-1 0,0 1 0,-1 0 1,-3 6-1,1-2 4,0 1 0,1-1 0,-3 14 0,3-13 1,1 1-5,1 0-1,0 0 1,1 0 0,1 19 0,0-2 11,-1-19-8,0-1 0,0 1 0,1-1 1,0 1-1,1-1 0,0 0 0,5 17 1,-5-21-6,0 2 5,0 0-1,1 0 1,-1-1 0,1 1 0,1-1 0,-1 0-1,7 8 1,3 4 18,-12-15-20,0 0 1,1 1-1,-1-1 1,1 0-1,0 0 1,0 0-1,0 0 1,0 0-1,3 2 1,4 3 11,4 1 60,-8-7-66,-3 0-7,0 0-1,-1-1 1,1 1 0,0-1-1,0 1 1,0-1 0,0 0-1,0 0 1,-1 0 0,1 0-1,0 0 1,0 0 0,2-1-1,2 0-5,-1-1 0,1 0 0,-1 0 0,1-1 0,-1 0 0,0 0 0,0 0 0,-1 0 0,1-1 0,-1 0 0,1 0 0,-1 0 0,0 0 0,0-1 0,-1 0 0,0 1 0,4-8 0,-6 7 1,0 1 1,0-1 0,0 1 0,-1-1 0,0 1 0,0-1 0,-1-8-1,0-4-6,0 12 10,1 1 0,-1 0 1,0-1-1,-1 1 0,1 0 1,-1 0-1,0 0 0,0 0 1,-3-4-1,2 1 0,1 3-6,0 1 1,0-1-1,-1 0 0,1 1 1,-1-1-1,0 1 0,0 0 1,0 0-1,0 0 0,-1 0 1,1 1-1,-1-1 0,1 1 1,-1 0-1,0 0 0,0 0 1,0 1-1,-8-3 0,11 4 4,-2-1-11,0 0-1,1 0 1,-1 0 0,0 0-1,0 1 1,0-1-1,0 1 1,0 0-1,0 0 1,1 0 0,-1 0-1,0 0 1,0 1-1,0-1 1,0 1-1,0 0 1,-4 1 0,-57 31-349,60-31 272,0 0-1,0 1 0,0-1 0,0 1 0,1 0 0,-1 0 0,1 0 0,-1 0 1,1 0-1,-4 6 0,-7 4-673,12-12 519,-1 1 0,1-1 0,0 1 1,1 0-1,-1 0 0,-3 3 0,-6 15-2227,9-2-1196,2-9-3293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38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605 102 1588,'0'-1'166,"-1"0"-1,1-1 1,0 1 0,-1-1-1,1 1 1,-1 0 0,1-1-1,-1 1 1,0 0 0,1-1-1,-1 1 1,0 0 0,0 0-1,0 0 1,0 0 0,0 0-1,0 0 1,0 0 0,-1 0-1,-1-1 1,-33-16 1103,13 7-600,-32-16 676,51 25-1273,1 0 0,-1 1-1,0-1 1,0 1 0,0 0 0,0 0-1,0 1 1,-8-1 0,-13-3 348,7 2-207,0 0 1,0 2 0,0 0-1,0 1 1,0 1 0,0 0-1,-21 6 1,35-6-174,-1 0 0,1-1 0,-1 2 0,1-1 0,-5 4 0,-13 6 108,17-9-107,-1 0 0,0 0-1,1 1 1,0-1 0,0 1 0,0 1 0,1-1-1,-1 1 1,-5 8 0,-11 8 113,16-16-99,0 0 0,0 1 0,1-1 0,-1 1 0,-4 7-1,-12 20 228,17-27-219,0 0 0,-1 1 0,2-1-1,-1 1 1,1 0 0,0-1 0,-3 13 0,-16 97 958,21-108-980,1-1 0,-1 0 0,1 1 1,1-1-1,-1 0 0,1 1 0,3 9 0,-2-6 6,-1 0 0,2 16 0,-3-18 8,0 0 1,1-1-1,0 1 0,1 0 1,4 14-1,-2-14 49,-2 1 0,2 14 0,-3-17-52,1 1-1,0-1 1,0 0 0,3 10 0,7 10 51,-9-17-76,1-1-1,1 1 1,6 9-1,47 57 67,-49-65-63,1-1 0,1 0-1,0-1 1,20 14-1,-20-17 9,1 2 24,0 0 0,1-1 0,0 0 0,0-2 0,25 9 1,-27-12-41,-1 0 0,1-1 0,0-1 1,0 1-1,0-2 0,-1 1 1,1-1-1,0-1 0,-1 0 0,1-1 1,-1 0-1,1 0 0,13-8 1,5-1 26,-18 8-25,0-1 0,17-10 0,-9 2 86,0-1 0,-1-1 0,0-1 0,25-28 1,-12 11 247,-24 27-221,0-1 0,-1-1 0,11-13 0,-12 13 108,1-2 1,-1 1-1,-1-1 1,5-12-1,-8 17-166,0 0 0,0 0 0,0 0 0,0 0 0,-1 0 0,0 0 0,0 0 0,0 0 0,0 0 0,-3-10 0,-1 4-8,3 7-38,0 0 0,0 0 0,0 0 0,0 0 0,1-6 0,-2-6 34,1 1 1,-2-1 0,-6-23 0,0 1 21,5 27-74,1 0 0,-2 0 1,-6-14-1,3 9 8,-1-1 2,-3-9 15,8 15-32,0 0 1,-1 0-1,-1 0 1,0 1-1,0 0 0,-1 0 1,-11-12-1,6 6-6,9 11-2,0 1 0,0 0 0,0-1 0,0 2 0,-1-1 1,1 0-1,-1 1 0,0-1 0,-1 1 0,-5-4 1,3 4-5,-4-1-11,0-1 1,-15-3 0,20 7-2,1 1 0,-1-1 0,0 1 0,1 0 0,-1 0 1,1 0-1,-11 3 0,4-1-376,1 1 1,-1 1-1,1-1 1,0 2-1,0 0 1,0 0-1,0 1 1,-18 13 0,18-3-2153,11-15 2251,-1 0 0,1 0-1,-1 0 1,0 0-1,1 0 1,-1 0 0,0 0-1,0 0 1,0 0-1,-1 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4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265 372 1436,'20'-35'4365,"-16"22"-2808,-3 12-1371,0-1 0,0 1 0,-1 0 0,1 0 0,0 0 0,0 0 0,-1-1 0,1 1 0,-1 0 0,1-1 0,-1 1 0,1 0 0,-1-1 0,0 1 0,0 0 0,0-1 0,0 1 0,0-3 0,0 3 419,-2 0-66,2 1-431,0-1 1,-1 1-1,1 0 1,0 0-1,0 0 1,-1-1-1,1 1 1,0 0 0,-1 0-1,1 0 1,-1 0-1,1 0 1,0 0-1,-1 0 1,1 0-1,0 0 1,-1 0-1,1 0 1,0 0-1,-1 0 1,1 0-1,0 0 1,-1 0-1,1 0 1,0 0-1,-1 0 1,1 0 0,0 0-1,-1 1 1,-7 1 503,4 4 44,-6-2-242,7-3-316,1 0 1,0 0-1,0 0 1,-1 0 0,1 0-1,0 1 1,-3 2-1,-30 42 1338,26-38-1225,6-5-146,0 0 0,0 0 1,0 1-1,0-1 0,1 1 1,-3 3-1,-21 38 230,15-28-250,1 0 1,-9 21-1,-10 17 27,14 0 4,2-24-43,5-15-18,2 0 0,-9 30 0,13-32-11,-2 1 5,1 1 0,-1 29-1,4-42-7,0-1 0,0 1 0,-1 0 0,1 0-1,-1-1 1,1 1 0,-1 0 0,0-1 0,0 1 0,-3 3 0,4-5-1,-1-1 0,1 1 0,0 0 1,-1-1-1,1 1 0,0 0 1,0-1-1,0 1 0,-1 0 1,1 0-1,0-1 0,0 1 1,0 0-1,0 0 0,0 0 0,0-1 1,1 1-1,-1 0 0,0-1 1,0 1-1,0 0 0,1 0 1,-1-1-1,0 1 0,1 0 1,-1-1-1,1 1 0,-1 0 0,1-1 1,-1 1-1,1 0 0,0 0 1,0-1 0,-1 1 0,1 0-1,-1-1 1,1 1 0,-1 0 0,0-1 0,1 1-1,-1 0 1,0 0 0,1 0 0,-1-1-1,0 1 1,0 1 0,1 0 4,-1-1 1,1 0-1,-1 0 0,1 0 1,0 0-1,0 0 1,-1 0-1,1 0 0,0 0 1,0 0-1,0 0 1,0 0-1,0 0 0,0-1 1,0 1-1,0 0 1,0-1-1,0 1 0,0-1 1,1 1-1,-1-1 1,0 0-1,0 1 0,1-1 1,-1 0-1,0 0 1,0 0-1,1 0 0,-1 0 1,2 0-1,0-1 8,9-2 3,-1-1 0,0 0 0,0 0 0,-1-1 1,1 0-1,-1-1 0,12-9 0,-2 0-26,-14 12 2,-1-1 0,0 0 0,0 0 0,-1 0 0,1 0 0,-1-1 0,6-8 0,-5 4 1,0 0 0,-1 0 0,0 0 0,0-1 0,-1 1 0,0-1 0,-1 0 0,0 0 0,0 0 0,-2 0 0,1 0 0,-1 0 0,0 0 0,-4-20 0,2 15-2,0 2-5,-1 0-1,0 0 1,-7-20-1,8 27 9,-1-1 0,1 1 0,-1-9 0,2 10 2,-1-1-1,1 1 1,-1 0 0,-4-10-1,4 12 2,-6-13-11,0 0-1,-9-25 1,-5-6-4,11 20 7,6 25 10,4 1 0,0 1 1,0 0-1,0-1 1,0 1-1,0 0 0,1-1 1,-1 1-1,0-1 1,0 1-1,0-1 1,1 0-1,-1 1 0,0-1 1,1 0-1,-1 1 1,1-1-1,-2-1 1,2 1-18,0-7-667,2 5 512,0 1 1,0 0 0,0 0-1,0 0 1,0 0-1,0 0 1,1 0-1,-1 1 1,1-1 0,-1 1-1,1-1 1,5-1-1,45-9-1855,66-24-1,-83 24 1494,7-3 117,-14 3 250,-23 10 152,-1 0-1,1 0 0,0-1 1,-1 0-1,0 0 0,8-6 1,2-3 81,-1-1-1,-1 0 1,13-17 0,-17 14 205,-8 13-180,0 1 0,0 0-1,0 0 1,0 0 0,1 0-1,-1 0 1,4-3 0,-4 4-10,0 0 0,0-1 1,0 1-1,0 0 0,0-1 1,0 1-1,0-1 0,-1 1 1,1-1-1,-1 1 0,1-1 1,-1 1-1,1-1 1,-1 0-1,0 1 0,0-1 1,0 0-1,0 1 0,0-1 1,0-2-1,0 2 29,0 0 0,0 1 0,1-1 0,-1 0 0,1 0 0,-1 1 0,1-1 0,1-2 0,-1 2 136,0 0 1,-1 1-1,1-1 1,0 0-1,-1-1 1,1 1-1,-1 0 1,1-3-1,-2 5-174,1-1-1,-1 1 0,0 0 0,1 0 1,-1 0-1,1 0 0,-1 0 1,0-1-1,1 1 0,-1 0 0,0 0 1,1 1-1,-1-1 0,1 0 0,-1 0 1,0 0-1,1 0 0,-1 0 1,0 1-1,-1 0-49,1 1 0,0-1 0,0 1 0,-1-1 0,1 1 0,0 0 0,0-1 0,1 1 0,-2 3 0,-6 10 67,0-1-15,1 1 1,1-1-1,1 1 0,-7 24 1,-7 21 126,5-24 10,-14 59 0,6-24 16,0 2-11,-22 112 168,34-131-283,8-39-62,0 0 1,-6 18-1,3-17-9,1-7-3,1 1 1,0 1 0,1-1 0,0 0 0,-1 20-1,3-21-5,-1 1-1,-3 14 0,2-14 2,0 0 0,0 17-1,2-24-13,0 0 0,-1 0 0,1 0 0,-1-1 0,0 1 0,1 0-1,-1 0 1,0-1 0,-3 5 0,3-5-1,1 0 0,-1 1 0,1-1 0,-1 0 1,1 0-1,0 0 0,0 0 0,0 0 0,0 0 0,1 4 0,-1 2 9,1-8-14,-1 0 0,0 0 0,1 1 0,-1-1 0,1 0 0,-1 0 1,1 0-1,0 0 0,-1 0 0,1 0 0,-1 0 0,1 0 0,-1 0 0,1 0 0,-1 0 0,1 0 0,-1 0 0,1-1 0,-1 1 0,1 0 0,-1-2-265,0 0-1,0 0 0,0 0 0,0 0 0,0 0 0,0 0 0,1 0 1,-1 0-1,1 0 0,0 0 0,-1 1 0,1-1 0,0 0 0,0 0 1,2-2-1,19-30-6418,-9 11 1973,-2 4 916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42:43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144 348 1220,'-2'-15'4636,"-6"8"-2586,6 6-1480,2 0-499,0 1 0,0 0 0,0 0 0,0 0 0,-1 0 0,1 0 0,0-1 0,0 1 0,0 0 0,-1 0 0,1 0 0,0 0 0,0 0 0,0 0 0,-1 0 0,1 0 0,0 0 0,0 0 0,-1 0 0,1 0 0,0 0 0,0 0 0,-1 0 0,1 0 0,0 0 0,0 0 0,0 0 0,-1 0 0,1 0 0,0 1 0,0-1 0,0 0 0,-1 0 0,1 0 0,0 0 0,0 0 0,0 1 0,0-1 0,-1 0 0,1 0 0,0 0 0,0 0 0,0 1-1,0-1 1,0 0 0,0 0 0,0 0 0,-1 1 0,1 0 25,-1 0 0,1 0-1,0 0 1,-1 0-1,1 0 1,0 0-1,0 0 1,-1 0-1,1 0 1,0 0-1,0 1 1,0-1 0,1 1-1,-2 9 454,-1-5-321,0-4-98,1 1 0,0 0 1,0 0-1,1-1 0,-1 1 0,0 0 0,1 0 1,0 4-1,-1 3 295,0 1 0,-1 0 0,0-1 1,-4 12-1,-3 10 334,-5 41 620,-37 155 123,45-213-1436,5-12-60,-1-1 0,1 1 0,0 0 0,1-1 0,-1 1 1,1 0-1,-1 5 0,1-5 0,-1 0 0,1 0 1,-1 0-1,0 0 0,0 0 0,-1 3 0,1-3 7,0 0 0,0 0-1,0 0 1,1-1-1,-1 1 1,1 3-1,0-5 12,2-1 0,-2 0-9,1 0 0,0-1 1,0 1-1,0-1 0,0 1 1,-1-1-1,1 1 1,0-1-1,0 1 0,-1-1 1,1 0-1,-1 0 0,1 1 1,0-1-1,-1 0 1,0 0-1,1 1 0,0-3 1,4-4 37,-3 3-33,0 1-1,0-1 1,0 0-1,0 0 1,-1 1-1,0-1 1,1-6-1,8-16 19,0 4-30,13-39 1,0-1-39,-14 41 23,36-73-54,8-9-50,-49 94 97,0 0 1,4-15-1,-6 17 7,0 0 0,1 0 0,-1 1 0,2 0 0,3-8 0,2 1-2,-4 8 7,-1-1 0,-1 0 0,1 0 1,2-7-1,4-12-21,1 0 0,1 1 0,1 0 0,27-36 1,-28 41-13,2-2-4,-7 13 9,1 1 1,0 0-1,0 0 1,1 1-1,-1 0 1,1 1-1,11-5 1,-16 8 19,0 0 1,0 0 0,-1 0 0,1 0 0,-1-1 0,6-4 0,-7 6 4,0-1 1,0 1 0,0-1 0,0 1 0,1 0 0,-1 0 0,0 0 0,5-1 0,0-1-6,-4 2 7,1 1 0,-1-1-1,0 0 1,1 1 0,-1 0 0,0 0 0,1 0-1,-1 0 1,6 1 0,31 9-12,-38-9 13,0 0 0,-1 0 1,1 0-1,0 0 0,-1 0 0,1 0 0,-1 0 0,1 1 0,-1-1 0,0 1 0,1-1 1,-1 1-1,0-1 0,0 1 0,0 0 0,0 0 0,0-1 0,0 1 0,0 2 0,3 5-5,-1 4-1,-2-4 5,1-5 0,-1 0 1,1 0 0,-1 1-1,0-1 1,0 1 0,-1-1-1,1 0 1,-1 1 0,0 5-1,0-3 1,-1 0 0,1 0-1,-1 0 1,-1 0 0,1 0 0,-3 6-1,0 27-3,4-39 6,-3 10 9,0 0 1,0 1-1,-1-1 1,-1 0-1,0-1 1,0 1-1,-11 14 1,-1-2 29,12-14-12,-1-1 0,-1 0 0,0 0-1,0 0 1,0-1 0,-14 10-1,4-7 15,-1-1 1,0 0-1,0-2 0,-25 7 0,-83 13-1555,118-26 740,-1 0 0,0-1-1,0 0 1,0 0 0,-8-2-1,12 1-635,1 0 0,0 0 0,-1 0 0,1 0-1,0-1 1,-7-4 0,0-1-2194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41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8,'0'0'2014,"2"0"-1784,-2 0-246,1 0 29,-1 0 1,0 0 0,0 0-1,1 0 1,-1 0 0,0 0-1,1 0 1,-1 0 0,0 0 0,0 0-1,1 0 1,-1 0 0,0 0-1,0 0 1,1 0 0,-1 0 0,0 0-1,0 0 1,1-1 0,-1 1-1,0 0 1,0 0 0,1 0-1,-1 0 1,0-1 0,0 1 0,0 0-1,1 0 1,-1 0 0,0-1-1,0 1 1,0 0 0,0 0 0,0-1-1,0 1 1,1 0 0,-1 0-1,0-1 1,0 1 0,0 0 0,0 0-1,0-1 1,0 0 615,6 0-541,-5 1 0,-1 0 0,0 0 0,0 0 0,0 0 0,0 0 0,1 0 0,-1 0 0,0 0 0,0 0 0,0 0 0,0 0 0,0 0 0,1 0 0,-1 0 0,0 0 0,0 0 0,0 0 0,0 0 1,0 0-1,1 0 0,-1 0 0,0-1 0,0 1 0,0 0 0,0 0 0,0 0 0,0 0 0,1 0 0,-1 0 0,0 0 0,0-1 0,0 1 0,0 0 0,0 0 0,0 0 0,0 0 0,0 0 0,0-1 0,0 1 0,0 0 0,0 0 0,0 0 0,0 0 0,0 0 0,0-1 0,0 1 0,0 0 0,0 0 0,0 0 0,0 0 0,0-1 0,0 1 0,0 1 12,0-1 0,0 1-1,0-1 1,0 1 0,0-1 0,0 1 0,0-1 0,0 1 0,0-1 0,-1 1-1,1-1 1,0 1 0,0-1 0,0 1 0,-1-1 0,1 1 0,0-1 0,-1 1 0,1-1-1,0 1 1,-1-1 0,1 0 0,-1 1 0,1-1 0,0 0 0,-2 1 0,3-1-126,3 0 175,-2 0-74,-2 0-72,0 0-1,0 0 1,0 1-1,0-1 1,0 0-1,0 0 1,0 0-1,0 0 1,0 1-1,0-1 1,0 0-1,0 0 1,0 0-1,0 1 1,0-1-1,0 0 1,0 0-1,0 0 1,0 1-1,0-1 1,0 0-1,0 0 1,0 0-1,0 0 1,0 0-1,1 1 1,-1-1-1,0 0 1,0 0-1,0 0 1,0 0-1,0 0 1,1 1-1,3 0 82,-4-1-70,0 0-1,0 0 1,1 0-1,-1 0 1,0 0-1,0 0 1,1 0-1,-1 0 1,0 0-1,0 1 1,0-1-1,1 0 1,-1 0-1,0 0 1,0 0-1,0 0 1,1 1-1,-1-1 1,0 0-1,0 0 1,0 0-1,0 1 1,1-1-1,-1 0 1,0 0-1,0 0 1,0 1-1,0-1 1,0 0-1,0 0 1,0 1-1,0-1 1,0 0-1,0 0 1,0 1-1,0-1 1,0 0-1,0 1 1,0 0 66,1 1 1,-1-1 0,0 1-1,1-1 1,-1 1 0,1-1-1,0 0 1,-1 1 0,1-1-1,0 0 1,0 1 0,0-1-1,0 0 1,2 2-1,6 10 554,-3 6 399,5 21 0,-6-21-446,8 21 1,-8-24-224,0 0 0,3 21 0,-6-22-212,2 40 160,5-25-181,-7-22-85,1 1 1,-1 0 0,0 0 0,1 17-1,-3-21-23,0-1 1,1 0-1,0 0 0,0 0 0,1 4 0,0-4-13,-1-1 0,0 1 0,-1 0 0,1-1 1,0 5-1,-1 48 441,0-57-454,0 0 0,0 1 0,0-1 0,0 0 0,0 0 0,0 1 0,0-1 0,0 0-1,-1 0 1,1 1 0,0-1 0,0 0 0,-1 0 0,1 1 0,0-1 0,-1 0 0,1 1 0,-1-1 0,1 1 0,-1-1 0,1 0 0,-1 1-1,1-1 1,-1 1 0,0-1 0,1 1 0,-2-1 0,1 0-108,-1 0-777,1 0 767,0 1 33,1 0 0,-1 0 0,1-1 1,-1 1-1,1 0 0,-1-1 0,1 1 1,-1-1-1,1 1 0,0-1 1,-1 1-1,1-1 0,0 1 0,-1-1 1,1 1-1,0-1 0,-1 1 1,1-1-1,0 1 0,0-1 0,0 1 1,0-1-1,0 0 0,-1 0 0,1 0-70,0 1-1,0-1 1,0 0-1,0 1 1,0-1-1,0 0 1,-1 1-1,1-1 1,0 0-1,-1 1 1,1-1-1,0 0 1,-1 1-1,1-1 1,-1 1-1,1-1 1,-1 0-1,0 1 74,1 0 0,-1-1 0,1 1 0,0-1 0,-1 1 0,1 0 0,0-1 0,-1 1 0,1-1 0,0 1 0,0-1 0,-1 1 0,1-1 0,0 0-1,0 1 1,0-1 0,0 1 0,0-1 0,0 1 0,0-1 0,0 1 0,0-1 0,0 1 0,0-1 0,0 0 0,0 1 0,0-1 0,0 1 0,1-1 0,-1 0 0,2-3-529,0 0 0,-1-1 0,0 1 0,0 0 1,0-1-1,0 1 0,-1-1 0,1 1 1,-2-7-1,1-9-1864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42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702 141 888,'-10'-12'1193,"7"7"-915,0 1 1,-1-1 0,0 1 0,0 0-1,0 0 1,0 0 0,-7-4-1,-14-10 210,17 12-364,0 0 1,0 1-1,-1 0 1,0 0-1,-11-4 1,-12-1 436,-48-7 0,64 14-380,-38-4 264,48 7-393,0 0 1,1 0-1,-1 1 0,1 0 1,-1 0-1,1 0 0,-10 4 0,-11 2 69,21-6-102,-1 0 0,1 0 1,0 1-1,1 0 0,-1 0 0,-5 3 0,-8 6 98,7-5 2,0 0 1,1 1-1,0 0 0,0 1 1,1 0-1,0 0 1,-12 15-1,5 4 200,1-1 0,-21 52 0,21-41-108,1-3-37,1 0-1,3 2 0,0-1 1,-6 55-1,14-78-132,-8 100 362,10-91-260,1 0 1,0-1-1,7 32 0,7 52 403,14-1-49,-21-73-397,2-1 0,0 0 0,2-1 0,27 46 0,-27-52-58,1 0 0,0-1 0,29 31 0,-38-47-23,60 63 368,-54-58-262,0-2 0,1 1 0,0-1 0,20 11-1,-18-13 25,0 0 0,0 0-1,1-2 1,21 6 0,-25-9-52,-1 0 0,1 0 0,-1-1 0,1 0 0,-1-1 0,0 0 0,19-4 0,-14 1 16,-1 1 1,0-2-1,0 0 0,0 0 1,-1-1-1,0-1 0,21-14 1,-28 17-88,13-9 38,-1-1 0,-1 0 0,17-19 0,-27 27-57,8-10 4,0 0 1,-1-1 0,0-1-1,15-28 1,39-98 73,-59 126-2,-1-1 0,0 0-1,-1 0 1,-1-1 0,-1 1-1,-1-1 1,-1 0 0,0 0-1,-2-22 1,-12-129 551,11 166-624,-2-12 28,-1-1 1,-1 0-1,0 1 0,-9-19 1,1 2-2,4 10-27,-1 0-1,0 1 1,-2 0 0,-14-20-1,0 8 9,-2 2 0,-1 1-1,-33-29 1,54 55 1,1 1 0,-1 0 0,0 0 0,-12-4 0,-17-11 83,30 17-87,0-1-1,0 1 0,0 0 0,-1 1 0,1 0 0,-1 0 0,0 1 0,0 0 0,1 0 1,-1 1-1,0 0 0,0 0 0,-13 3 0,11-2-98,0 1 0,0 1 0,0 0 0,0 0 0,1 1 1,-1 0-1,1 0 0,0 1 0,1 0 0,-10 8 0,15-11-102,1 0-1,0 0 1,0 0 0,1 0-1,-1 1 1,0-1-1,1 0 1,-1 1 0,1-1-1,0 1 1,0 0-1,0-1 1,0 1 0,0 0-1,1 0 1,-1 3-1,0-3-430,1 0-1,0 1 0,1-1 0,-1 1 0,0-1 0,1 1 0,0-1 1,0 0-1,0 1 0,0-1 0,3 5 0,1 0-2616,14-1-150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4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143 279 1628,'0'0'52,"0"1"0,-1-1 0,1 0 0,0 0 0,-1 0 0,1 0 0,0 0 0,-1 0 0,1 0 0,0 0 0,-1 0 0,1 0 0,0 0 0,-1 0 0,1 0 0,0 0 0,-1 0 0,1-1 0,0 1 0,-1 0 0,1 0 0,0 0 0,-1 0 0,1-1 0,0 1 0,0 0 0,-1 0 0,1-1 0,0 1 0,0 0 0,-1 0 0,1-1 0,0 1 0,0 0 0,0-1 0,0 1 0,0 0 0,-1-1 0,1 0 0,0 0 528,-22 2 2471,22 0-3019,0-1 0,0 0 0,0 1 0,0-1 0,0 0 0,0 0-1,-1 1 1,1-1 0,0 0 0,0 0 0,0 1 0,0-1 0,0 0-1,0 0 1,-1 0 0,1 1 0,0-1 0,0 0 0,0 0 0,-1 0-1,1 1 1,0-1 0,0 0 0,-1 0 0,1 0 0,0 0 0,0 0 0,-1 0-1,1 0 1,0 0 0,0 1 0,-1-1 0,1 0 0,0 0 0,0 0-1,-1 0 1,1 0 0,0 0 0,0 0 0,-1-1 0,1 1 0,-1 0-1,1 0-37,-2 0 537,0 0 11,-1 0 167,-1 0-1,1 0 1,0-1-1,-1 1 1,1-1 0,0 0-1,-4-2 1,6 3-622,0 0 0,0-1 0,1 1 0,-1 0 0,0 0 0,0-1 0,0 1 0,0 0 0,0 0 0,0 0 0,0 0 0,0 0 0,-1 1 0,-8-2 408,-22-12 1055,30 13-865,-6 0-649,8 0-36,1 0 0,-1 0 1,0 0-1,0 0 0,0 0 1,0-1-1,0 1 1,0 0-1,0 0 0,0 0 1,0 0-1,1 0 0,-1 0 1,0 0-1,0 0 1,0 0-1,0-1 0,0 1 1,0 0-1,0 0 0,0 0 1,0 0-1,0 0 1,0 0-1,0 0 0,0-1 1,0 1-1,0 0 1,0 0-1,0 0 0,0 0 1,0 0-1,0 0 0,0-1 1,0 1-1,0 0 1,0 0-1,0 0 0,0 0 1,0 0-1,0 0 0,0 0 1,0-1-1,-1 1 1,1 0-1,0 0 0,0 0 1,0 0-1,0 0 0,0 0 1,0 0-1,0 0 1,0 0-1,-1 0 0,1 0 1,0 0-1,0 0 1,0 0-1,0 0 0,0 0 1,0 0-1,0-1 0,-1 1 1,1 1-1,0-1 1,1 0 0,-1 0-1,0 0 1,1 0 0,-1 0-1,0 0 1,1 0 0,-1 0-1,0 0 1,1 0 0,-1 0-1,0 0 1,0 0 0,1-1 0,-1 1-1,0 0 1,1 0 0,-1 0-1,0 0 1,0 0 0,1-1-1,-1 1 1,0 0 0,0 0-1,1 0 1,-1-1 0,0 1 0,0 0-1,0 0 1,1-1 0,-1 1-1,0 0 1,0-1 0,0 1-1,0 0 1,0 0 0,0-1 0,0 1-1,0 0 1,0-1 0,1 1-1,-1 0 1,0-1 0,-1 1-1,1-1 1,0 1-1,0-1-1,0 0 1,0 0 0,1 1-1,-1-1 1,0 0 0,0 1-1,0-1 1,0 0-1,1 0 1,-1 1 0,0-1-1,1 0 1,-1 1 0,1-1-1,-1 1 1,0-1 0,2 0-1,-2 0 0,1 1 1,-1-1-1,1 0 0,-1 1 1,1-1-1,-1 0 0,1 0 0,-1 1 1,0-1-1,1 0 0,-1 0 1,0 1-1,0-1 0,0 0 0,1 0 1,-1 0-1,0 0 0,0-1 0,0 0-1,1 0-1,-1 0 1,1 1-1,0-1 1,0 0-1,0 0 0,0 0 1,0 1-1,1-1 1,-1 1-1,0-1 1,1 1-1,-1-1 0,1 1 1,-1 0-1,1 0 1,0 0-1,2-1 1,15-15-8,-8 3 18,1 1-1,19-16 1,-20 20-16,0 1-1,1 0 1,0 0-1,20-8 0,-30 15 6,0 0-1,0 0 1,0 0-1,0 0 1,-1-1-1,1 1 1,2-3-1,3-3-2,27-16-13,-17 17-12,-15 5 22,0 1-1,0-1 1,1 0 0,-1 0-1,0 0 1,0 0 0,0 0-1,0 0 1,0 0-1,0-1 1,3-2 0,6 5 35,-10 24-17,-1-16 0,1 1 0,-1 0 0,-1 0 0,-2 16 0,-1-12 2,1 1 9,-11 24 1,10-27-15,0 0 0,0 0 0,-2 20 0,4-18 11,-1-1-1,-7 19 1,6-21-8,1 1 0,-3 16 1,-3 12 12,-12 25-25,-70 190-35,88-249 52,1 0 1,0 1-1,-2 8 0,3-9-4,0-1 0,0 1 0,-1-1 0,-4 10 0,5-14-8,0 1 10,-1 1 0,1-1 0,0 1 0,0-1 0,0 1 0,0 0 0,0 0 0,1-1 0,-1 1 0,1 4 0,0-6-7,0 0 0,-1 0-1,1 0 1,0 0-1,0 0 1,0 0-1,0 0 1,-1 0-1,1 0 1,-1 0-1,1 0 1,0 0 0,-1 0-1,0 1 1,0-1-13,0 1 1,0-1-1,1 1 1,-1-1-1,0 1 1,1-1-1,-1 1 0,1-1 1,0 1-1,-1 0 1,1-1-1,0 1 1,0 0-1,0 1 1,0-2-52,2-1-5,-1 0 64,-1 0-1,0 0 1,0 1 0,1-1-1,-1 0 1,0 0 0,1 0-1,-1 0 1,0 0 0,1 0-1,-1-1 1,0 1-1,1 0 1,-1 0 0,0 0-1,0 0 1,1 0 0,-1 0-1,0 0 1,0-1 0,1 1-1,-1 0 1,0 0-1,0 0 1,1-1 0,-1 1-1,0 0 1,0 0 0,0-1-1,1 1 1,-1 0 0,0 0-1,0-1 1,0 1 0,0 0-1,0-1 1,0 1-1,1-1 1,-1 1-4,0-1 0,1 1-1,-1-1 1,1 0 0,-1 1-1,1-1 1,-1 1 0,1-1 0,-1 1-1,1 0 1,-1-1 0,1 1-1,1-1 1,1-1-12,4-5 1,0 0 0,-1-1 0,7-9 0,-11 14 15,1 0 0,-1 0 1,0 0-1,1 0 0,0 1 0,0-1 0,3-2 1,15-13 63,-16 11-76,1 0 0,0 1 0,1 0 0,-1 0 1,1 1-1,12-7 0,-10 2-111,-8 9 117,0 0-1,0 0 1,-1 1 0,1-1 0,0 0 0,0 0-1,0 0 1,0 1 0,0-1 0,0 0 0,2 0-1,11-5-2,-12 5 31,1-1-1,-1 1 0,1 0 0,0 0 1,-1 0-1,1 1 0,0-1 0,0 1 1,4-1-1,-7 1-20,1 0 0,0 0 1,-1 0-1,1 0 0,0 0 0,-1 0 1,1-1-1,0 1 0,-1 0 0,1 0 1,-1-1-1,1 1 0,0 0 1,0-1-1,0 0 0,0 1 0,-1-1 0,1 1 0,0 0 0,0-1 0,-1 1 0,1 0 0,0-1 1,0 1-1,0 0 0,0 0 0,-1 0 0,1 0 0,2 0 0,27 0-78,-27-6 24,16 4-226,-15-1 7,3 0-264,-5 3-124,7-7-1169,15-22-2913,-22 27 4534,0 0-1,-1-1 1,1 1-1,-1 0 1,0-1 0,0 1-1,0-1 1,0 1-1,0-1 1,1-4 0,6-17-1007,0 8 426,0 0 1,-2-1-1,1 0 0,-2-1 0,0 1 1,2-24-1,2 2-328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46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916 733 676,'2'-4'148,"-1"0"-1,1 0 1,-1 0-1,0 0 1,0 0-1,0 0 1,-1 0 0,1 0-1,-1 0 1,0 0-1,-1-8 1,-2-3 230,1 8-158,1-1 0,-1 1 0,1-12 1,0 8-20,-1 0 1,0 0 0,-1 0 0,0 0 0,-1 1 0,0-1-1,0 1 1,-9-14 0,-7-19 440,15 32-450,0 1-1,0 1 1,-9-11 0,-3-7 224,7 13-90,0 1 1,-20-19 0,15 15-31,-15-13 661,-1 2-1,-1 0 1,-1 3-1,-54-32 1,82 53-808,-1 1 0,0 0-1,0 1 1,0-1 0,0 1 0,-1 1 0,1-1-1,0 1 1,-1 0 0,0 0 0,1 1 0,-1 0-1,1 0 1,-1 1 0,1-1 0,-1 1 0,1 1 0,-1-1-1,-6 4 1,-15 8 68,2 2 0,0 0 0,1 2 0,0 1 0,2 0 0,-23 24 0,36-31-81,1 0 0,0 0 1,-10 18-1,-5 8 104,15-25-170,0 1-1,1 0 1,0 0 0,-10 26 0,1 9 69,-13 63 0,24-77-99,-4 13 5,3 0 1,-3 78 0,10-123-45,-1 53 26,13 95-1,-7-122-25,25 120 25,-23-125-23,3 13 9,2 0 0,1-1 0,23 44 0,-24-59-3,7 14 30,38 52 0,-39-62-14,2-1 1,1-1-1,0-1 0,46 35 1,26 4 118,-81-53-104,1-1 1,1 0 0,-1-1 0,1-1 0,26 6 0,-36-10-30,14 4 32,-1-2 0,1 0 0,-1-1 1,1-1-1,24-2 0,-17-4-13,0 0 0,0-1 0,0-2 0,-1 0 0,-1-2 0,1 0 0,-2-2 0,0 0 0,0-2 0,-1 0 0,25-26 0,-16 12 24,-1-1-1,-2-2 1,-1 0-1,-1-2 1,-2-1-1,24-50 1,-45 82-47,16-32 163,-2 1-1,19-62 1,2-54 488,-30 115-409,-3 0 0,2-51 0,-6 39 33,-1 1 1,-3-1-1,-15-77 0,-58-127 598,63 216-683,-3 1 0,0 1 0,-44-60 0,48 75-111,-4-6 95,-35-38 0,-2 12 79,48 45-227,1-1 0,-1 2 0,-1-1 0,1 0 0,0 1-1,-1 1 1,-12-6 0,1 0 39,7 3-52,-1 1-1,0 0 0,0 1 1,0 0-1,-1 1 1,1 0-1,-1 1 0,-22-1 1,3 3-34,-57 8 0,75-5-86,1 0 1,0 0 0,0 1-1,1 1 1,-1 0-1,-23 13 1,12-4-313,18-11 256,0 1 0,0-1 0,0 1 0,1 0 0,-1 1 1,1-1-1,-9 11 0,-2 5-407,6-8 108,1-1 0,0 1 0,1 1 0,-8 17 0,11-22-96,0 2 0,1-1 0,0 1 0,1-1-1,0 1 1,0 0 0,1 0 0,1 0 0,-1 14 0,2-14-333,-1-1-252,1-1 0,1 1 0,-1-1 0,1 1 0,1-1 0,-1 0 0,6 15 0,4 5-2842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53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164 182 364,'0'0'1380,"2"0"-332,-1 0-1020,-1 0 7,0 0-1,1 0 0,-1 0 0,0 0 0,1 0 1,-1 0-1,0 0 0,0 0 0,1 0 0,-1 0 1,0 0-1,0 0 0,1 0 0,-1 0 0,0 0 1,0 0-1,1-1 0,-1 1 0,0 0 0,0 0 1,1 0-1,-1 0 0,0 0 0,0-1 0,1 1 1,-1 0-1,0 0 0,0 0 0,0-1 0,0 1 1,1 0-1,-1 0 0,0-1 0,0 1 0,0 0 1,0 0-1,0-1 0,0 1 0,0 0 0,0 0 1,0-1-1,0 1 0,0-1 401,0 1-422,0 0-1,0 0 0,0 1 0,0-1 1,0 0-1,0 0 0,0 0 0,0 1 1,0-1-1,0 0 0,0 0 0,0 1 1,0-1-1,0 0 0,0 0 0,0 1 1,0-1-1,0 0 0,0 0 0,0 0 1,0 1-1,1-1 0,-1 0 0,0 0 1,0 0-1,0 1 0,0-1 0,1 0 1,-1 0-1,0 0 0,0 1 0,8-1 94,-6 0 439,-1 0-433,6 0 123,-14 0-36,6 0 394,-1 0-374,-6 0 11,6 0 506,2 0-721,1 0 0,-1 0 0,0 0 0,0 0 0,0 1 0,0-1 0,0 0 0,0 0 0,0 0 0,0 1 0,0-1 0,0 0 0,0 0 0,0 0 0,0 1 0,0-1 0,0 0 0,0 0 0,0 0 0,-1 0 0,1 1 0,0-1 0,0 0 0,0 0 0,0 0 0,0 0 0,0 1 0,0-1 0,-1 0 0,1 0 0,0 0 0,0 0 0,0 0 0,-10 2 1268,8-2-1020,-5 0-3,5 0 366,0 0-464,-16 7 575,1-2-546,9-2-154,4-2-25,0 1 1,-1 0 0,1 0-1,0 1 1,0-1-1,1 1 1,-1 0 0,-6 7-1,7-4-3,3-5-9,-1 0 1,1 0 0,0 0-1,-1 0 1,1-1 0,-1 1-1,1 0 1,-1 0 0,1-1-1,-1 1 1,0 0 0,1-1-1,-1 1 1,0 0 0,1-1-1,-2 1 1,-2 3 8,0 1 1,0-1-1,0 1 0,1-1 1,0 1-1,0 0 0,1 0 1,-1 0-1,-3 11 0,4-9-2,0-1-1,1 1 0,-1-1 0,1 1 0,1-1 1,-1 8-1,-3 7-3,1-6-2,6 0 1,1 6 9,-4-16-8,1-1 1,-1 1-1,1-1 0,2 7 0,-1-6 3,-1 0-1,0 0 1,0 0 0,0 7-1,-2 8 18,1-14-17,-1 0 0,1 1-1,0-1 1,1 0-1,-1 0 1,3 8-1,-1-9-3,-2-1-1,1-1 1,0 1-1,1-1 0,-1 0 1,1 0-1,-1 0 0,1 1 1,0-2-1,4 6 0,-5-7-1,0 0-1,0-1 1,0 1-1,0 0 1,-1 0-1,1 0 0,0-1 1,-1 1-1,1 0 0,-1 0 1,1 0-1,-1 0 0,1 0 1,-1 0-1,1 0 0,-1 0 1,0 0-1,0 0 0,1 2 1,-1-1-5,1 4-5,12-1-6,-5-3 3,-6-1 15,1 0-1,-1 0 1,0 0-1,1-1 1,-1 1-1,1-1 1,-1 0-1,1 0 1,-1 0-1,1 0 0,-1 0 1,1 0-1,-1 0 1,0-1-1,1 0 1,-1 1-1,1-1 1,-1 0-1,0 0 0,0 0 1,1 0-1,-1-1 1,0 1-1,0 0 1,0-1-1,0 0 1,-1 1-1,4-4 0,10-11 8,0-1-1,-1 0 0,18-30 1,-28 38-6,0-1 0,0 0 0,2-13 0,-4 13-3,0 3 3,-1 0 0,-1 0 0,1 1 0,-1-1 0,-1-9 0,0-3 14,1 15-11,0 1-1,0-1 1,-1 0-1,1 1 0,-1-1 1,0 0-1,-3-6 1,-2-5 18,5 11-17,-1 0-1,0 1 1,0-1-1,0 1 1,-4-4 0,-8-16 29,10 16-38,1 0 0,-1-1 0,0 1 0,-1 1 0,0-1 1,0 1-1,0 0 0,-1 0 0,1 0 0,-1 1 0,-11-8 1,14 12 2,1 0 1,0-1 0,0 1 0,0-1 0,0 0 0,0 0 0,0 1 0,1-1 0,-4-4 0,5 5-3,0 1-1,0 0 1,0-1 0,0 1-1,0 0 1,0-1 0,0 1 0,0 0-1,0-1 1,0 1 0,0 0-1,-1 0 1,1-1 0,0 1 0,0 0-1,0 0 1,-1-1 0,1 1-1,0 0 1,0 0 0,-1 0 0,1-1-1,0 1 1,0 0 0,-1 0-1,1 0 1,0 0 0,-1-1 0,1 1-1,0 0 1,-1 0 0,0 0-80,7 1 35,-3-8-27,2 2 60,0 1 0,0-1-1,1 1 1,-1 1 0,10-6-1,-4 3 7,25-21-9,-13 9 12,-17 13 4,-1 1 0,1 0 0,10-6 0,-9 6 1,1-1 1,0 0-1,-1 0 1,8-8 0,18-12-1,-24 18 4,-9 6-4,0 1 0,1-1 0,-1 1 0,1-1 0,-1 1 0,1-1 0,0 1 0,-1-1 0,1 1 0,-1 0 0,1 0 0,0-1 0,-1 1 0,1 0 0,0 0 0,-1-1 0,2 1 0,-2 0-1,0 0 1,0 0-1,1 0 0,-1 0 1,0 0-1,0 0 1,0 0-1,0 0 0,0 0 1,0-1-1,0 1 0,0 0 1,1 0-1,-1 0 1,0 0-1,0 0 0,0 0 1,0 0-1,0-1 1,0 1-1,0 0 0,0 0 1,0 0-1,0 0 0,0 0 1,0 0-1,0-1 1,0 1-1,0 0 0,0 0 1,0 0-1,0 0 1,0 0-1,0-1 0,0 1 1,0 0-1,0 0 0,0 0 1,0 0-1,0 0 1,-1 0-1,1 0 0,0-1 1,0 1-1,0 0 1,0 0-1,0 0 0,0 0 1,0 0-1,0 0 1,0 0-1,-1 0 0,1-1 2,0 1-1,0 0-1,0 0 0,-1 0 0,1 0 0,0 0 0,0 0 0,0 0 0,0-1 0,-1 1 0,1 0 0,0 0 0,0 0 0,0 0 0,-1 0 0,1 0 0,0 0 1,0 0-1,-1 0 0,1 0 0,0 0 0,0 0 0,0 0 0,-1 0 0,1 0 0,0 0 0,0 1 0,0-1 0,-1 0 0,1 0 0,0 0 0,0 0 1,0 0-1,0 0 0,-1 1 0,1-1 0,0 0 0,0 0 0,0 0 0,0 1 0,0-1 0,0 0 0,0 0 0,0 1 0,0-1 0,0 0 0,0 0 0,0 0 0,0 1-1,0-1 1,0 0 0,0 0 0,1 0 0,-1 1 0,0-1 0,0 0 0,0 0 0,0 0 0,0 0 0,1 1 0,-1-1 0,0 0 0,0 0 0,0 0 0,1 0 0,-1 0 0,0 0-1,0 0 1,0 0 0,1 1 0,-1-1 0,0 0 0,0 0 0,1 0 0,-1 0 0,0 0 0,0 0 0,1 0 0,-1 0 0,0 0 0,0 0 0,0-1 0,1 1 0,-1 0-1,1 3 7,-1-1 0,1 1 0,-1-1 0,0 1 0,1 0 0,-1-1 0,-1 6 0,1-5 4,0 7 95,-1-1 0,-3 15 0,2-14 166,0 0 0,0 18 0,1-19-33,0-1 0,-3 15-1,2-14 5,1 0-1,-1 15 0,1 6 282,-8 44 0,6 4 61,-2-41-108,0 44-1,5-53-139,-9 49-1,6-49-254,2 0 0,2 34 0,0-14-85,-1-47 4,0-1 1,1 0 0,-1 1-1,0-1 1,0 0-1,0 0 1,0 1 0,1-1-1,-1 0 1,0 0 0,0 1-1,0-1 1,1 0-1,-1 0 1,0 0 0,1 1-1,-1-1 1,0 0 0,0 0-1,1 0 1,-1 0-1,0 0 1,1 0 0,-1 1-1,0-1 1,1 0-1,-1 0 1,1 0 0,2 1-390,-3-1 278,0-1 0,1 0 0,-1 1 0,0-1 0,0 1 0,0-1 0,1 0 0,-1 1 0,0-1 0,0 1 0,1-1 0,-1 1 0,1-1 0,-1 1 0,0-1 0,1 1 0,-1-1 0,1 1 0,-1 0 0,1-1 0,-1 1 0,1 0 0,-1-1 0,1 1 0,1 0 0,10-10-1318,-5-5 94,1-5-724,0 5 911,2-2-1939,12-33 0,-10 16 179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4:54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101 133 820,'0'0'5003,"0"29"-615,0 152 1325,0-175-5585,1-1 1,0 1-1,2 9 0,-1-9 1,-1 1 1,0-1-1,1 13 0,-2-5 121,1 0-1,1-1 1,4 22-1,-4-27-121,-1 0 0,-1-1-1,1 1 1,-1-1-1,0 1 1,-1-1-1,-2 9 1,3-13-98,-1-1-1,0 1 1,1 0-1,-1-1 1,1 1-1,0 0 1,0 0-1,0-1 1,0 1-1,1 0 1,-1 0-1,1-1 1,0 5-1,1 2 51,-1 1 0,0-1 1,0 1-1,-3 19 0,1-5-30,-8-26-51,9 2 8,-1-1 0,1 1 0,0-1 0,-1 1 0,1-1 0,0 1-1,0-1 1,0 1 0,-1-1 0,1 0 0,0 1 0,0-1 0,0 1-1,0-1 1,0 0 0,0 1 0,0-1 0,0 0 0,1 0 0,-1 0 7,0-1 0,0 1 0,0 0 0,0-1 1,0 1-1,0 0 0,0 0 0,-1-1 0,1 1 1,-1-1-1,-4-12 25,0 0-1,0 0 1,1 0 0,1-1-1,-2-16 1,-1-6-54,2 20-3,2 0 0,-1-34 0,3-137-75,0 178 84,1 0 0,0 1 0,1-1 0,0 0 0,1 1 1,6-17-1,31-54-32,-32 64 35,-1 0-4,-6 13 6,0 1 1,0-1 0,0 1-1,0-1 1,1 1 0,-1-1 0,1 1-1,0 0 1,2-3 0,9-14-33,-12 18 33,0 0 0,1 1 0,-1-1 0,0 0 0,1 0 0,-1 1 0,1-1 0,-1 1 0,1-1 0,-1 1 0,1 0 0,0 0 0,-1 0 0,1-1 0,-1 1 0,1 1 0,-1-1 0,3 0 0,2 4 6,-4-3-2,0 0 1,0 1-1,1-1 1,-1 1-1,0 0 1,0 0-1,3 3 1,-2-1-9,1 1 0,-1-1 0,0 1 0,0 0 0,-1 0 0,1 0 0,-1 0-1,0 0 1,-1 1 0,1-1 0,-1 1 0,0-1 0,0 1 0,-1-1 0,0 10 0,1 2-17,-1-12 39,1 0 0,-1 0 0,0-1 0,-1 1 1,1 0-1,-1 0 0,0 0 0,0-1 0,0 1 0,0 0 0,-1-1 0,-3 7 0,-15 22 54,13-20-63,-1 0 0,0-1 0,0 0 0,-2 0-1,-16 17 1,23-27-7,1 0 1,0 1-1,0-1 0,0 1 1,-3 5-1,-5 6-2,-28 26-24,-45 45-2286,79-82 1648,-3 4-387,7-2-3241,11-6-2781,0-5 3328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5:11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23 252 1040,'-13'14'17218,"12"-14"-17487,1 0 341,0 0 1,-1 0-1,1 0 1,0 0-1,0 0 1,-1 0-1,1 0 1,0 0-1,-1 0 1,1 0-1,0 0 1,0 0-1,-1 0 1,1 0 0,0 0-1,0-1 1,-1 1-1,1 0 1,0 0-1,0 0 1,-1 0-1,1 0 1,0-1-1,0 1 1,0 0-1,-1 0 1,1 0-1,0 0 1,0-1-1,0 1 1,0 0-1,-1 0 1,1-1 0,0 1-1,0 0 1,0 0-1,0-1 1,0 1-1,0 0 1,0 0-1,0-1 1,0 1-1,13-1 398,-13 1-466,0 0 1,1 0-1,-1 0 1,0 0-1,1 0 1,-1 0 0,0 0-1,0 0 1,1 0-1,-1 0 1,0 0-1,1 0 1,-1 0 0,0-1-1,1 1 1,-1 0-1,0 0 1,0 0-1,1 0 1,-1 0-1,0-1 1,0 1 0,1 0-1,-1 0 1,0 0-1,0-1 1,1 1-1,-1 0 1,0 0 0,0-1-1,0 1 1,0 0-1,0 0 1,1-1-1,-1 1 1,0 0 0,0-1-1,0 1 1,9-3 140,-5 0-75,3 1 23,-5 1-71,-1 1-1,1 0 1,-1-1 0,1 1 0,-1-1 0,0 0 0,1 1 0,-1-1 0,0 0 0,1 0-1,1-1 1,3-2 20,9 0 38,-13 4-72,0 0 0,0 0-1,0-1 1,0 1 0,0-1 0,0 0 0,0 1-1,0-1 1,-1 0 0,1 0 0,0 0 0,0-1-1,-1 1 1,2-1 0,3-3 4,0 0 1,0 1-1,0 0 0,10-4 0,13-8 9,68-40 46,-62 30-42,-26 22-22,-1-1-1,10-8 1,3-1-19,-12 5 15,-5 4 1,5-2-2,1 2 0,-9 3 147,-15 3-703,-13-1-3921,25-1 3694,-1 1 0,0 0-1,1-1 1,-1 1-1,1-1 1,0 0-1,-1 0 1,1 0 0,0 0-1,-1 0 1,1-1-1,0 1 1,-4-4-1,-5-8-2907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5:11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14 716,'-1'-1'492,"-1"0"-1,1 0 0,-1 1 1,0-1-1,1 0 1,-1 1-1,0-1 1,0 1-1,1-1 0,-3 1 1,2 0 272,0 0-66,2 0-664,-1 0 0,1 0 0,0 0 0,0 0 0,-1 0 0,1 0 0,0 0 0,-1 0 0,1 0 0,0 0 0,-1 0 0,1 0 0,0 0 0,0 0 0,-1 0 0,1 0 0,0 0 0,-1-1 0,1 1 0,0 0 0,0 0 0,-1 0 0,1 0 1,0-1-1,0 1 0,-1 0 0,1 0 0,0-1 0,0 1 0,0 0 0,0 0 0,-1-1 0,1 1 0,0 0 0,0 0 0,0-1 0,0 1 0,0-1 0,0 0 630,-2 1-3,-13 0 7608,11 0-8895,2 0 1183,2 1-489,0 0-1,0-1 0,0 1 1,0 0-1,0 0 0,0 0 0,0-1 1,0 1-1,0 0 0,0 0 1,1 0-1,-1-1 0,0 1 1,0 0-1,1 1 0,0-2-67,-1 0 0,1 0 0,-1 0 0,0 0 0,0 0 0,1 0 0,-1 0 0,0 0 0,1 0 0,-1 0 0,0 0 0,0 0 0,1 0-1,-1 0 1,0 0 0,1 0 0,-1 0 0,0 0 0,0 1 0,1-1 0,-1 0 0,0 0 0,0 0 0,0 0 0,1 1 0,-1-1 0,0 0 0,0 0 0,0 0-1,1 1 1,-1-1 0,0 0 0,0 0 0,0 1 0,0-1 0,0 0 0,0 1 0,0-1 0,1 0 0,-1 0 0,0 1 0,0-1 0,0 0 0,0 1-1,0-1 1,0 1 0,0-1 0,0 0 0,0 1-1,0-1 1,0 0 0,0 1 0,0-1-1,0 0 1,1 1 0,-1-1 0,0 0 0,0 1-1,0-1 1,1 0 0,-1 0 0,0 1-1,0-1 1,1 0 0,-1 0 0,0 0 0,0 1-1,1-1 1,-1 0 0,0 0 0,1 0-1,-1 0 1,0 0 0,1 1 0,-1-1 0,0 0-1,1 0 1,-1 0 0,0 0 0,1 0-1,-1 0 1,0 0 0,1 0 0,-1 0 0,1 0-1,-1-1 1,0 1 0,1 0 0,8 1 2,0 7 9,-8-7-11,0 0 1,0 0-1,0 0 0,0 0 1,0 0-1,1 0 0,-1 0 1,0 0-1,1-1 0,1 2 1,53 12 45,-53-14-35,1 2-3,1 0 0,0-1 0,-1 0 0,1 0 0,0-1 0,0 1 0,6-1-1,31 7 1,-30-7 4,21 0 67,-33 22 34,0-20-101,0-1 0,1 1 0,-1 0 0,0-1 0,1 1 0,-1 0 0,1-1 0,0 1 0,0 1 0,0-1-6,0 0 0,0 0 0,0 0-1,-1 0 1,1 0 0,-1 0 0,1 0 0,-1 0 0,0 3 0,0-5-5,0 1 0,0-1-1,0 1 1,0 0 0,0-1-1,-1 1 1,1-1 0,0 1 0,0-1-1,-1 1 1,1-1 0,0 1-1,-1-1 1,1 1 0,0-1-1,-1 1 1,1-1 0,-1 1 0,1-1-1,-1 0 1,1 1 0,-1-1-1,1 0 1,-1 1 0,0-1 1,0 2-2,1-1 0,-1 0 1,1 0-1,0 1 1,-1-1-1,1 0 0,0 1 1,0-1-1,0 0 1,0 1-1,0-1 1,0 1-1,1 0 0,-1 0-80,1 11-28,-1-10 114,0 1 0,0 0 1,0-1-1,0 1 1,0-1-1,-1 1 1,-1 6-1,1-8 25,0 1 0,-1-1 0,1 0 0,0 1 0,1-1-1,-1 0 1,0 1 0,1-1 0,-1 1 0,1 0 0,0-1 0,0 5 0,0 91 533,0-98-560,0 1 0,0-1 0,0 1 1,0-1-1,0 1 0,0-1 1,0 0-1,-1 1 0,1-1 0,0 1 1,0-1-1,0 1 0,-1-1 1,1 0-1,0 1 0,0-1 0,-1 1 1,1-1-1,0 0 0,-1 1 1,1-1-1,0 0 0,-1 0 0,1 1 1,-1-1-1,1 1 1,-1-1-1,1 0 1,-1 1-1,1-1 0,0 0 1,-1 1-1,1-1 1,0 1-1,-1-1 1,1 1-1,0-1 1,0 0-1,-1 1 1,1-1-1,0 1 1,0-1-1,0 1 0,0 0 1,0-1-1,0 1 1,0-1-1,0 1 1,0 0-1,0 1 10,0 0-1,0 0 0,0 0 0,0 0 1,-1 0-1,1 0 0,0 0 0,-1 0 1,0 0-1,1 0 0,-1 0 0,0 0 1,0 0-1,0 0 0,-2 2 0,3-4-10,0 0 0,0 1 0,-1-1 0,1 0 0,0 1 0,0-1 0,-1 1 0,1-1 0,0 0 0,0 1 0,0-1 0,0 1 0,0-1 0,0 1 0,-1-1 0,1 0 0,0 1 0,0-1 0,0 1 0,1-1 0,-1 1 0,0-1 0,0 1 0,0 0 1,0 0-1,0 0 1,1 0 0,-1 1 0,-1-1 0,1 0 0,0 0 0,0 0-1,0 0 1,0 0 0,-1 0 0,1 0 0,-1 0 0,1 0-1,-1 0 1,1 0 0,-1 0 0,1 0 0,-1 0 0,0 0 0,1-1-1,-3 2 1,3-1-11,-1 0-1,1 0 1,0 0-1,0 0 1,-1 0-1,1-1 1,0 1 0,0 0-1,0 0 1,0 0-1,0 0 1,0 0-1,0 0 1,1 1-1,-1-2-10,0 1 0,0-1-1,0 1 1,0-1 0,0 1-1,0 0 1,0-1 0,0 1-1,0-1 1,0 1 0,0 0-1,0-1 1,0 1 0,0-1-1,-1 1 1,1-1 0,0 1 0,0-1-1,-1 1 1,0 0 0,-7 6-816,7 8-1935,1-14 2676,0-1 0,0 1 1,0-1-1,0 1 1,0-1-1,0 1 0,0-1 1,0 0-1,0 1 1,-1-1-1,1 1 0,0-1 1,0 1-1,0-1 1,-1 0-1,1 1 0,0-1 1,-1 0-1,1 1 1,0-1-1,-1 0 0,1 1 1,0-1-1,-1 0 1,-4 5-3100,4 8-7843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5:1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77 560,'-12'-7'13551,"11"7"-12777,0 0-783,0 0 55,1 0 0,0 0 0,0 0 0,-1 0 0,1 0 0,0 0 1,0 0-1,-1 0 0,1 0 0,0 0 0,-1 0 0,1 0 0,0 0 0,0 0 0,-1 0 0,1 0 1,0 0-1,0-1 0,-1 1 0,1 0 0,0 0 0,0 0 0,0 0 0,-1 0 0,1-1 0,0 1 1,0 0-1,0 0 0,-1 0 0,1-1 0,0 1 0,0 0 0,0 0 0,0-1 0,0 1 0,0 0 1,-1 0-1,1-3 2338,2 3-2086,6 0-46,-7 0 310,-1 0-547,0-1 1,0 1 0,0 0-1,0 0 1,0-1-1,0 1 1,0 0 0,0 0-1,0-1 1,0 1-1,0 0 1,0 0 0,0 0-1,0-1 1,0 1 0,0 0-1,0 0 1,0-1-1,0 1 1,0 0 0,0 0-1,1 0 1,-1-1-1,0 1 1,0 0 0,0 0-1,0 0 1,1-1-1,-1 1 1,0 0 0,0 0-1,1 0-5,-1 0-7,1 0 0,-1 0 1,0 0-1,0 0 0,1 0 1,-1 0-1,0 0 0,1 0 1,-1 0-1,0 0 1,0 0-1,1 0 0,-1 0 1,0 0-1,0 0 0,1 0 1,-1-1-1,0 1 0,1 0 1,-1 0-1,0 0 1,0 0-1,0-1 0,1 1 1,-1 0-1,0 0 0,0 0 1,0-1-1,1 1 0,-1 0 1,0 0-1,0-1 1,0 1-1,0 0 0,0 0 1,0-1-1,0 1 0,0 0 1,1-1-1,-1 1 0,0 0 1,0 0-1,0-1 1,0 0 2,0 0 0,0 1 0,1-1 0,-1 0 0,0 1 0,1-1 0,-1 1 0,0-1 0,1 0 0,-1 1 0,1-1 0,-1 1 0,1-1 0,-1 1 0,1-1 1,0 1-1,-1 0 0,1-1 0,-1 1 0,2-1 0,15-7 43,-13 7-47,41-19 36,-45 20-38,6-3-5,12-1 3,14 3-51,-31 2 37,-1 4 9,0-5 7,0 1 0,0 0 0,0-1 1,1 1-1,-1-1 0,0 1 0,0-1 0,0 1 0,0-1 1,0 1-1,1-1 0,-1 1 0,0-1 0,1 1 0,-1-1 1,0 1-1,1-1 0,-1 1 0,0-1 0,1 1 1,-1-1-1,1 0 0,-1 1 0,1-1 0,-1 0 0,1 1 1,1 0 0,-2-1-1,0 0 1,1 1 0,-1-1-1,0 0 1,0 1-1,0-1 1,1 1-1,-1-1 1,0 0-1,0 1 1,0-1-1,0 1 1,0-1-1,0 0 1,0 1-1,0-1 1,0 1 0,0-1-1,0 1 1,0-1-1,0 0 1,0 1-1,0-1 1,0 1-1,-1-1 1,1 0-1,0 1 1,0-1-1,0 0 1,-1 1-1,1 0 2,-5 3 1,5-4-3,-1 1 0,1-1 0,0 0 1,-1 0-1,1 1 0,0-1 0,-1 0 0,1 1 0,0-1 1,0 1-1,-1-1 0,1 0 0,0 1 0,0-1 0,0 0 0,0 1 1,0-1-1,-1 1 0,1-1 0,0 1 0,0-1 0,0 0 1,0 1-1,0-1 0,0 1 0,0 0 0,0 1 2,0 1 0,-1 0-1,0 0 1,0-1-1,0 1 1,0-1 0,0 1-1,-1-1 1,1 1 0,-1-1-1,1 0 1,-1 1 0,-2 1-1,-9 16 6,11-15-6,1-3 0,1-1 0,-1 0 0,1 1 0,-1-1 1,0 0-1,1 0 0,-1 1 0,0-1 0,0 0 1,0 0-1,0 0 0,-1 1 0,1-1-1,0 0 1,0 0-1,0 0 0,1 0 0,-1 0 0,0 0 0,1 0 1,-1 1-1,1-1 0,-1 0 0,1 0 0,-1 1 1,1-1-1,0 0 0,0 1 0,-1 2 0,-2 13 5,-1-10-2,3-7-3,1 1 1,-1 0 0,1 0 0,-1 0-1,1 0 1,-1 0 0,1-1 0,0 1-1,-1 0 1,1 0 0,0 0-1,0 0 1,0 0 0,0 0 0,0 2-1,-1-3 1,1 1-1,0 0 1,0 0-1,0 0 0,0 0 1,-1 0-1,1 0 1,0 0-1,-1-1 1,1 1-1,-1 0 0,1 0 1,-2 1-1,1-1 0,1-1 0,-1 1 0,1 0-1,-1 0 1,1-1 0,-1 1 0,1 0 0,0 0 0,-1 0-1,1 0 1,0 0 0,0 0 0,-1 1 0,1-1-1,0-1 1,1 0-1,-1 1 1,0-1 0,0 0-1,-1 1 1,1-1 0,0 1-1,0-1 1,0 0-1,0 1 1,0-1 0,0 0-1,0 1 1,0-1 0,-1 0-1,1 1 1,0-1-1,0 0 1,-1 1 0,1-1-1,0 0 1,0 0-1,-1 1 1,1-1 0,0 0-1,-1 0 1,1 1 0,-1-1-1,1 0 1,-1 1-1,1-1 1,-1 1 0,1-1-1,-1 1 1,1-1 0,-1 1-1,1-1 1,0 1 0,-1 0-1,1-1 1,0 1-1,0-1 1,-1 1 0,1 0-1,0-1 1,0 1 0,0 0-1,0-1 1,0 1-1,0 0 1,0 0 0,0-1-1,0 1 1,0 0 0,0 0-1,0 0 2,1 0 0,0 0 0,0-1 0,0 1-1,0 0 1,0-1 0,0 1 0,0-1 0,0 1 0,0-1 0,1 0-1,-1 1 1,0-1 0,0 0 0,0 0 0,0 0 0,3 0 0,-2 0 7,0 0-7,1 1-1,0-1 1,-1 0-1,1-1 1,0 1-1,3-1 1,0-1-2,0 1 1,0 0 0,0 0-1,0 0 1,8 1 0,31-7 34,-42 7-36,0 0-3,1 0-1,-1 0 1,1 0-1,0 0 0,-1 1 1,1-1-1,-1 1 0,1 0 1,4 2-1,-5 2-4,-2-3 8,2-1 0,1 0-2,-2 12 17,-2-5 17,1-6-10,-1 0 0,0 0 1,0 0-1,1 0 1,-1 0-1,-1 0 0,1-1 1,0 1-1,-1 0 0,1 0 1,-1 0-1,0 2 1,-2-1 20,2-3-34,1 1 1,-1-1-1,1 0 1,0 1-1,-1-1 1,1 1-1,-1-1 1,1 0-1,0 1 1,0-1-1,-1 1 0,1-1 1,0 1-1,0-1 1,-1 1-1,1 0 1,0-1-1,0 1 1,0-1-1,0 1 1,0 0-1,0 0 11,-1 0 0,1 1 1,0-1-1,-1 0 0,1 0 0,-1 0 0,1 0 0,-1 0 1,1 0-1,-1 0 0,0 0 0,1 0 0,-1 0 1,0 0-1,0 0 0,-2 1 0,-17 13 156,18-14-163,-10 6 64,-1-1 0,0 0 0,0-1 0,-14 4 0,20-7-70,1-1 1,-1 0-1,0-1 0,0 0 0,0 0 0,0-1 0,-12-2 0,1-4-271,16 6 82,1 0-1,-1 1 1,0-1 0,0 0-1,0 1 1,0-1-1,0 1 1,0 0-1,0 0 1,-4 0-1,5 0-656,3-16-4835,7-5 2553,0 1 487,4-22-1697,-2 15 1815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7:05:13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637 119 1772,'-9'-12'1376,"4"5"-607,0 0-1,-1 0 1,0 1 0,0-1-1,-14-9 1,7 9 394,1 0 1,-1 0-1,-25-8 0,21 10-198,1 0 0,-1 1 0,0 1 0,-26-1 0,25 5-509,0 0-1,0 2 0,1 0 1,-28 8-1,12-2-88,22-5-257,0 0 1,0 1-1,1 0 0,0 1 1,0 0-1,-14 12 1,6-6-1,13-8-82,0-1 1,1 1-1,-1 0 1,1 0 0,0 0-1,0 1 1,-5 6-1,8-9-22,-6 7 32,0 1-1,2 0 1,-7 13 0,-17 40 119,14 6-1,10-54-115,1 1 0,1-1 1,-3 26-1,3-15 24,1 7 101,1 0 0,2 1-1,9 65 1,-7-74-65,16 64 182,-17-69-224,0-4-1,0 0 0,1 0 1,1-1-1,9 27 0,-1-17 16,8 21 54,-16-35-94,1-1 0,0 1-1,1-1 1,8 12 0,6 10 59,-15-21-55,1 0 0,1-1 0,0 0 0,0-1 0,1 1 0,0-1 0,0-1 0,1 0 0,1 0 0,-1 0 0,22 11 0,-21-12 4,0-1-1,1 0 1,0-1-1,0 0 0,23 7 1,-17-9 2,-6 0-2,1 0-1,-1-1 1,1-1 0,-1 0-1,18-1 1,-5-3 17,-1-1-1,1-2 1,0 0 0,-1-1-1,0-1 1,-1-1 0,31-18 0,-21 8 14,-1-1 1,0-1 0,-2-2-1,33-34 1,43-55 181,-90 93-174,0-1-1,-1-1 1,-1 0-1,11-27 1,-5 7 128,8-20 229,-24 53-351,-1-1 1,0 1-1,0-1 1,-1 0 0,1-15-1,-2 14-6,0 0 45,0-1 0,0 1 1,-1-1-1,0 1 0,-1 0 1,-5-17-1,5 22-78,-2-7 90,-1-1-1,0 1 0,0 0 0,-2 0 1,-12-18-1,-1 7 48,-34-28 0,30 28-165,8 9 18,-1 1 1,0 1-1,-1 1 1,0 0-1,0 1 1,-35-13-1,-126-31 399,133 42-345,27 8-87,-1 1 0,0 1 0,0 0 1,1 2-1,-39 4 0,41-1-68,1 2 0,-27 10 0,13-4-194,27-11 179,0 1 0,1 0-1,-1 1 1,0-1 0,0 0 0,1 1 0,-1 0 0,1 0 0,-1 0 0,-3 3 0,-11 9-753,8-9 398,7-4 245,0 0 0,0 0-1,1 1 1,-1-1 0,0 0 0,1 1-1,-1-1 1,0 1 0,1-1 0,0 1-1,-1 0 1,1 0 0,0-1 0,-2 4-1,3-4 124,-1 1-417,0 0-1,0 1 0,0-1 0,0 0 0,0 1 1,0-1-1,1 1 0,-1-1 0,1 1 0,-1-1 1,1 5-1,0-7 401,0 0 1,0 1 0,0-1-1,0 0 1,0 0 0,0 0-1,0 1 1,0-1 0,0 0-1,0 0 1,0 0 0,0 0-1,0 1 1,0-1 0,0 0-1,0 0 1,0 0 0,0 1-1,0-1 1,0 0 0,0 0-1,0 0 1,0 0 0,0 1-1,0-1 1,1 0 0,-1 0-1,0 0 1,0 0 0,0 0-1,0 1 1,0-1 0,0 0-1,1 0 1,-1 0 0,0 0-1,0 0 1,0 0 0,0 0-1,1 0 1,-1 0 0,0 0-1,0 0 1,0 0 0,1 0-1,-1 0 1,0 0 0,0 0-1,0 0 1,1 0 0,9 2-6962,9 4 2576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4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1 884,'10'0'1245,"-9"0"-303,1 0-296,28 0 666,-29 0-1160,1 0-4,6 0-12,-7 0 0,-1 0-127,0 0 1,0 0-1,0 0 1,0 0-1,0 0 1,0 1 0,0-1-1,0 0 1,0 0-1,0 0 1,0 0-1,0 1 1,0-1 0,0 0-1,0 0 1,0 0-1,0 0 1,0 1 0,0-1-1,0 0 1,0 0-1,0 0 1,0 0-1,0 0 1,0 1 0,0-1-1,0 0 1,0 0-1,0 0 1,0 0 0,0 0-1,1 0 1,-1 1-1,0-1 1,0 0-1,0 0 1,0 0 0,0 0-1,0 0 1,1 0-1,-1 0 1,0 0 0,9-5 464,-11 5-292,-5 0 5,5 0 1057,2 11-493,0-14-316,0 4-342,1 0 0,-1 1 0,-1-1 0,1 1 1,0-1-1,0 0 0,0 1 0,-1-1 1,1 1-1,-1-1 0,1 0 0,-1 0 1,1 1-1,-1-1 0,0 0 0,0 0 1,1 0-1,-3 2 0,3-2-30,-1 0 0,1 1 0,-1-1 0,1 0 1,-1 1-1,1-1 0,0 0 0,0 1 0,0-1 0,0 0 0,0 1 0,0-1 0,0 0 0,0 1 1,1-1-1,-1 2 0,1-2-25,-1 1 0,0-1 1,1 0-1,-1 1 0,0-1 0,0 0 0,0 1 1,0-1-1,0 0 0,0 1 0,-1-1 1,1 0-1,0 1 0,-1-1 0,1 0 1,-1 2-1,-5 5 139,2 0 1,-1 0 0,1 0-1,0 0 1,1 1 0,-3 11-1,-6 14 307,-7-6-118,15-19-181,3-6-131,-1 0-1,1 0 0,0 0 0,0 1 0,0-1 1,1 1-1,-2 5 0,2-7-34,0 1 1,-1 0-1,1 0 1,-1-1-1,0 1 0,0-1 1,0 1-1,0-1 0,-1 1 1,1-1-1,-1 0 1,1 0-1,-5 4 0,4-3-41,2-1 48,-1-1-1,1 1 0,-1 0 0,1 0 0,-1 0 1,1 0-1,0 0 0,0-1 0,0 3 0,1 1-104,-1-15-1264,0 10 1298,0-1-1,0 1 0,0 0 1,0 0-1,0 0 0,0-1 1,0 1-1,0 0 0,0 0 1,0 0-1,0 0 0,0-1 1,0 1-1,-1 0 0,1 0 0,0 0 1,0 0-1,0 0 0,0-1 1,0 1-1,-1 0 0,1 0 1,0 0-1,0 0 0,0 0 1,0 0-1,-1 0 0,1 0 1,0 0-1,0-1 0,0 1 1,-1 0-1,1 0 0,0 0 1,-1 0-1,1 0-17,0 0-1,0 0 1,-1 0-1,1 0 1,0 0-1,0 0 1,0 0 0,-1 0-1,1 0 1,0 0-1,0 0 1,-1 0 0,1 0-1,0-1 1,0 1-1,0 0 1,-1 0 0,1 0-1,0 0 1,0 0-1,0-1 1,0 1 0,-1 0-1,1 0 1,0 0-1,0-1 1,0 1 0,0 0-1,0 0 1,0-1-1,0 1 1,0 0 0,0 0-1,0-1 1,-1 1-1,1 0 1,0-3-416,0 1 0,-1 0 1,1 0-1,-1 0 0,0 0 0,0 0 0,-2-4 0,-2-6-2111,-4-1-174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5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41 152,'-9'-6'2113,"-34"-18"1223,39 22-3258,0 0-1,-1 1 1,1-1-1,-1 1 1,1 0 0,-1 0-1,-9 0 1,5 4 168,4 0-189,-8-1 71,1 1-1,-1 1 0,1 0 0,1 0 1,-1 2-1,1-1 0,-1 1 1,1 1-1,1 0 0,0 0 0,-14 13 1,5 0 187,-40 31 0,53-46-270,2 0 0,-1 0 0,0 0 0,1 1 0,-5 7-1,-13 17 134,-1-2-13,16-18-78,-1 0 0,-9 9 1,7-8-3,1-1 0,1 1 0,-9 14 0,8-12-14,-17 41 157,23-49-204,-1 1 0,1 0 0,1 0 0,-1 0 0,1 0 0,0 0 0,-1 8 0,1-6 11,-1 0 1,0-1-1,0 1 0,-6 10 0,5-10 6,0 0-1,0 0 1,-4 16-1,5-11 5,3-9-24,-1 1 1,0 0-1,-1-1 1,1 1-1,-4 6 1,2-4 10,0 1 1,0-1 0,1 1 0,-3 11 0,1 1 44,3-17-65,1 0-1,0 0 1,-1 1 0,2-1-1,-1 0 1,0 0 0,0 1 0,1-1-1,0 0 1,0 0 0,1 4-1,3 18 43,-5-22-50,0 0 0,1-1 1,-1 1-1,1 0 0,-1-1 0,1 1 0,0-1 0,1 4 1,1 2 4,-1-5 1,-1 1-1,1-1 1,0 1-1,0-1 0,0 0 1,1 0-1,-1 0 1,1 0-1,0 0 1,3 2-1,12 14 59,-14-15-41,-1 0 0,1 0-1,0-1 1,1 1 0,-1-1-1,1 0 1,0 0-1,-1-1 1,9 4 0,1-1 75,0 0 1,19 3-1,-26-7-38,0-1-1,1 1 1,-1-1-1,0 0 0,1-1 1,-1 0-1,8-1 0,54-18 497,-52 15-450,58-23 182,-64 22-236,1 1 0,-1-2 0,18-12 0,-17 11 60,24-14 0,-33 21-102,1 0 19,0-1 1,0 0-1,0 0 1,0 0-1,0 0 1,-1-1-1,1 0 1,-1 1-1,0-1 1,1 0-1,-1-1 1,-1 1-1,4-5 1,-3 4 33,0 0-1,1 0 1,-1 0-1,8-6 1,-8 7-11,1 0 0,-1 0-1,0 0 1,4-7 0,-3 4 20,0 1 1,-1-1-1,0 0 0,0-1 1,-1 1-1,3-8 0,13-21 184,-15 28-219,-1 0-18,0 1 1,0-1-1,-1 1 1,1-1 0,-1-7-1,-1 10-17,1-1 0,-1 1 0,1-1 0,2-7 0,-1 8-2,-1-1 1,0 0-1,0 0 1,0-8-1,0-4 2,-1 9-7,1 0 0,-2 1 0,1-1-1,-3-12 1,0 9-3,2 7 3,-1 0 0,1 0 0,1 0 0,-1 0 0,0-5-1,0 0-9,-1 0-1,0 0 0,0 0 0,-1 1 0,0-1 1,0 1-1,-1 0 0,-6-11 0,9 18 8,-5-9-165,5 9 130,0-1 0,1 1 0,-1 0 0,0 0 0,1 0 0,-1 0 0,1 0 0,-1-1 0,1 1 0,0 0 0,0-1 0,-1-1 0,1 3-19,-1-1-1,1 0 1,0 1-1,-1-1 1,1 1-1,-1-1 1,0 1-1,1-1 1,-1 1-1,1 0 1,-1-1-1,0 1 0,1 0 1,-1-1-1,-1 1 1,1-1-105,-3-1-428,-1 0 1,0 0-1,0 0 1,0 1-1,0-1 1,0 1-1,-8 0 1,-17-5-2737,21 5 1260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5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1 132,'0'0'1201,"2"0"-203,5 0-259,-5 0 752,-2 8-1112,0-8-366,0 1 0,0 0 0,1-1 0,-1 1 0,0 0 0,0-1 0,1 1 0,-1 0 0,0-1 0,1 1 0,-1 0 0,0-1 0,1 1 0,0 0 0,0 0 5,-1 0 0,1-1 0,-1 1 0,1 0 0,-1 0 0,1 0 0,-1 0 0,1 0 0,-1 0 0,0 0 0,1 0 0,-1 0 0,0 0 0,0 2 0,0-1 14,0 1 0,1 0-1,-1-1 1,0 1 0,1 0 0,0-1-1,-1 1 1,1-1 0,0 0-1,0 1 1,2 2 0,-2-4-27,-1-1 1,0 1-1,1 0 1,-1-1 0,0 1-1,0 0 1,1 0-1,-1-1 1,0 1-1,0 0 1,0 0-1,0-1 1,0 1-1,0 0 1,0 0-1,0-1 1,0 1-1,-1 1 1,1-1-1,0-1-1,0 1 1,-1 0-1,1 0 1,0-1 0,0 1-1,0 0 1,0 0-1,0-1 1,0 1 0,1 0-1,-1 0 1,0-1-1,0 1 1,0 0 0,1-1-1,-1 1 1,1 1 0,1 2 27,-1-1 1,1 1-1,-1 0 1,0 0-1,0 0 1,-1 0-1,1 0 1,-1 1-1,0 6 1,0-7 25,1 1-1,0 0 1,-1-1 0,4 9 0,-3-9-12,0 0 0,0 1 0,0-1 0,0 8 0,0 8 81,0-15-101,-1 0 0,0 0-1,0 0 1,0 0-1,-1 0 1,-2 9-1,0-6-10,2-5-13,0 0 0,0-1 0,0 1 1,1-1-1,-1 1 0,1 0 0,-1 4 0,1-5-6,0 1-1,0-1 1,-1 1-1,1-1 0,-1 1 1,0-1-1,-2 5 1,2-5 2,1 0 1,-1 1-1,0-1 1,1 0 0,-1 1-1,1-1 1,-1 5-1,1-6 3,0 0 0,0 0 0,-1 0-1,1 0 1,0 1 0,-1-1 0,1 0-1,-1 0 1,1 0 0,-1 0 0,1 0-1,-1 0 1,0 0 0,1 0 0,-1 0 0,0 0-1,0 0 1,0-1 0,0 1 0,-1 1-1,-5 4 21,3 7-141,1-12 32,2-1 69,1 0-1,0 0 0,0 0 0,-1 0 0,1 0 0,0 0 0,0 0 0,-1 0 1,1 1-1,0-1 0,0 0 0,0 0 0,-1 0 0,1 0 0,0 0 0,0 0 1,0 1-1,-1-1 0,1 0 0,0 0 0,0 0 0,0 1 0,0-1 0,0 0 1,0 0-1,-1 0 0,1 1 0,0-1 0,0 0 0,0 0 0,0 1 0,0-1 0,0 0 1,0 0-1,0 1 0,0-1 0,0 0 0,0 1 0,-11 6-2546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6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1068,'0'0'6476,"2"-1"-6193,-1 1-382,0-1 157,-1 1 1,1 0 0,-1-1 0,1 1 0,-1 0-1,1-1 1,-1 1 0,0 0 0,1-1 0,-1 1-1,1-1 1,-1 1 0,0-1 0,1 1 0,-1-1-1,0 1 1,0-1 0,1 1 0,-1-1 0,0 1-1,0-1 1,0 0 0,0 1 0,0-1 0,0 0-50,0 1 1,0 0 0,0-1 0,0 1 0,0 0 0,0 0 0,0-1 0,1 1 0,-1 0 0,0-1 0,0 1 0,0 0 0,0 0 0,0-1 0,0 1 0,1 0 0,-1 0 0,0 0 0,0-1 0,0 1 0,1 0 0,-1 0 0,0 0 0,0-1 0,0 1 0,1 0 0,-1 0 0,0 0 0,0 0 0,1 0-1,-1 0 1,0 0 0,1-1 0,-1 1 0,0 0 0,0 0 0,1 0 0,-1 0 0,0 0 0,1 0 0,-1 0 0,0 1 0,1-1 0,-1 0 10,4-7 357,-2 5-341,0 0 0,0 0 1,1 0-1,-1 1 0,0-1 0,1 1 1,-1-1-1,1 1 0,-1 0 0,1 0 1,0 0-1,-1 0 0,1 0 0,0 1 1,0 0-1,0-1 0,-1 1 0,6 0 1,14-7 49,-17 7-80,-1 0 0,0-1 0,0 0 0,1 0 0,5-2 0,-5 1-1,-1 1 0,1 0 0,-1 0 0,1 0 0,8 0 0,117-6 190,-117 7-178,8-1 17,0 2 1,32 4 0,-34-3 8,-18-3-40,0 1 0,1 0 1,-1 0-1,0 0 0,1 0 1,-1 0-1,0 0 0,0 1 1,1-1-1,-1 0 1,0 1-1,0-1 0,0 1 1,0-1-1,1 1 0,-1-1 1,0 1-1,0 0 0,1 0 1,4 6 16,-1-1-1,2 0 1,-1 0 0,1 0 0,8 5 0,-14-11-18,0 1-1,0 0 1,0 0 0,-1-1 0,1 1-1,0 0 1,0 0 0,-1 0-1,1 0 1,0 0 0,-1 0-1,2 2 1,-2-1 0,1-1-1,-1 0 1,1 0-1,-1 0 1,1 0 0,0 0-1,0 0 1,-1 0-1,1-1 1,0 1 0,0 0-1,2 1 1,-1 0 0,0-1 0,0 1 1,0-1-1,-1 1 1,1 0-1,0 0 0,-1 0 1,1 0-1,-1 0 1,0 0-1,1 0 0,0 4 1,10 14 20,-9-17-22,-1 0 0,0-1 0,0 1 0,0 0 0,-1 0 0,1 0 0,-1 0 0,0 1 0,0-1 0,0 0 0,0 0 0,0 1 0,0 3 0,-1-6 0,0-1-1,-1 1 0,2-1 0,-1 1 0,0-1 0,0 1 1,0-1-1,0 1 0,0-1 0,0 1 0,0-1 1,1 0-1,-1 1 0,0-1 0,0 1 0,0-1 0,1 1 1,-1-1-1,0 0 0,1 1 0,-1-1 0,0 0 1,1 1-1,0 0 0,0-1 0,-1 0 0,0 0 0,1 1 0,-1-1 0,0 0 1,1 1-1,-1-1 0,0 1 0,1-1 0,-1 0 0,0 1 0,0-1 0,1 1 0,-1-1 1,0 1-1,0-1 0,0 1 0,0-1 0,1 1 0,-1-1 0,0 1 0,0-1 0,0 1 1,0 0-1,-1 1 2,1 0 0,0 0-1,0 0 1,1 0 0,-1 0 0,0 0 0,1 0 0,-1 0 0,1 0 0,0 0 0,-1 0 0,1 0 0,0 0 0,0-1-1,2 3 1,-3-2 0,1 0 0,0 0 0,-1-1 0,0 1 0,1 0 1,-1 0-1,0 0 0,0 0 0,0 0 0,0 0 0,-1 3 0,1 5 49,0 35-57,0-43-4,0 3-722,0-5 690,0 0-1,0 0 0,-1-1 0,1 1 0,0 0 1,0-1-1,0 1 0,0 0 0,0 0 1,0 0-1,0-1 0,0 1 0,-1 0 1,1 0-1,0-1 0,0 1 0,0 0 0,0 0 1,-1 0-1,1-1 0,0 1 0,0 0 1,0 0-1,-1 0 0,1 0 0,0 0 1,0 0-1,-1-1 0,1 1 0,0 0 0,0 0 1,-1 0-1,1 0 0,0 0 0,-1 0 1,1 0-1,0 0 0,0 0 0,-1 0 1,1 0-1,0 0 0,-1 1 0,0-1 41,-2-6-1844,0 4 1063,1 1 1,-1-1-1,1 0 1,-1 0-1,-3-4 1,5-1-1480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6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14 1832,'-2'-11'2538,"2"11"-2479,0 0 1,0 0-1,-1-1 1,1 1-1,0 0 1,0 0-1,-1 0 0,1-1 1,0 1-1,-1 0 1,1 0-1,0 0 1,-1 0-1,1 0 1,0 0-1,-1 0 0,1 0 1,0 0-1,-1 0 1,1 0-1,0 0 1,-2 0-1,1 0 763,2 0-498,6 0 322,-14 0-304,6 0 438,2 1-673,0-1-91,0 1-1,0-1 1,-1 1-1,1 0 1,0-1-1,-1 1 1,1 0 0,-1-1-1,1 1 1,-1 0-1,1 0 1,-1-1-1,0 1 1,1 0-1,-1 0 1,0 0 0,0 0-1,0-1 1,1 1-1,-1 0 1,0 0-1,0 0 1,0 1 0,0-1-10,0-1 1,0 1 0,0-1 0,0 1 0,0-1 0,0 1 0,0-1 0,0 1 0,0-1 0,1 1 0,-1-1 0,0 0 0,0 1 0,1-1 0,-1 1 0,0-1-1,0 0 1,1 1 0,-1-1 0,0 0 0,1 1 0,-1-1 0,1 1 0,0-1 1,-1 0 1,0 0-1,1 1 1,-1-1-1,0 0 0,1 1 1,-1-1-1,0 1 0,1-1 1,-1 0-1,0 1 0,0-1 1,1 1-1,-1-1 1,0 0-1,0 1 0,0-1 1,0 1-1,0-1 0,1 1 1,-1-1-1,0 1 1,0 0-1,0 0 3,0-1 1,0 1 0,0 0-1,0 0 1,0-1-1,0 1 1,0 0-1,0-1 1,1 1 0,-1 0-1,0-1 1,1 1-1,-1 0 1,0-1-1,1 1 1,-1-1 0,1 1-1,0 0 1,-1 0-1,1 0 0,0-1 0,-1 1 1,1-1-1,-1 1 0,0 0 0,1 0 1,-1-1-1,0 1 0,1 0 0,-1 0 1,0-1-1,0 1 0,0 0 0,1 0 1,-1 0-1,0-1 0,0 3 0,0 3 31,0 0-1,0 0 0,1-1 1,0 1-1,0 0 0,1 0 1,2 6-1,-1-4-28,-1-1 1,0 0-1,0 1 0,-1 0 1,0-1-1,1 16 0,-2-21-11,0 0 0,0 0 0,0 0 0,1 0 0,-1 0 0,1 0 0,0 0-1,-1 0 1,2 2 0,-1-2 0,0 0-1,0-1 1,-1 1-1,1 0 1,-1 0-1,1 0 1,-1 0-1,1 3 1,-2 0 1,1 0 0,0 0 0,1-1-1,-1 1 1,1 0 0,0-1 0,0 1 0,0 0 0,4 6 0,-5-10-2,1 0 0,-1 0 0,0 0 0,1 1 0,-1-1 0,0 0 0,0 0-1,0 0 1,0 1 0,0-1 0,0 0 0,0 0 0,-1 2 0,1-2 0,0 0 0,0 0 0,-1 0-1,1 0 1,0 0 0,0-1-1,0 1 1,0 0 0,0 0 0,0 0-1,1 0 1,-1 0 0,0-1-1,0 1 1,1 0 0,-1 0 0,0 0-1,1 0 1,0 0-1,0 1 1,0-1-1,0 0 0,0 0 1,-1 0-1,1 0 0,0 1 0,-1-1 1,1 0-1,-1 1 0,1-1 1,-1 0-1,0 1 0,0-1 1,1 0-1,-1 1 0,0-1 1,0 3-1,0-4 0,0 0 0,0 0 0,0 1 0,0-1 0,0 0 0,0 0 0,0 1 0,0-1 0,0 0 0,0 0 1,0 0-1,1 0 0,-1 1 0,0-1 0,0 0 0,0 0 0,0 0 0,1 0 0,-1 1 0,0-1 0,0 0 0,0 0 0,1 0 0,-1 0 0,0 0 0,0 0 0,0 0 0,1 0 0,-1 0 0,0 0 1,0 0-1,0 0 0,1 0 0,-1 0 0,0 0 0,1 0 0,-1 0 1,0 0-1,0 0 0,1 0 0,-1 1 0,0-1 1,0 0-1,0 0 0,1 0 0,-1 0 1,0 0-1,0 0 0,0 0 0,1 0 0,-1 1 1,0-1-1,0 0 0,0 0 0,0 0 1,1 0-1,-1 1 0,0-1 0,0 0 0,0 0 1,0 0-1,0 1 0,0-1 0,0 0 1,0 0-1,0 0 0,1 1 0,-1 0 1,0 1-1,0 0 0,0 0 0,0 0-1,0 0 1,0 0 0,-1-1 0,1 1 0,-1 3 0,-7-1 38,7-3-4,1 0-31,0-1 0,0 0 0,0 1 1,0-1-1,0 0 0,0 0 0,0 1 1,0-1-1,0 0 0,0 1 0,0-1 1,0 0-1,0 1 0,0-1 0,0 0 1,-1 1-1,1-1 0,0 0 0,0 1 1,0-1-1,0 0 0,0 0 0,-1 1 1,1-1-1,-16 10 31,0-1 0,0-1 0,-33 12 0,-70 21-95,40-10-123,-40 13-1414,98-39-147,-26 12 0,14-4-867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8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21 1168,'0'0'138,"0"-1"0,0 1 0,1-1 0,-1 1-1,0-1 1,0 1 0,1-1 0,-1 1 0,0-1 0,1 1 0,-1-1-1,1 1 1,-1-1 0,0 1 0,1-1 0,-1 1 0,1 0 0,-1-1-1,1 1 1,-1 0 0,1 0 0,0-1 0,-1 1 0,1 0 0,0 0-1,0 0-87,0 0 0,-1-1-1,1 1 1,-1 0 0,1 0-1,-1 0 1,1 0 0,-1-1 0,0 1-1,1 0 1,-1-1 0,1 1-1,-1 0 1,1-1 0,-1 1-1,0 0 1,1-1 0,-1 1-1,0-1 1,1 1 0,-1-1-1,0 1 1,0-1 0,1 0 0,3 0 284,1 1 0,-1 0 1,0 0-1,1 0 1,6 1-1,-12 4-150,1-3-119,0 0 1,0-1-1,0 1 1,0 0-1,0 0 1,0 0-1,0-1 1,1 1-1,-1 0 1,2 2-1,-1-1-29,0-2 1,0 1 0,0 0-1,0-1 1,-1 1 0,1 0-1,0 0 1,-1 0 0,1 0-1,-1 0 1,0 0 0,1 0-1,-1 0 1,0 0 0,0 0-1,0 0 1,-1 0 0,1 0 0,-1 3-1,-2 3 50,1 0 0,1 0 0,-1 0-1,2 0 1,-1 12 0,0-12-33,0 0 0,0-1 1,0 1-1,-4 10 0,1-5 15,-2 4 26,0 0-1,-16 29 1,3-8 42,8-17-69,6-12-5,0 1 0,-5 18-1,8-20-25,-1 0-1,1 0 1,-1 1-1,-1-2 1,-6 13-1,7-15-18,1-1-1,0 1 1,0 0-1,0-1 1,-1 8 0,-7 15 73,4-16-52,4-8-33,0 0-1,1 0 1,-1 0 0,1 0 0,0 0 0,-1 0-1,2 0 1,-1 0 0,0 1 0,1-1-1,-1 0 1,1 4 0,0-7-106,-1 0-1,1 1 1,0-1-1,0 0 1,0 0-1,-1 0 1,1 0 0,0 0-1,0 1 1,-1-1-1,1 0 1,0 0-1,-1 0 1,1 0-1,0 0 1,0 0 0,-1 0-1,1 0 1,0 0-1,-1 0 1,1 0-1,0 0 1,0 0-1,-1 0 1,1 0 0,0 0-1,-1 0 1,1-1-1,0 1 1,0 0-1,-1 0 1,1 0-1,0 0 1,0 0 0,-1-1-1,-11-5-3715,1-1 1419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9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232 413 1496,'12'-29'1923,"-10"22"-1683,0 1-1,0 0 0,1 0 0,0 0 0,7-10 0,-1 6-82,-4 5-49,-1-1 0,1 0 0,4-8-1,-5 6 22,1 0-1,11-12 0,4-7 90,13-16 303,66-69 0,-75 94-387,-8 7-46,-10 7-52,0 0-1,0 0 1,0 1-1,0 0 1,9-4-1,19-9 84,-33 15-116,1 0 0,-1 0 0,1 0 0,-1 1-1,1-1 1,-1 1 0,1-1 0,-1 1 0,1 0 0,-1-1-1,1 1 1,-1 0 0,1 0 0,0 0 0,-1 0-1,1 0 1,-1 0 0,1 1 0,-1-1 0,1 1-1,-1-1 1,1 1 0,-1-1 0,1 1 0,-1 0 0,2 1-1,-1 0 7,0 0 0,-1 1 0,1-1 0,-1 1 0,0-1 0,0 1-1,0 0 1,0-1 0,0 1 0,-1 0 0,1 0 0,-1 0 0,0-1-1,1 1 1,-1 0 0,-1 0 0,1 0 0,0 0 0,-1 0 0,-1 4-1,-3 8 61,-2 0-1,0-1 1,0 1-1,-18 23 0,-10 15 56,15-23-91,5-9-9,1 0 0,-27 25 0,38-42-23,-23 22 7,-1 0-1,-1-2 0,-41 28 1,-72 43-50,107-73-5,13-8-112,-34 17 1,50-29 114,1 0 1,0 1-1,-1-1 1,1 1 0,0 0-1,-3 3 1,5-4-3,-1 0 0,1-1 0,-1 1 0,1-1 0,-1 1 0,0-1 0,1 0 0,-1 0 0,-5 1 0,6-2-36,3-7-126,-2 7 206,1 0-1,0 0 0,0 0 0,0-1 0,0 1 0,0 0 1,0 0-1,0-1 0,0 1 0,0 0 0,0 0 0,0 0 1,0-1-1,0 1 0,0 0 0,0 0 0,0-1 0,0 1 0,0 0 1,1 0-1,-1 0 0,0-1 0,0 1 0,0 0 0,0 0 1,0 0-1,1-1 0,11-4-21,0 0 0,0 0 1,0 1-1,1 1 0,14-2 0,-23 4 26,0 1 0,1 0 0,-1 0 0,0 0 0,1 0 0,-1 1 0,0 0 0,0 0 0,1 0 0,-1 0 0,0 1 0,0-1 0,0 1 0,0 0 0,-1 0 0,1 1 0,5 4 0,-5-4 25,-1-1-1,0 1 0,0 0 1,0 0-1,-1 0 0,1 1 1,-1-1-1,1 1 1,-1-1-1,0 1 0,0 0 1,-1 0-1,1 0 0,-1 0 1,0 0-1,0 0 0,0 0 1,0 5-1,-1-7-7,0 1 0,0-1 0,1 1 0,-1-1 0,1 1 1,0-1-1,1 4 0,-1-4 1,0 1 0,0 0-1,0-1 1,-1 1 0,1 0 0,-1 0 0,1 4 0,-2 6 31,0-9-41,1 1 0,0 0 0,0-1 0,0 1 0,1-1 0,-1 1 0,2 4 0,0-4-8,0-3 3,-1 1-1,0 0 1,0 0 0,0 0-1,-1 0 1,1 0-1,0 5 1,-1-6-6,1 1-1,0-1 1,0 0-1,0 0 1,0 0-1,0 0 1,0 0-1,1 0 1,-1 0 0,1 0-1,-1 0 1,3 2-1,2 2-105,-4-4 75,-1-1 0,1 0 0,-1 0 0,1 0-1,-1 0 1,1 0 0,-1-1 0,1 1 0,0 0 0,0-1 0,-1 1-1,4-1 1,26 3-631,-24-4 553,-1 0 1,0 0 0,0-1-1,0 0 1,0 0 0,0 0 0,7-5-1,8-2-75,-10 3 147,0 0 1,-1-1 0,0 0 0,0-1 0,12-11 0,3-4 59,-5 6 364,-1-1-1,19-22 1,-20 25 1160,-14 12-512,3 0 667,-5 3-919,-2 0-754,0 1-1,0-1 1,0 0 0,0 0-1,0 1 1,0-1-1,0 0 1,0 0-1,0 1 1,0-1-1,0 0 1,1 0-1,-1 1 1,0-1-1,0 0 1,0 0-1,0 1 1,0-1 0,1 0-1,-1 0 1,0 0-1,0 1 1,0-1-1,1 0 1,-1 0-1,0 0 1,0 0-1,0 0 1,1 1-1,-1-1 1,0 0 0,0 0-1,1 0 1,-1 0-1,0 0 1,1 0-1,-1 0-13,0 0 0,1 0 0,-1 0 1,0 0-1,0 0 0,1 0 0,-1 0 0,0 0 0,0 1 0,0-1 0,1 0 0,-1 0 0,0 0 0,0 0 0,0 0 0,0 0 0,1 1 1,-1-1-1,0 0 0,0 0 0,0 0 0,0 0 0,0 1 0,1-1 0,-1 0 0,0 0 0,0 0 0,0 1 0,0-1 0,0 0 0,0 0 1,0 0-1,0 1 0,0-1 0,0 0 0,0 1 0,1-1 35,-1 1-1,0 0 1,1-1-1,-1 1 1,1-1 0,0 1-1,-1 0 1,1-1 0,-1 1-1,1-1 1,0 0 0,1 1-1,-2 0 18,4 12 535,-3-11-546,0 0 0,0-1 0,0 1 0,0 0-1,0 0 1,0 0 0,-1 0 0,1 0-1,-1 0 1,1 0 0,-1 0 0,0 0 0,0 0-1,0 0 1,0 4 0,0-1 6,-1-4-35,1 1-1,0 0 1,0-1 0,0 1-1,0 0 1,0-1 0,0 1-1,1-1 1,-1 1 0,0-1-1,1 1 1,0 1 0,0-1-24,0 0 1,1 0 0,-1 0-1,0 0 1,-1 0 0,1 0-1,0 0 1,-1 1-1,1-1 1,-1 0 0,1 0-1,-1 1 1,0-1 0,0 0-1,0 0 1,-1 4 0,1-3-5,0-3 2,0 0 0,0 1 0,0-1-1,0 1 1,0-1 0,0 1 0,0-1 0,0 1 0,0-1-1,0 0 1,0 1 0,0-1 0,0 1 0,1-1-1,-1 1 1,0-1 0,0 0 0,1 1 0,-1-1 0,0 0-1,0 1 1,1-1 0,-1 0 0,0 1 0,1-1 0,-1 0-1,0 1 1,1-1 0,-1 0 0,0 0 0,1 1-1,2 0-2,1 11-155,0-11 47,-4-1 96,0 0 0,0 0 0,1 0-1,-1 0 1,0 0 0,0 0 0,1 0-1,-1 0 1,0 1 0,0-1 0,0 0 0,1 0-1,-1 0 1,0 0 0,0 0 0,0 0-1,0 1 1,1-1 0,-1 0 0,0 0-1,0 0 1,0 0 0,0 1 0,0-1 0,1 0-1,-1 0 1,0 0 0,0 1 0,0-1-1,0 0 1,0 0 0,0 1 0,0-1 0,0 0-1,0 1 1,2-1-322,0 0 0,0 1 0,0-1-1,0 0 1,-1 0 0,1 0 0,0 0 0,0-1 0,2 1-1,-3 0 152,4-3-700,-1 1 1,1-1-1,-1 1 1,1-1-1,-1-1 1,0 1-1,6-6 1,-7 6 130,8-5-2046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39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62 2064,'0'-2'581,"0"1"-463,-1 0 1,1 0-1,0 0 1,0 0-1,0 0 0,0 0 1,0 0-1,0 0 1,0 0-1,1 0 0,-1 0 1,0 0-1,1 0 1,-1 0-1,0 0 0,1 1 1,-1-1-1,1 0 1,-1 0-1,1 0 0,0 1 1,-1-1-1,1 0 1,0 0-1,-1 1 0,1-1 1,0 1-1,1-1 1,-1-1 5,1 1 1,-1 0-1,1-1 1,-1 1 0,0-1-1,1 1 1,1-4-1,8-7 600,-8 11-598,-2 1-118,-1 0-1,0 0 1,0 0-1,1 0 1,-1 0-1,0 0 1,0 0-1,0-1 1,1 1-1,-1 0 1,0 0-1,0 0 1,0 0-1,1 0 1,-1 0-1,0 0 1,0-1-1,0 1 1,0 0-1,1 0 1,-1 0-1,0-1 1,0 1-1,0 0 0,0 0 1,0 0-1,0-1 1,0 1-1,1 0 1,-1 0-1,0 0 1,0-1-1,0 1 1,0 0-1,0-1 1,0 0 206,-2 7-1514,-2-3 953,0-1 0,0 1 0,1 0 0,-1 0-1,1 1 1,-6 7 0,-2 2-1149,0 1-403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0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362 314 696,'0'-2'221,"0"1"1,0-1-1,1 1 1,-1-1-1,0 1 0,1-1 1,-1 1-1,1 0 0,0-1 1,-1 1-1,1 0 1,0-1-1,0 1 0,0 0 1,0 0-1,1-1 0,7-10 807,2-7-192,-8 5-188,1 11-509,-4 3-117,1-1 1,-1 1-1,0 0 1,1-1 0,-1 1-1,1 0 1,-1-1-1,0 1 1,1-1 0,-1 1-1,0-1 1,0 1-1,1-1 1,-1 1 0,0-1-1,0 1 1,0-1-1,0 1 1,1-1 0,-1 0-1,0 0 1,0 1 11,0-1 0,0 0 1,0 0-1,1 1 0,-1-1 1,0 0-1,1 1 0,-1-1 1,0 0-1,1 1 0,-1-1 1,1 1-1,-1-1 0,2 0 1,-2 1-9,0-1 0,1 1 0,-1 0 0,1-1 0,-1 1 0,0 0 0,1-1 0,-1 1 0,0-1 0,0 1 1,1 0-1,-1-1 0,0 1 0,0-1 0,1 1 0,-1-1 0,0 1 0,0-1 0,0 1 0,0-1 0,0 1 0,0-1 0,0 1 0,0-1 0,0 1 0,0-1 1,0 1-1,0-1 0,0 1 0,0-1 0,-1 1 0,1-1 0,0 1 0,0-1 0,-1 1 0,1-1 0,-3-2 194,2 3-151,1-1 0,-1 1 1,1 0-1,-1-1 0,1 1 0,0-1 1,-1 1-1,1 0 0,0-1 1,-1 1-1,1-1 0,0 1 0,0-1 1,-1 1-1,1-1 0,0 1 0,0-1 1,0 0-1,0 1 0,0-1 1,0 1-1,0-1 0,0 0 0,0 1-57,0-1 0,-1 1-1,1 0 1,0 0-1,0-1 1,0 1 0,0 0-1,0-1 1,0 1-1,-1 0 1,1 0 0,0-1-1,0 1 1,0 0-1,-1 0 1,1 0 0,0-1-1,0 1 1,-1 0 0,1 0-1,0 0 1,0 0-1,-1-1 1,1 1 0,0 0-1,-1 0 1,1 0-1,0 0 1,0 0 0,-1 0-1,1 0 1,0 0-1,-1 0 1,1 0 0,0 0-1,-1 0 1,1 0-1,-1 0 1,1 0-7,0 0 0,0 0 0,0 0 0,0 0 0,0 0 0,0 0 0,0 0 0,0 0 0,0 1 0,-1-1 0,1 0 0,0 0 0,0 0 0,0 0 0,0 0 0,0 0 0,0 0 0,0 0 0,0 0 0,0 0 0,0 0 0,0 0 0,0 0 0,0 1 0,-1-1 0,1 0 0,0 0 0,0 0 0,0 0 0,0 0 0,0 0 0,0 0 0,0 0 0,0 1 0,0-1 0,0 0 0,0 0 0,0 0 0,0 0 0,0 0 0,0 0 0,0 0 0,0 0 0,1 0 0,-1 1 0,0-1-2,0 0-1,0 0 0,0 0 0,0 0 0,0 0 1,0 0-1,0 0 0,0 1 0,0-1 0,0 0 1,0 0-1,0 0 0,0 0 0,0 0 0,0 0 1,0 0-1,0 0 0,0 0 0,0 1 0,0-1 1,0 0-1,0 0 0,0 0 0,0 0 0,0 0 1,0 0-1,0 0 0,-1 0 0,1 0 0,0 1 0,0-1 1,0 0-1,0 0 0,0 0 0,0 0 0,0 0 1,0 0-1,0 0 0,0 0 0,-1 0 0,1 0 1,0 0-1,0 0 0,0 0 0,0 0 0,-1 0 0,-1 0 0,1 1 0,0-1 0,-1 0-1,1 1 1,0-1 0,0 1 0,-1-1 0,1 1 0,0 0-1,0 0 1,0-1 0,0 1 0,0 0 0,0 0-1,0 0 1,0 0 0,0 0 0,0 0 0,1 0-1,-2 1 1,0 1-4,0 0 0,0-1 0,0 0 0,0 1 0,-1-1 0,-3 3 0,0-1 3,0 0 1,0 1-1,1 0 0,0 0 1,0 0-1,0 0 0,0 1 1,1 0-1,0 0 1,0 0-1,1 1 0,-5 11 1,-10 22-34,15-33 28,2-6 0,1-1 0,-1 1 1,1 0-1,-1 0 1,1 0-1,0 0 0,-1 0 1,1 0-1,0 0 1,0 0-1,0 0 0,-1 0 1,1 1-1,0-1 1,1 0-1,-1 0 0,0 0 1,0 0-1,0 0 1,1 0-1,-1 0 1,0 0-1,1 0 0,0 1 1,3 13-255,-3-13 220,0-1 7,0-1 0,-1 1 0,1 0 1,0 0-1,-1 0 0,1 0 0,-1 0 0,1 0 0,-1 0 0,0 0 1,1 0-1,-1 0 0,0 0 0,1 0 0,-1 1 0,0-1 0,0 0 0,0-1 0,1 1 0,-1-1 0,0 1 0,1-1 0,-1 0 1,0 1-1,1-1 0,-1 1 0,1-1 0,-1 0 0,1 1 0,-1-1 0,1 0 0,-1 1 0,1-1 0,-1 0 0,1 0 0,-1 1 0,2-1 0,-1 1-74,1 0 1,0 0-1,0 0 1,0 0-1,1-1 1,-1 1-1,0 0 1,1-1-1,-1 1 1,0-1-1,1 0 1,-1 0-1,0 0 1,1 0-1,2-1 1,3 0-227,1-1 0,12-5 0,-8 3 333,-10 2-4,-1 1 0,1-1-1,0 1 1,0-1 0,-1 0 0,1 0-1,-1 0 1,0 0 0,4-5 0,7-5 340,-12 11-218,0 0 1,0 0-1,0 0 0,0 0 0,0 0 1,0-1-1,0 1 0,0 0 1,-1-1-1,1 1 0,0 0 0,-1-1 1,1 1-1,-1-1 0,0 1 1,1-1-1,-1 1 0,0-1 0,0 1 1,0-1-1,0-3 2791,-1 7-2705,1 0 1,0 0-1,0 0 1,0 0 0,0-1-1,1 1 1,-1 0-1,0 0 1,1 2 0,1-3-182,-1 1 0,0-1-1,0 1 1,0 0 0,-1-1 0,1 1 0,0 0 0,-1 0 0,1 0 0,-1 0 0,1 0-1,-1-1 1,0 1 0,0 0 0,0 0 0,0 0 0,0 3 0,0 10 54,1-8-61,-1 0 0,0 1 1,-1-1-1,-1 10 0,-1-6-9,1-8-4,1 1 0,0 0 1,0 0-1,0 1 1,1 5-1,-1-2 2,-1 0 0,1 0 0,-1 0 1,0 0-1,-1 0 0,0 0 0,0-1 0,-8 12 0,-5 16-2,10-23-8,0-1 0,-1 1-1,-10 13 1,7-11 0,-3 3 5,-1-1 1,0-1-1,-18 15 1,19-17 5,-12 9-2,-16 16-40,31-28-10,1-1-1,-2-1 0,-12 9 1,-1 1-126,19-14 15,0 0 1,-1 0 0,0 0-1,1-1 1,-1 0 0,0 0 0,-1-1-1,1 0 1,0 0 0,-13 2-1,18-4 73,-1-1-1,1 1 1,-1-1-1,1 0 1,0 0-1,-1 0 1,1 1-1,0-1 1,0-1-1,-1 1 1,1 0-1,0 0 1,0 0-1,0 0 1,0-1-1,1 1 1,-1-1-1,0 1 1,1 0-1,-2-3 1,1 2 10,0-1 1,0 0 0,0 1 0,0-1 0,0 0-1,1 0 1,-1 1 0,1-1 0,0 0 0,0 0 0,0-4-1,4-3-58,0 1-1,0 1 0,1-1 1,0 1-1,1-1 0,-1 1 0,12-11 1,-3 3-67,6-7-92,2 1 0,0 2 0,29-21 0,-12 9-44,71-50-335,-79 58 484,1 2-1,42-21 1,-3 1 55,22-27 96,-41 28 58,-9 7 457,64-68 0,-100 95-252,-1-1-1,9-14 1,3-4 428,-9 15-275,-5 8-146,0-2 0,-1 1 0,0 0 1,5-10-1,2-5 931,-8 16-958,0 0 1,-1 1-1,1-1 1,-1 0-1,1 0 1,-1 0-1,0 0 0,-1-1 1,2-5-1,-2 8-163,0 0 0,0 1-1,0-1 1,0 0-1,0 0 1,0 0 0,0 0-1,0 0 1,1 1 0,-1-1-1,0 0 1,1 0-1,-1 0 1,0 1 0,1-1-1,-1 0 1,1 1-1,-1-1 1,1 0 0,0 1-1,-1-1 1,1 0 0,0 1-1,0-1 1,-1 1-10,0 0 0,1 0 0,-1 0 0,0 0 0,0 0 0,0 0 0,0 0 0,0 0 0,0 0 0,1 0 0,-1-1 0,0 1 0,0 0 0,0 0 0,0 0 0,0 0 0,0 0 0,0 0 0,1 0 0,-1 0 0,0 0 0,0 0 0,0-1 0,0 1 0,0 0 0,0 0 0,0 0 0,0 0 0,0 0 0,0 0 0,0-1 0,0 1 0,0 0 0,0 0 0,0 0 0,0 0 0,0 0 0,0 0 0,0-1 0,0 1 0,0 0 0,0 0 0,0 0 0,0 0 0,0 0 0,0 0 0,0-1 0,0 1 0,0 0 0,0 0 1,0 0-1,0 0 0,0 0 0,0 0 0,-1 0 0,1-1 0,0 1 0,0 0 0,0 0 0,0 0 0,0 0 0,0 0 0,0 0 0,-1 0 0,-7-2 1683,8 2-2085,-2 0 651,2-5 55,0 6-333,0 1 0,-1-1 0,1 0 0,0 0 0,-1 0 1,1 0-1,0 1 0,-1-1 0,1 0 0,-1 0 1,0 0-1,1 0 0,-1 0 0,0 0 0,0-1 1,-1 2-1,-8 13-11,7-5 4,2-7 1,1-1-1,-1 0 1,0 0-1,1 0 1,-1 0-1,0 1 1,-1-1-1,-1 3 1,-9 8 20,2 2 0,-1 0-1,-11 23 1,16-27-17,0 0 1,-1 0-1,-15 19 0,-5 5 2,18-21-4,-13 25 0,16-26 5,-1 0 0,-10 12 0,-8 14-20,16-20-25,4-9-98,0-1 0,0 1-1,-1-1 1,0-1 0,-13 15-1,18-22 43,0 0 0,0 0 0,0 0 0,1 0 0,-1 1 0,0-1 0,0 0 0,1 0 0,-1 0 0,0 1 0,1-1 0,-1 0 0,1 1 0,0-1 0,-1 0 0,1 1 0,0-1 0,0 1 0,0-1 0,0 0 0,0 3 0,0 1-579,1-5 643,-1 0 1,0 0-1,0 0 0,0 1 1,0-1-1,0 0 1,1 0-1,-1 0 1,0 0-1,0 0 1,0 0-1,1 1 1,-1-1-1,0 0 1,0 0-1,1 0 1,-1 0-1,0 0 1,0 0-1,0 0 1,1 0-1,-1 0 1,0 0-1,0 0 1,1 0-1,-1 0 1,0 0-1,0 0 1,0 0-1,1 0 1,-1-1-1,0 1 1,0 0-1,0 0 1,1 0-1,-1 0 1,0 0-1,0-1 1,12-4-411,-11 5 363,99-71-1192,10-25 1053,-57 42 186,-16 13 245,-25 30-87,16-11 982,-26 21-801,-2 1-285,0-1 0,1 1 0,-1 0-1,0 0 1,1 0 0,-1 0 0,0 0 0,1 0 0,-1 0 0,0 0 0,1 0 0,-1 0 0,0 0 0,0 0 0,1 0 0,-1 0 0,0 0-1,1 0 1,-1 0 0,0 0 0,1 0 0,-1 0 0,0 1 0,0-1 0,1 0 0,-1 0 0,0 0 0,0 0 0,1 1 0,-1-1 0,0 0-1,0 0 1,0 1 0,1-1 0,-1 0 0,0 0 0,0 1 0,0-1 0,0 0 0,1 1 0,-1-1 0,0 0 0,0 0 0,0 1 0,0-1 0,0 1 1,1 0 0,-1-1 0,1 1 0,-1 0 0,1-1 1,-1 1-1,1-1 0,0 1 0,-1-1 0,1 1 1,0-1-1,1 1 0,-2-1 10,1 3 24,0-1-1,-1 0 1,1 0-1,-1 0 1,1 1-1,-1-1 1,0 0 0,0 1-1,0-1 1,0 0-1,-1 5 1,0 4 119,1 3-64,1-7-75,-1 0-1,0-1 0,0 1 0,-3 11 0,1-10-14,0-4-12,1 0-1,0 0 1,0 0 0,0 0 0,1 0 0,-1 7 0,1-8-9,-1 0 1,1 0 0,-1 0-1,0 0 1,-2 6 0,2-6-7,0 0 1,0-1-1,1 1 0,-1 0 1,0 6-1,1-2-179,0 16-225,0-23 299,0 1-1,0-1 0,0 1 1,0-1-1,0 1 0,1-1 1,-1 1-1,0-1 0,0 1 1,0-1-1,1 1 0,-1-1 1,0 1-1,0-1 0,1 0 1,-1 1-1,0-1 0,1 1 1,-1-1-1,1 0 0,-1 1 1,0-1-1,1 0 1,-1 0-1,1 1 0,-1-1 1,1 0-1,-1 0 0,1 0 1,-1 1-1,1-1 0,0 0 1,1 6-2619,0-7 2123,1 1 0,-1-1 0,0 1 0,1-1 0,-1 0 0,0 0 1,0 0-1,1 0 0,-1 0 0,0 0 0,0-1 0,2-1 0,7-10-2104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1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91 1304,'0'-2'376,"1"-1"-1,-1 0 1,0 0 0,1 1-1,0-1 1,-1 0 0,1 1-1,0-1 1,0 0 0,3-3-1,-4 3-18,1 1-1,0-1 1,-1 0-1,1 0 1,-1 0-1,0 0 1,0 0-1,0 0 1,-1-4-1,0 0 386,1 7-706,0 0 0,0-1 1,0 1-1,0 0 0,0 0 0,1-1 1,-1 1-1,0 0 0,0 0 1,0 0-1,0-1 0,0 1 0,0 0 1,0 0-1,0 0 0,1-1 0,-1 1 1,0 0-1,0 0 0,0 0 0,0-1 1,1 1-1,-1 0 0,0 0 1,0 0-1,1 0 0,-1 0 0,0 0 1,0 0-1,0-1 0,1 1 0,-1 0 1,0 0-1,0 0 0,1 0 0,-1 0 1,1 0-3,-1 0 0,0 0 0,0 0 0,0 0 0,1 0 0,-1 0 0,0 0 0,0 0 0,0 0 0,0 0 0,1 0 0,-1 0 0,0 0 0,0 0 0,0 0 0,1-1 0,-1 1 0,0 0 0,0 0 0,0 0 0,0 0 0,0 0 0,0-1 0,1 1 0,-1 0 0,0 0 0,0 0 0,0 0-1,0-1 1,0 1 0,0 0 0,0 0 0,0 0 0,0-1 0,0 1 0,2-7 2400,-2 8-2341,0 0 1,0 1 0,0-1 0,0 0-1,-1 1 1,1-1 0,0 0 0,-1 1-1,1-1 1,-1 2 0,-1 1 10,1-3-48,0 1 1,0-1-1,0 1 0,0 0 1,1 0-1,-1-1 1,1 1-1,-1 0 0,1 0 1,0 0-1,-1 1 1,1 4 143,-1-1 1,0 1 0,0-1 0,-1 0 0,-4 11 0,-3 11 429,6-15-403,-1 8 134,-2 0 1,0-1 0,-10 22 0,-2-2-164,-2 7-53,-40 65 0,51-92-142,7-16-1,1 0 0,-1-1 0,1 1 0,-1-1 0,-3 6 0,-11 17 4,11-17-30,2 6-123,3-14 112,0 0 0,0 0 0,0-1 0,0 1 0,0 0 0,0 0 0,0 0 0,0-1 0,-1 1 0,1 0 0,0 0 0,-1-1 0,1 1-1,0 0 1,-1-1 0,1 1 0,-1 0 0,1-1 0,-1 1 0,1 0 0,-1-1 0,-1 1 0,0 4-167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1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76 1020,'0'0'76,"0"-1"1,0 1-1,0 0 0,0 0 0,0-1 1,0 1-1,0 0 0,0-1 1,0 1-1,-1 0 0,1 0 0,0-1 1,0 1-1,0 0 0,0 0 0,0-1 1,-1 1-1,1 0 0,0 0 0,0 0 1,0-1-1,-1 1 0,1 0 1,0 0-1,0 0 0,0 0 0,-1-1 1,1 1-1,0 0 0,0 0 0,-1 0 1,1 0-1,0 0 0,-1 0 1,1 0-1,0 0 0,0 0 0,-1 0 1,1 0-1,0 0 0,-1 0 0,1 0 1,-1 0-1,1 0 30,0 0-78,0 0-1,-1 0 0,1 0 0,0 0 0,0 0 0,0 0 0,0 0 0,0-1 0,0 1 1,0 0-1,0 0 0,-1 0 0,1 0 0,0 0 0,0 0 0,0 0 0,0 0 0,0-1 1,0 1-1,0 0 0,0 0 0,0 0 0,0 0 0,0 0 0,0 0 0,0-1 0,0 1 0,0 0 1,0 0-1,0 0 0,0 0 0,0 0 0,0 0 0,0-1 0,0 1 0,0 0 0,0 0 1,0 0-1,0 0 0,0 0 0,0 0 0,0 0 0,1-1 0,-1 1 0,0 0 0,0 0 1,0 0-1,0 0 0,0 0 0,0 0 0,0 0 0,1 0 0,-1-1 136,2 1-34,1-1-1,-1 1 1,1 0-1,-1-1 1,1 1 0,-1 0-1,4 1 1,4-1-63,9 0 35,25 0 13,47-6 1,-7 4-105,-83 2-10,20-3-21,37 0 0,-17 1-624,-1-2 1,51-11-1,-85 13 213,-1 0-1,1 0 1,-1 0-1,6-4 1,0 0-597,2-1-833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98 1392,'0'-1'260,"0"1"0,0-1 0,1 0 0,-1 0 0,0 0 0,0 0 0,1 0 0,-1 0 0,0 1 0,1-1 0,-1 0 0,1 0 0,1-1 0,-2 2-159,1-1 0,-1 0 1,1 0-1,-1 1 0,1-1 0,-1 0 0,0 0 0,1 0 1,-1 0-1,0 0 0,1 1 0,-1-1 0,0-2 1,1-8 1112,-1 9-1058,1-1-1,-1 1 1,0-1 0,0 1-1,0 0 1,0-1 0,-1 1-1,1 0 1,0-1 0,-1 1-1,-1-3 1,0 2-115,1 1-1,-1 0 1,-1-1 0,1 1-1,0 0 1,0 0 0,-1 1-1,1-1 1,-1 0 0,0 1 0,1 0-1,-1 0 1,0-1 0,0 1-1,0 1 1,0-1 0,0 0-1,0 1 1,0 0 0,0-1-1,0 1 1,0 0 0,0 1 0,0-1-1,0 0 1,-5 2 0,-19 4 170,-43 9 776,69-14-958,-1-1 1,1 1-1,0 0 0,-1 0 1,1-1-1,0 1 1,0 0-1,0 0 0,-2 2 1,-7 5 150,-23 12 340,14-9-136,0 0 0,-19 17 0,21-17-154,-7 7 83,15-9-168,-16 16 218,12-13-211,1 0 1,0 1-1,1 0 0,-12 20 0,-7 6 43,19-26-155,7-9-29,0 0 0,1 0 0,0 0 0,0 1 0,0-1 0,0 1 0,-3 9 0,2-4-9,2 1-1,-1-1 0,1 1 0,1 0 1,0 17-1,1-26-2,0 0 0,1 0 0,-1 0 0,1 0 1,-1 0-1,1 0 0,0 0 0,0 0 0,0 0 0,0 0 1,0 0-1,0-1 0,1 1 0,2 2 0,0 1 3,1-1-1,-1 0 1,1 0 0,6 3-1,-3-4 3,0 1 0,0-1 0,1 0 0,-1-1 0,1 0 0,0-1 0,-1 0 0,1 0 0,14-1 0,-9 0-8,26-4-1,-16 0-51,64-9-532,-66 9-389,0-1 0,40-13 0,-57 17 316,-1-1 0,0 0 0,-1 0 0,7-4-1,-9 5 362,-1 0-1,1 1 1,0-1-1,0 0 0,-1 0 1,1 0-1,-1 1 0,1-1 1,0 0-1,-1 0 0,0 0 1,1 0-1,-1 0 0,0 0 1,1 0-1,-1 0 1,0 0-1,0 0 0,0-2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2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383 17 1928,'-3'-2'421,"3"2"-316,-1 0 1,1 0-1,-1-1 1,1 1-1,-1 0 1,1-1-1,-1 1 1,1 0-1,-1-1 1,1 1-1,0-1 1,-1 1-1,1 0 1,0-1-1,-1 1 1,1-1-1,0 1 1,0-1-1,-1 0 1,1 1-1,0-1 1,0 1-1,0-1 1,0 1-1,0-1 1,0 1-1,0-2 0,0 2-85,-1 0-1,1 0 0,0 0 0,0 0 0,0 0 0,0 0 1,0 0-1,0 0 0,0 0 0,0 0 0,0 0 0,0 0 1,0 0-1,0 0 0,0 0 0,0 0 0,0 0 0,0 0 1,0 0-1,0 0 0,-1 0 0,1 0 0,0 0 0,0 0 1,0 0-1,0 0 0,0-1 0,0 1 0,0 0 0,0 0 1,0 0-1,0 0 0,0 0 0,0 0 0,0 0 0,0 0 1,0 0-1,-9 9 487,2-4-334,0 0 0,1 1 0,0 0 0,0 0 0,1 0 0,0 1 0,-8 13 0,10-17-94,0 1 0,1-1-1,-1 1 1,-1-1 0,-3 4 0,4-5-22,0 0 0,1 1 0,-1-1 0,1 1 0,-1 0 0,1 0 0,-2 4 0,-50 82 1237,32-55-685,-23 48 1,24-39-268,-35 51 1,47-75-315,8-17-25,0 1 0,0-1 0,0 0 0,0 1 0,-1-1 0,1 0 0,-4 4 0,3-4-3,0 0 1,0 0-1,1 1 0,-1-1 0,0 0 0,-1 5 0,-7 9-162,9-15 210,0 0-158,1 0 0,-1 0 0,0 0 0,0 0 0,1 0 0,-1 0 0,1 0 0,-1 0 0,1 0 0,-1 0 0,1 0 0,0 0 0,0 0 0,-1 0 0,1 2 0,-9-2-1184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3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1516,'0'-3'396,"0"1"1,1-1-1,0 1 0,-1-1 0,1 1 1,0 0-1,0-1 0,1 1 0,-1 0 1,3-4-1,-3 4-251,0 1-1,0-1 1,0 0-1,0 0 1,0 0 0,0 0-1,0 0 1,-1 0 0,1 0-1,0-2 1,-1 4-120,0 0 0,0-1 1,0 1-1,0 0 0,0-1 0,0 1 1,0 0-1,0-1 0,1 1 0,-1 0 1,0 0-1,0-1 0,0 1 0,0 0 1,1 0-1,-1 0 0,0-1 0,0 1 0,1 0 1,-1 0-1,0 0 0,0-1 0,1 1 1,-1 0-1,0 0 0,1 0 0,-1 0 1,0 0-1,0 0 0,1 0 0,-1 0 1,0 0-1,1 0 0,-1 0 0,4-2 668,19 28 1641,-22-24-2260,0-1 0,0 0 1,0 0-1,0 0 0,0 1 1,-1-1-1,1 0 0,0 1 0,-1-1 1,0 1-1,1-1 0,-1 1 1,0-1-1,1 1 0,-1-1 1,0 1-1,0 1 0,0-2-13,0 0 0,0 1 1,0-1-1,0 1 0,1-1 0,-1 0 0,0 0 0,1 1 0,-1-1 0,1 0 1,1 3-1,-1-3-19,-1 0-1,1 0 1,0 1 0,-1-1 0,1 0 0,-1 1 0,1-1 0,-1 0 0,0 1 0,0-1-1,1 3 1,-1 0 51,0 0 0,1-1 0,0 1 0,0 0 0,1 3-1,-1-3-11,0 0-1,0 0 0,0 0 0,0 0 1,0 4-1,-2 22 302,0-18-290,0 0-1,1 0 1,1 0-1,2 14 1,-1-18-67,0 1 1,0 0 0,0 0 0,-1 0 0,0 9 0,-1 125-21,0-142-6,0-1 0,0 1 0,0-1 0,0 1 0,0 0 0,0-1 0,1 1 0,-1-1 0,0 1 0,0-1 0,1 1 0,-1-1 0,0 1 0,1-1 0,-1 1 0,0-1 0,1 1 0,-1-1 0,1 0 0,-1 1 0,1-1 0,-1 0 0,1 1 1,0-1-1,0 1-1,-1-1-7,0 1 0,1-1 0,-1 1 0,0 0-1,1-1 1,-1 1 0,0-1 0,0 1 0,0 0 0,0-1 0,0 1 0,0 0-1,0-1 1,0 1 0,0 0 0,0 3-228,0-9 77,0 4 4,1 0-2,1-1 105,0 0-1,0 0 1,-1 1-1,1-1 0,-1 0 1,1 0-1,-1-1 1,0 1-1,0 0 0,0 0 1,2-5-1,-2 3-10,1 0-1,0 0 0,0 0 1,3-5-1,7-8-29,-1-1-1,-1 0 1,0-1-1,7-22 1,0 2 38,12-31 25,-18 41 27,1 0 0,24-40 0,-34 65 3,0 1 0,0 0-1,-1-1 1,2-6 0,-2 7 2,0 0 0,0 0 1,0 1-1,0-1 0,1 0 0,-1 1 1,3-4-1,27-43 42,-27 36 13,-1 10-46,-2 2-4,-1 1 0,1 0 0,-1-1 0,0 1 0,1-1 0,-1 1 0,1 0 0,-1-1 0,0 1 0,1-1 0,-1 1 0,0-1 0,0 1 0,1-1 0,-1 0 0,0 1 0,0-1 0,0 0 0,0 40-6107,0-38 6005,0-1 1,0 1-1,0-1 1,0 1-1,0-1 1,0 1-1,0-1 1,0 1-1,-1 0 0,1-1 1,0 1-1,0-1 1,0 1-1,-1-1 1,1 0-1,0 1 1,-1-1-1,1 1 0,-1-1 1,1 1-1,-1-1 1,-3 5-915,2 8-1176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3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83 1060,'0'0'1480,"0"8"1162,0-2-2419,0-5-164,0 0-1,-1 0 1,1 0-1,0 1 1,0-1 0,1 0-1,-1 0 1,0 0-1,0 0 1,0 0-1,1 1 1,-1-1-1,0 0 1,1 0-1,-1 0 1,1 0 0,0 0-1,-1 0 1,1 0-1,0 0 1,-1-1-1,1 1 1,0 0-1,0 0 1,0 0 0,0-1-1,1 2 1,1-1-23,0 0 0,-1 0 0,1 0 0,0 0 0,0 0 0,0-1 0,0 1 1,0-1-1,0 0 0,0 0 0,1 0 0,-1 0 0,0 0 0,0-1 0,4 0 1,-3 0-31,0 0 0,-1 0 0,1-1 0,-1 1 0,1-1 0,-1 0 0,0 0 0,0 0 0,0 0 0,0 0 0,0-1 0,4-3 0,8-7 16,-14 13-19,0-1-1,0 0 0,0 1 0,0-1 0,0 0 0,0 0 0,0 0 0,0 0 0,-1 1 0,1-1 0,0 0 0,0-1 0,-1 1 0,1 0 0,-1 0 0,1 0 0,-1 0 0,1 0 0,-1-1 0,0 1 0,1 0 0,-1 0 0,0-1 0,0 1 0,0-2 0,0 1 1,0 0-1,0 0 1,0 1-1,0-1 1,0 0-1,-1 1 1,1-1-1,0 0 0,-1 1 1,1-1-1,-1 0 1,0 1-1,0-1 1,1 1-1,-1-1 1,0 1-1,0 0 1,0-1-1,-1 1 1,1 0-1,0 0 1,0-1-1,-1 1 1,1 0-1,-1 0 1,-1 0-1,-19-13 202,15 12-48,0 0 1,1 1-1,-1-1 0,0 2 1,0-1-1,-9 1 1,15 0-130,-1 1 1,0 0 0,1 0 0,-1 0 0,0 0 0,1 0 0,0 0 0,-1 0 0,1 1 0,0-1 0,-1 0 0,1 1 0,0-1 0,0 1 0,-1 2 0,-19 31 281,14-16-188,5-14-97,1 0-1,-1 0 0,-1-1 0,-2 6 0,4-8-16,0 0 1,0 0-1,0 1 0,0-1 1,0 0-1,1 0 1,-1 1-1,1-1 0,-1 0 1,1 5-1,-5 19 75,3-20-70,1-2-3,-1 1 1,1-1 0,0 0 0,0 1 0,0 6 0,1-9-7,0 1 0,0-1 0,-1 1 1,1-1-1,0 0 0,-1 1 0,0-1 0,-1 4 0,1-4 0,0 0-1,0 1 0,0-1 0,1 1 0,-1-1 0,1 0 1,-1 1-1,1 3 0,0 8 5,-1-8 0,1-1 0,-1 0 0,1 1-1,1-1 1,-1 0 0,3 10 0,0-8-2,-2-5-5,0-1 0,0 1 1,0 0-1,-1-1 0,1 1 1,-1 0-1,1 0 1,-1-1-1,0 3 0,0-3 0,0-1 0,0 1 0,0-1-1,0 1 1,0-1 0,0 1 0,0-1 0,1 1-1,-1-1 1,0 1 0,0-1 0,0 1-1,1-1 1,-1 1 0,0-1 0,0 1 0,1-1-1,-1 0 1,0 1 0,1-1 0,-1 1-1,1-1 1,-1 0 0,1 1 0,-1-1-1,1 0 1,-1 1 0,0-1-1,1 0 1,-1 1 0,0-1-1,1 0 1,-1 1 0,0-1-1,1 0 1,-1 1 0,0-1-1,0 0 1,0 1 0,1-1-1,-1 1 1,0-1 0,0 1-1,0-1 1,0 1 0,0-1-1,0 0 1,0 1 0,0 0-1,0-1 1,0 1 0,1-1 0,-1 1 0,0-1 0,0 1 0,0-1-1,0 0 1,1 1 0,-1-1 0,0 0 0,1 1 0,-1-1 0,0 1 0,1-1-1,-1 0 1,0 0 0,1 1 0,-1-1 0,0 0 0,1 0 0,-1 1 0,1-1-1,-1 0 1,1 0 0,-1 0 0,0 0 0,1 0 0,-1 1 0,2-1 0,7 5-8,-8-5 6,0 1 1,0 0-1,0-1 1,0 1-1,0-1 1,0 0-1,0 1 1,0-1-1,0 1 1,0-1-1,0 0 1,0 0-1,0 0 1,0 0-1,0 0 1,0 0-1,0 0 0,0 0 1,0 0-1,0 0 1,0 0-1,0-1 1,0 1-1,2-1 1,30-13-94,-25 10 63,5-3-28,-1-1 0,0 0 0,0 0-1,17-16 1,3-4-15,-27 23 65,0 0-1,0 0 1,7-10-1,7-7-8,-14 16 14,-1 2 8,0 0 0,0 0 0,0-1 0,0 1 0,-1-1 0,0 0 0,0 0 0,0-1-1,-1 1 1,3-6 0,-4 8 0,0 0 0,0 1 0,1-1-1,-1 1 1,1 0 0,0-1 0,3-2-1,9-14 38,-3 0 11,-7-2 319,-4 21-365,0 1 0,0-1 0,1 0 0,-1 0 0,0 0 1,1 0-1,-1 0 0,0 0 0,1 0 0,-1 0 0,0 0 0,1-1 0,-1 1 0,0 0 0,0 0 0,1 0 1,-1 0-1,0 0 0,0 0 0,1-1 0,-1 1 0,0 0 0,0 0 0,1 0 0,-1 0 0,0-1 1,0 1-1,0 0 0,1 0 0,-1-1 0,0 1 0,0 0 0,0-1 0,0 1 0,0 0 0,1 0 0,-1-1 1,0 1-1,0-2 65,0 3-65,0-1-1,0 0 1,0 1-1,0-1 1,0 0-1,0 1 1,0-1-1,0 0 1,0 1-1,0-1 1,0 0-1,0 1 1,0-1-1,0 0 1,0 1-1,0-1 1,0 0-1,-1 0 1,1 1-1,0-1 1,0 0-1,0 1 1,0-1-1,-1 0 1,0 1 11,0 0 0,0 0 1,1 0-1,-1 0 0,0 0 0,0 0 0,1 0 0,-1 0 1,1 0-1,-1 0 0,1 0 0,-1 0 0,1 0 1,0 0-1,0 0 0,-1 0 0,1 1 0,0-1 0,0 0 1,0 0-1,0 0 0,0 0 0,1 1 0,-1 1 1,1-1 26,-1 1 1,0-1 0,0 1 0,0-1 0,-1 1-1,1-1 1,-1 1 0,0 2 0,-2 2 53,2-5-68,0 0 0,0-1-1,0 1 1,1 0 0,-1-1 0,1 1-1,-1 0 1,1 0 0,0 3-1,0-4-10,0 0-1,-1 1 0,1-1 0,0 1 0,0-1 0,-1 0 0,1 1 0,-1-1 0,1 0 0,-1 0 0,-1 2 0,2-2-5,-1 0-1,0 0 0,1 1 0,-1-1 0,1 0 1,-1 1-1,1-1 0,-1 0 0,1 1 0,0-1 1,0 2-1,0-1 0,-1 0 0,1 0 0,0 0 0,-1 0 1,1 0-1,-1 0 0,1 0 0,-3 3 0,2-4-5,1 1 0,-1 0 0,0 0 0,1 0 0,-1 0 0,1 0 0,-1 0 0,1 3 0,0-2-2,0-1-1,0 1 1,0-1 0,-1 1 0,1-1 0,-1 1-1,1-1 1,-1 1 0,0-1 0,0 0 0,0 1-1,-2 3 1,2-3-5,0 0-1,0 1 1,1-1 0,0 0-1,-1 1 1,1-1-1,0 1 1,1 3 0,0 6-140,-1-13 130,0 1 1,0-1-1,0 0 0,0 1 1,0-1-1,0 1 1,0-1-1,0 1 0,0-1 1,1 1-1,-1-1 1,0 0-1,0 1 0,0-1 1,1 1-1,-1-1 1,0 0-1,0 1 0,1-1 1,-1 0-1,0 1 1,1-1-1,-1 0 0,1 1 1,-1-1-27,1 0 1,-1 1-1,1-1 1,-1 0-1,0 1 1,1-1-1,-1 0 1,1 1-1,-1-1 1,0 1-1,0-1 1,1 1-1,-1-1 1,0 1-1,0-1 1,0 1-1,1-1 1,-1 1-1,0-1 1,0 1-1,0-1 1,0 1-1,0-1 1,0 1-1,0 0 12,0-1 0,0 0 0,0 1 0,0-1 0,0 0 0,0 0 0,1 1 0,-1-1 0,0 0 0,0 0 0,0 1 0,0-1 0,1 0 0,-1 0 0,0 0 0,0 1 1,1-1-1,-1 0 0,0 0 0,0 0 0,1 0 0,-1 1 0,0-1 0,0 0 0,1 0 0,-1 0 0,0 0 0,1 0 0,-1 0 0,0 0 0,1 0 0,15 0-708,-12-1 589,0 1 0,1-1 1,-1 0-1,0 0 1,7-4-1,-8 2 85,1 0 0,-1-1 1,1 1-1,-1-1 0,0 0 0,2-4 0,14-15-88,-15 20 148,1-1-1,-1-1 1,0 1-1,-1-1 0,1 0 1,-1 0-1,4-7 1,2 1 128,-8 10-98,0 0-1,0 0 1,0 0 0,0 0 0,0 0 0,0 0-1,-1 0 1,1 0 0,0 0 0,-1 0 0,1 0-1,-1-1 1,0 1 0,1 0 0,-1 0 0,1-3-1,-1 3 558,1 15-333,5-9-103,-5-4-110,1 1 0,-1-1 0,0 0 0,0 1 0,1-1 1,-1 0-1,0 1 0,0 0 0,-1-1 0,1 1 0,0 0 0,1 2 1,-2-3-37,0-1 1,0 1 0,0 0 0,0-1 0,1 1 0,-1 0 0,0-1 0,0 1 0,1 0-1,-1-1 1,0 1 0,1-1 0,-1 1 0,1-1 0,-1 1 0,1-1 0,-1 1-1,1-1 1,-1 1 0,1-1 0,0 0 0,-1 1 0,1-1 0,1 1 0,-2-1-1,1 0 1,0 1-1,-1-1 1,1 0 0,-1 1-1,1-1 1,-1 0-1,1 1 1,0-1 0,-1 1-1,1-1 1,-1 1 0,0-1-1,1 1 1,-1 0-1,1-1 1,-1 1 0,0-1-1,0 1 1,1 0 0,-1-1-1,0 1 1,0 0-1,1 0 1,-1 1 5,0 0 1,1 0-1,-1 0 1,1 0-1,-1-1 1,1 1-1,0 0 1,0-1-1,0 1 1,0-1-1,0 1 1,0-1-1,2 2 1,5 8 59,-6-6-56,-1-4-13,-1 0 0,1 1 1,-1-1-1,1 0 0,0 0 0,0 0 1,0 1-1,-1-1 0,1 0 0,0 0 1,0 0-1,0-1 0,1 1 1,-1 0-1,0 0 0,0-1 0,0 1 1,1 0-1,-1-1 0,1 1 0,11 3 13,-1-1 0,1 0-1,-1-1 1,14 1-1,-24-3-13,1 0-1,0 0 1,0-1 0,0 1-1,0-1 1,3 0-1,-3 0 0,0 0-1,0 0 0,-1 1 1,1-1-1,0 1 0,4 0 1,-2 0 0,0 0 1,0 0 0,-1-1-1,1 0 1,0 0-1,-1 0 1,1 0 0,-1-1-1,1 0 1,-1 0 0,0 0-1,1 0 1,-1-1-1,0 1 1,3-4 0,10-6 8,-16 12-5,1-1-1,-1 0 0,0 0 1,1 0-1,-1 0 1,0 0-1,0 0 0,0 0 1,0 0-1,0 0 0,0-1 1,0 1-1,0 0 0,1-3 1,12-12 121,-13 15-102,0 0 0,1 0 0,-1 0 0,0 0 1,0-1-1,1 1 0,-1-1 0,0 1 0,0-1 0,-1 1 0,1-1 0,0 1 1,0-1-1,-1 0 0,1 1 0,-1-1 0,1 0 0,-1-3 0,0 4 6,0-1 0,1 1-1,-1 0 1,0-1-1,0 1 1,1 0-1,-1-1 1,1 1-1,-1 0 1,1 0-1,1-2 1,-2 2 0,1 0-1,0-1 1,-1 1 0,1 0-1,-1 0 1,1-1-1,-1 1 1,0 0 0,1-1-1,-1 1 1,0-2-1,0 0 33,0-1-1,-1 1 1,0 0-1,1 0 1,-1 0-1,-2-3 1,-2-16 201,5 21-250,0 0 0,0 0-1,-1-1 1,1 1 0,0 0 0,-1 0 0,1 0 0,-1 0 0,1 0 0,-1 0-1,0 0 1,1 1 0,-1-1 0,0 0 0,0 0 0,1 0 0,-1 1-1,-1-2 1,1 1-7,0 1-1,0-1 0,0 1 1,1-1-1,-1 0 0,0 0 1,1 1-1,-1-1 0,1 0 0,-1 0 1,1 0-1,-1 0 0,1 0 1,-1 0-1,1 0 0,0 0 1,-1-2-1,1 3-4,0-1 1,0 1-1,0-1 0,0 1 1,0-1-1,0 1 0,0-1 0,-1 1 1,1-1-1,0 1 0,0-1 1,0 1-1,-1 0 0,1-1 1,0 1-1,-1-1 0,1 1 1,0 0-1,-1-1 0,1 1 1,-1-1-1,0 1 0,1 0 0,0-1 0,-1 1 0,1 0 0,0-1 0,-1 1 0,1 0 0,0 0 0,-1-1-1,1 1 1,0-1 0,0 1 0,-1 0 0,1-1 0,0 1 0,0 0 0,0-1 0,0 1 0,-1-1 0,1 1 0,0-1-1,0 1 1,0-1 0,0 0 0,-1 1 0,1-1 0,-1 0-1,1 1 1,-1-1 0,1 1 0,-1-1 0,0 1-1,1-1 1,-1 1 0,0-1 0,-1 0-1,2 1 1,-2-2-1,2 2-6,0-1 0,0 1 0,0 0 0,0-1 0,-1 1 0,1 0 1,0 0-1,0-1 0,-1 1 0,1 0 0,0 0 0,0-1 0,-1 1 0,1 0 0,0 0 0,-1 0 0,1 0 1,0-1-1,-1 1 0,1 0 0,0 0 0,-1 0 0,1 0 0,-1 0 0,1 0 0,0 0 0,-1 0 0,1 0 0,-1 0 1,-1 0-237,1-1 91,0 1 0,0-1 0,0 0 0,0 1 0,0-1 0,0 1-1,0-1 1,0 1 0,0-1 0,0 1 0,-1 0 0,1-1 0,0 1 0,0 0 0,0 0-1,-2 0 1,-19 0-3122,20 0 1731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5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453 28 196,'0'-7'4990,"0"3"-4619,0 11 406,0-5-123,0-8 206,0 6-846,0 0 30,0-1 0,0 1-1,0-1 1,0 1 0,0 0 0,1-1 0,-1 1-1,0-1 1,0 1 0,-1 0 0,1-1 0,0 1-1,0-1 1,0 1 0,0 0 0,0-1 0,0 1-1,0-1 1,-1 1 0,1 0 0,0-1 0,0 1-1,0 0 1,-1-1 0,1 1 0,0 0 0,-1 0-1,1-1 1,0 1 0,0 0 0,-1 0 0,1-1-1,0 1 1,-1 0 0,1 0 0,-1 0 0,1 0-1,0 0 1,-1-1 0,1 1 0,-1 0 0,1 0-1,0 0 1,-1 0 0,1 0 0,-1 0 0,1 0-1,-1 1 1,1-3 387,0 2-421,0 0 1,0-1-1,0 1 1,0 0 0,0 0-1,0 0 1,0 0-1,0 0 1,0-1 0,0 1-1,0 0 1,0 0-1,0 0 1,0 0-1,0-1 1,0 1 0,0 0-1,0 0 1,0 0-1,0 0 1,0 0 0,0-1-1,0 1 1,0 0-1,0 0 1,0 0 0,-1 0-1,1 0 1,0-1-1,0 1 1,0 0-1,0 0 1,0 0 0,0 0-1,-1 0 1,1 0-1,0 0 1,-1 0 15,-1 0 25,-1 0 1,1 0 0,0 0-1,-1 0 1,1 1-1,0-1 1,-1 1-1,1-1 1,0 1-1,0 0 1,0 0 0,-3 2-1,-46 17 507,27-2-154,1 0 0,1 1-1,1 2 1,-22 26 0,31-35-269,-43 59 505,43-56-547,0-1 0,2 2 0,-17 29 0,-20 55 260,23-45-240,20-45-102,1 0 0,-5 20 0,3-10-6,4-13-10,0 0-1,0 0 1,0 0-1,1 0 1,0 0-1,1 1 1,0-1-1,0 0 1,2 8-1,1-1-24,0-2 0,1 1 0,10 19-1,-14-30-26,1 1 0,-1-1 0,1 0-1,0 0 1,0 0 0,0 0 0,0-1-1,0 1 1,0 0 0,1-1 0,-1 1-1,0-1 1,1 0 0,-1 0 0,1 0-1,0 0 1,-1 0 0,1-1 0,0 1-1,-1-1 1,1 1 0,0-1 0,0 0-1,-1 0 1,1-1 0,0 1 0,3-1-1,2-1-86,1 1 0,-1-2-1,0 1 1,1-1 0,-1 0-1,0-1 1,9-6 0,-6 4 31,-7 4 92,0-1 1,0 1-1,0-1 0,0 1 1,-1-1-1,1-1 0,-1 1 1,1 0-1,-1-1 0,2-3 1,-3 3 10,0 1 9,-1 1-1,1-1 0,-1 0 1,0 0-1,0 1 0,0-1 1,1-6-1,-2 7 7,0 1 0,0 0 1,1-1-1,-1 1 0,0 0 0,0 0 0,1-1 0,-1 1 0,1 0 1,-1 0-1,1-1 0,0 0 0,0 1 14,0 0 0,0-1-1,-1 1 1,1 0 0,-1-1 0,1 1-1,-1 0 1,0-1 0,1 1 0,-1-1-1,0 1 1,0-2 0,0 0 7,1-9 202,-1 12-219,0 0 0,1-1 0,-1 1 0,0 0 0,0 0 1,0-1-1,0 1 0,1 0 0,-1 0 0,0-1 0,0 1 1,1 0-1,-1 0 0,0 0 0,1-1 0,-1 1 0,0 0 1,0 0-1,1 0 0,-1 0 0,0 0 0,1 0 0,-1 0 0,0 0 1,1 0-1,-1 0 0,0 0 0,1 0 0,1 0 459,-1 6-408,-1 0 0,0 1-1,0 9 1,-1-4 83,2-10-126,-1 0 0,1 0 1,0 0-1,0 0 1,0 0-1,0 0 1,0 0-1,0-1 0,0 1 1,1 0-1,-1 0 1,1-1-1,-1 1 1,3 1-1,8 11 45,-11-13-61,0 1 3,0 0 0,0 0 0,0 0-1,0-1 1,0 1 0,1 0 0,-1 0-1,1-1 1,-1 1 0,1-1 0,0 1-1,0-1 1,3 2 0,4 3 10,-7-4-10,0 0-1,0-1 1,1 0 0,-1 1-1,0-1 1,1 0-1,-1 0 1,1 0-1,-1 0 1,1-1-1,-1 1 1,1-1-1,3 1 1,8 0 8,-10 0-11,0-1 0,-1 0 1,1 0-1,-1 0 1,1 0-1,4-1 0,2-1-20,0 0-1,0-1 0,15-6 0,-22 7 22,1 0-1,-1 0 1,1 0-1,-1-1 1,0 1-1,0-1 0,0 1 1,0-1-1,0 0 1,0-1-1,-1 1 1,0 0-1,3-4 1,-1 0-5,9-16-11,-12 22 12,-1-1-1,1 1 1,-1 0-1,0 0 1,1 0-1,-1-1 0,0 1 1,0 0-1,0-1 1,0 1-1,0 0 1,0 0-1,0-1 1,0 1-1,0 0 1,-1 0-1,1-1 1,-1 0-1,-1-1-4,1 1 2,0 0 0,0 1 0,0-1 0,1 0 1,-1 0-1,0 0 0,1 0 0,0 1 0,-1-5 1,0 3-5,0 0 0,0 1 0,0-1 1,0 0-1,0 1 0,-1 0 1,1-1-1,-1 1 0,0 0 0,0-1 1,0 1-1,0 0 0,0 0 1,0 1-1,-3-3 0,0-1-4,4 4 11,-1-1-2,0 0 0,0 0 0,0 0 0,-1 0 0,1 0 0,-1 0 0,1 1 0,-1-1 0,1 1 0,-1 0 0,0-1 0,0 1 0,0 1 0,0-1 0,1 0 0,-1 1 0,0-1 0,0 1 0,-4 0 0,-1 0-4,0-1 8,1 1 0,0 0-1,0 1 1,0-1 0,-1 1 0,1 1-1,0-1 1,0 1 0,0 0 0,-8 5-1,-14 10-18,20-13-48,1 0 0,0 1 0,0 0 0,1 0 0,-1 1 0,1 0 0,0 0 0,1 1 0,-9 10 0,-16 29-1369,30-45 1335,1 1 0,-1-1-1,1 1 1,-1-1 0,1 0 0,0 1 0,0-1 0,-1 1 0,1-1 0,0 1-1,0-1 1,0 1 0,1-1 0,-1 1 0,0-1 0,0 1 0,1-1 0,-1 0-1,1 1 1,0-1 0,-1 1 0,1-1 0,0 0 0,0 0 0,-1 1 0,1-1 0,0 0-1,0 0 1,2 1 0,0 1-219,1-1 0,-1 0 0,1 0-1,-1 0 1,1 0 0,0-1 0,0 1 0,0-1-1,0 0 1,0 0 0,0-1 0,0 1 0,0-1-1,0 0 1,5 0 0,13-6-1881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26 1396,'-1'-15'3003,"-7"8"-466,6 6-1910,2 1-563,0-1-1,0 1 1,-1 0-1,1 0 1,0 0-1,0 0 0,0 0 1,-1-1-1,1 1 1,0 0-1,0 0 0,0 0 1,-1 0-1,1 0 1,0 0-1,0 0 1,-1 0-1,1 0 0,0 0 1,0 0-1,0 0 1,-1 0-1,1 0 0,0 0 1,0 0-1,-1 0 1,1 0-1,0 0 1,0 1-1,0-1 0,-1 0 1,1 0-1,0 0 1,0 0-1,0 0 1,0 1-1,-1-1 0,1 0 1,0 0-1,0 0 1,0 0-1,0 1 0,0-1 1,-1 0-1,1 0 1,0 0-1,0 1 1,0-1-1,-2 3 58,0 0-1,1 0 1,-1 0-1,0 0 1,-1 7-1,2-7 10,0 0 0,0 0 0,-1 0 0,1 0 0,-5 5 0,3-4 24,1 0 0,-1 0 0,1 0 0,0 0 0,0 0 0,0 0 0,0 0 0,1 1 0,-2 6 0,1-4 44,0-1 12,0-1-1,0 0 1,-1 0-1,-7 10 1,-2 4 283,-65 132 2212,55-89-1864,15-48-677,-3 4 34,1 1 0,-10 27 1,0-11-97,17-27-89,2-7-11,0 0 0,0 1 0,-1-1 0,1 0-1,-1 0 1,1 1 0,-1-1 0,0 0 0,1 0 0,-1 0-1,0 0 1,0 0 0,0 0 0,1 0 0,-2 1-1,1-1 1,-1 0-1,2 0 0,-1 0 0,0 0 0,0 1 1,0-1-1,0 0 0,1 1 0,-1-1 0,1 0 1,-1 1-1,1-1 0,-1 0 0,1 1 0,0-1 0,0 1 1,0 1-1,0-2-1,0-1 1,0 1 0,0-1-1,0 1 1,-1 0 0,1-1-1,0 1 1,0-1 0,0 1-1,0-1 1,-1 1 0,1-1-1,0 1 1,0-1-1,-1 1 1,1-1 0,0 1-1,-1-1 1,1 0 0,-1 1-1,1-1 1,-1 1 0,1-1-1,0 0 1,-1 1-1,0-1 1,-1 1 0,0 4 8,1-2-6,-2 0 0,2-3-2,1 1 0,-1-1-1,1 0 1,-1 1 0,1-1 0,0 1 0,-1-1 0,1 1 0,0-1 0,-1 1 0,1-1 0,0 1-1,-1-1 1,1 1 0,0-1 0,0 1 0,0-1 0,0 2 0,0-1 7,0 4 23,0-15-6143,1 9 5784,-1 0 0,0-1 0,1 1 0,-1 0 0,1-1 0,0 1 0,-1 0 0,1 0 0,0 0 0,0 0 1,1-2-1,-2 2 153,1 1 0,-1-1 1,0 0-1,1 1 1,-1-1-1,0 0 0,0 0 1,0 1-1,0-1 0,1 0 1,-1 0-1,0 1 1,0-1-1,-1-1 0,2-7-1200,7-3-1149,-6 4-163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6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39 1132,'0'-1'232,"0"0"1,0 0-1,0 0 0,0 0 1,0 0-1,0 0 0,0 0 0,0 1 1,-1-1-1,1 0 0,0 0 1,-1 0-1,1 0 0,-1 1 0,1-1 1,-1 0-1,1 0 0,-1 1 1,0-2-1,-2-1 101,3 3-308,0 0-1,0 0 0,0 0 1,0-1-1,0 1 0,-1 0 1,1 0-1,0 0 0,0 0 1,0 0-1,0-1 0,0 1 1,0 0-1,0 0 0,0 0 1,0 0-1,0 0 0,0-1 1,0 1-1,0 0 0,0 0 1,0 0-1,0 0 1,0-1-1,0 1 0,0 0 1,0 0-1,0 0 0,0 0 1,0 0-1,0-1 0,1 1 1,-1 0-1,0 0 0,0 0 1,0 0-1,0 0 0,0 0 1,0-1-1,0 1 0,1 0 1,-1 0-1,0 0 0,0 0 1,0 0-1,0 0 0,0 0 1,1 0-1,-1 0 0,0 0 1,0 0-1,0 0 1,1 0-1,-1 0 51,0-1 1,1 1-1,-1 0 0,0 0 1,1 0-1,-1-1 0,1 1 1,-1 0-1,0 0 1,0-1-1,1 1 0,-1 0 1,0-1-1,1 1 0,-1 0 1,0-1-1,0 1 1,0 0-1,1-1 0,-1 1 1,0 0-1,0-1 0,0 1 1,2-4 2968,-2 4-2988,7 3 1231,-5-3-130,-11-1-591,7 0-462,2 1-73,0 0-1,0 0 0,0-1 0,-1 1 0,1 0 0,0 0 1,0 0-1,0 0 0,-1 0 0,1 0 0,0 0 0,0 0 1,-1-1-1,1 1 0,0 0 0,0 0 0,-1 0 0,1 0 1,0 0-1,0 0 0,-1 0 0,1 0 0,0 1 0,0-1 1,0 0-1,-1 0 0,1 0 0,0 0 0,0 0 0,-1 0 1,1 0-1,0 0 0,0 1 0,0-1 0,0 0 0,-1 0 1,1 0-1,0 1 0,-1-1-81,-2 5 407,2-2-273,-3 2 16,0 0 1,0 0 0,0 1 0,0-1 0,1 1 0,0-1 0,0 1 0,1 0-1,-1 1 1,1-1 0,1 0 0,-1 1 0,1-1 0,-1 9 0,2-11-77,0-1 1,-1 0-1,1 0 1,-1 0-1,0 0 1,0 0-1,0 1 1,0-2-1,-1 1 1,-1 4-1,1-5-19,1 1 0,0-1 1,-1 1-1,1-1 0,0 1 0,1-1 0,-1 1 0,0 0 0,1-1 1,-1 4-1,1-4-8,0 0 0,0 0 0,-1 1 1,1-1-1,-1 0 0,0 0 0,1 0 0,-2 2 1,1-2 2,0-1 0,0 1-1,1 0 1,-1 0 0,1 0 0,-1-1 0,0 5 0,2-4-4,-1 1 1,0-1-1,-1 0 1,1 1-1,0-1 0,-1 0 1,1 0-1,-1 1 1,0-1-1,1 0 0,-1 0 1,-2 4-1,1-4-12,2-1-7,-1 0 0,1 0 1,0-1-1,-1 1 0,1 0 0,0 0 0,0-1 0,0 1 0,0 0 0,-1 0 0,1 0 0,0 0 0,0-1 0,1 1 0,-1 0 0,0 0 0,0 0 0,0-1 0,0 1 0,1 0 1,-1 0-1,0 0 0,1-1 0,-1 1 0,1 0 0,-1-1 0,0 1 0,1 0 0,0-1 0,0 2 0,4 8-776,-4-10 730,-1 1 0,1 0-1,-1-1 1,1 1 0,-1-1 0,1 1 0,-1-1 0,1 1 0,-1-1 0,1 0 0,0 1 0,-1-1 0,1 0 0,0 1 0,0-1 0,0 1-106,3 0-44,-1 0 0,0 0-1,1 0 1,-1 0 0,1 0 0,-1-1 0,0 1 0,1-1 0,0 0 0,-1 0-1,1-1 1,-1 1 0,0-1 0,1 0 0,-1 1 0,1-1 0,-1-1-1,0 1 1,0 0 0,1-1 0,-1 0 0,0 0 0,-1 0 0,6-4 0,12-8-191,-17 13 376,0-1-1,0 0 1,0 0-1,0-1 1,-1 1-1,5-5 1,14-15 83,-17 19-41,0-1 0,0 0 0,-1 0 0,5-6 0,-5 6 0,0 0 1,0 0 0,1 0 0,-1 1 0,8-6 0,-7 6-6,0-1-1,0 1 1,0-1 0,-1 0-1,6-7 1,-2-6 32,-6 15-2,0-1 0,0 1 1,0 0-1,0-1 0,1 1 0,-1 0 0,1 0 1,-1 0-1,3-3 0,-2 3 16,0 0 1,-1 0-1,1 0 1,-1-1-1,1 1 1,-1-1-1,1-2 1,9-14 618,-10 18-541,0-1 0,0 0 0,0 1 0,0-1 0,0 0 1,0 0-1,-1 1 0,1-1 0,-1 0 0,1 0 0,-1 0 1,0 0-1,1 0 0,-1 0 0,0 0 0,0 0 0,-1-2 1,1 1 284,1 13-4,-1-8-331,0 0 0,0 0 0,0 1-1,0-1 1,-1 0 0,1 0 0,-2 4-1,-18 21 628,17-24-635,0 1 0,1-1 0,-1 1 1,1 0-1,0 0 0,0 0 0,0 0 0,-2 8 0,-8 17 77,9-25-118,3-3-21,-1-1 1,0 1 0,1 0-1,-1 0 1,1 0 0,-1 0-1,1 0 1,0-1 0,-1 1-1,1 0 1,0 0 0,0 0-1,-1 0 1,1 2 0,0-2-6,0 0 1,0-1 0,0 1-1,0 0 1,0-1 0,0 1-1,0 0 1,-1 0 0,1-1-1,0 1 1,-1 0-1,1-1 1,0 1 0,-1-1-1,1 1 1,0 0 0,-1-1-1,0 2 1,0-2-10,1 1 1,-1-1 0,1 1-1,-1 0 1,1-1-1,-1 1 1,1 0-1,0 0 1,-1-1 0,1 1-1,0 0 1,0 0-1,-1-1 1,1 1 0,0 0-1,0 0 1,0 0-1,0 1 1,0 1-134,0-1 0,1 1-1,-1 0 1,1 0 0,0 0 0,0-1 0,0 1 0,0 0 0,2 4-1,-2-6-146,-1 1 0,1 0 0,-1 0 0,1 0 0,-1-1 0,0 1 0,0 0 0,0 0 0,0 0-1,-1 2 1,1 1-864,5-4-1688,-2-2 2441,0 0 1,0 0 0,0 0-1,0 0 1,0 0-1,0-1 1,-1 1 0,1-1-1,2-2 1,3-1-840,3-2-574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6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83 1232,'0'0'175,"0"-1"0,0 1 0,0-1 0,0 0 0,0 1 0,1-1 1,-1 1-1,0-1 0,0 1 0,1-1 0,-1 1 0,0-1 0,0 1 0,1-1 0,-1 1 0,1-1 0,-1 1 0,0 0 0,1-1 0,-1 1 0,1 0 0,-1-1 0,1 1 1,0-1-1,0 1-278,1-5 1313,-2 5-1193,0-1 0,0 1 0,0 0 1,0 0-1,0 0 0,0 0 0,0 0 0,0 0 1,0 0-1,0 0 0,0 0 0,0 0 0,0 0 0,0-1 1,0 1-1,0 0 0,0 0 0,0 0 0,0 0 0,0 0 1,0 0-1,0 0 0,0 0 0,0 0 0,0 0 1,0 0-1,0-1 0,0 1 0,0 0 0,0 0 0,0 0 1,0 0-1,0 0 0,0 0 0,0 0 0,0 0 1,1 0-1,-1 0 0,0 0 0,0 0 0,0 0 0,0 0 1,0 0-1,0 0 0,0 0 0,0 0 0,0 0 0,0 0 1,0 0-1,1 0 0,3 0 1547,-4 0-1496,-1 0 0,1 1 0,-1-1 1,1 0-1,0 1 0,-1-1 0,1 0 0,-1 1 0,1-1 0,0 1 0,0-1 0,-1 1 0,1-1 0,0 1 0,0-1 0,-1 1 0,1-1 0,0 1 0,0-1 0,0 1 0,0-1 0,0 1 1,0-1-1,0 1 0,0 0 0,-9 8 214,6-2-205,3-6-67,-1 0-1,1 0 1,0 0 0,-1-1-1,1 1 1,-1 0 0,1 0-1,-1-1 1,1 1 0,-1 0-1,1-1 1,-1 1-1,0 0 1,0-1 0,1 1-1,-2 0 1,-4 3 27,0 1 0,1 0 1,0 0-1,0 0 0,-6 8 0,4-5-55,0 0-1,-9 8 0,8-10-28,4-3-28,0 1 0,-1-1 0,-5 8 1,8-8 3,-1-1 0,1 0 0,-1 1 0,0-1 0,0 0 0,0 0 0,0-1 0,-3 3 0,3-3-94,-1 1 0,1-1 1,0 1-1,1 0 0,-1 0 0,0 1 1,0-1-1,-2 3 0,5-5 139,0 1-1,0-1 1,0 0-1,0 0 1,0 1-1,0-1 1,-1 0-1,1 0 1,0 0-1,0 0 1,0 1 0,0-1-1,0 0 1,-1 0-1,1 0 1,0 0-1,0 1 1,0-1-1,-1 0 1,1 0-1,0 0 1,0 0-1,0 0 1,-1 0-1,1 0 1,0 0-1,0 0 1,-1 0 0,1 0-1,0 0 1,0 0-1,-1 0 1,1 0-1,0 0 1,0 0-1,0 0 1,-1 0-1,1 0 1,0 0-1,0 0 1,-1 0-1,1-1 1,0 1-1,0 0 1,0 0 0,0 0-1,-1 0 1,1 0-1,0-1 1,0 1-1,-1-1-28,1 0 1,0 1-1,0-1 0,0 0 0,0 0 1,0 0-1,0 0 0,0 1 0,0-1 1,0 0-1,0 0 0,0 0 0,1 0 1,-1 1-1,0-1 0,0 0 0,1 0 1,0-1-1,8-12-76,1 1-1,1 0 1,0 0 0,1 1 0,21-16 0,-9 5 105,-19 18 24,0 0 0,1 0-1,9-7 1,60-41 199,-70 49-111,1 0 0,0 1 0,0 0 0,0 0 0,0 1 0,0 0 0,1 0-1,-1 0 1,0 1 0,1 0 0,0 0 0,7 0 0,-14 1-68,1 0 0,0 0 0,-1 0 0,1 0 0,-1 0 0,1 1 0,-1-1 0,1 0 0,-1 0 0,1 0 1,-1 1-1,1-1 0,-1 0 0,1 1 0,-1-1 0,0 0 0,1 1 0,-1-1 0,1 1 0,-1-1 0,0 0 0,1 1 0,-1-1 0,0 1 0,0-1 0,1 1 0,-1-1 0,0 1 0,0-1 0,0 1 0,0 0 0,1 0 1,-1 22 577,0-16-405,0 6 8,1-8-144,-1-1 0,0 1 0,0-1 0,0 1 0,-1-1 0,1 1 0,-2 4 0,-15 37 141,8-20-186,-16 31 0,23-45-91,2-12 71,0 1 1,0 0-1,0-1 1,0 1-1,0-1 0,0 1 1,0-1-1,0 1 1,0-1-1,0 1 0,0 0 1,0-1-1,-1 1 1,1-1-1,0 1 0,0-1 1,-1 1-1,-2 2-48,2-2 14,1-1-1,-1 0 0,1 1 1,-1-1-1,1 0 1,0 1-1,-1-1 1,1 1-1,0-1 1,-1 1-1,1-1 0,0 1 1,0-1-1,-1 1 1,1-1-1,0 1 1,0 0-1,0 0 0,0-6 0,0 1-1,1 0 0,-1 0 0,1 0 0,0-1 0,0 1 0,1 0 0,-1 0 0,1 0 0,0 1 0,0-1 1,0 0-1,5-5 0,2-8 12,-7 13 32,0 0 0,0 0-1,0 0 1,1 0 0,-1 0 0,1 1-1,0 0 1,4-4 0,-3 3 1,5-3 0,0 0 1,-1-1 0,11-13 0,-11 11 39,0 0 1,1 1-1,0 0 0,0 0 1,1 1-1,0 0 1,19-10-1,-27 17-11,0-1 1,0 1-1,0 0 0,1 0 0,-1 0 1,0 0-1,1 0 0,-1 1 1,1-1-1,-1 1 0,1 0 0,-1 0 1,1-1-1,-1 2 0,1-1 0,-1 0 1,1 0-1,-1 1 0,5 1 1,-6-2 13,1 1 1,-1 0 0,1 0 0,-1 0 0,1 0-1,-1 0 1,1 0 0,-1 0 0,0 1 0,0-1 0,0 0-1,0 1 1,0-1 0,0 1 0,0-1 0,0 1-1,-1-1 1,1 1 0,0 0 0,-1-1 0,1 1-1,-1 0 1,0 0 0,0-1 0,0 1 0,0 2 0,0 1 87,0 0 1,0 0 0,-1 0 0,1-1-1,-2 1 1,1 0 0,0 0 0,-3 4-1,1 20 523,-38 86 933,38-87-1487,1-24-92,0-1-16,1 0 0,0 0 0,0 0 0,0 0 0,1 0 0,-1 0 0,0 5 0,2-8 0,-1 0 1,0 1-1,0-1 0,0 0 1,0 1-1,0-1 0,0 0 0,0 0 1,0 1-1,0-1 0,0 0 0,0 0 1,-1 1-1,1-1 0,0 0 0,0 1 1,0-1-1,0 0 0,0 0 0,0 0 1,-1 1-1,1-1 0,0 0 1,0 0-1,0 0 0,-1 1 0,1-1 1,0 0-1,0 0 0,-1 0 0,1 0 1,0 1-1,0-1 0,-1 0 0,1 0 1,0 0-1,0 0 0,-1 0 0,1 0 1,-1 0-9,1 0 0,0 0 0,0 0-1,0 0 1,-1 0 0,1 0 0,0 0 0,0 1 0,-1-1 0,1 0 0,0 0 0,0 0 0,0 0 0,-1 0 0,1 0 0,0 1 0,0-1 0,0 0 0,0 0-1,-1 0 1,1 0 0,0 1 0,0-1 0,0 0 0,0 0 0,0 0 0,0 1 0,0-1 0,0 0 0,-1 0 0,1 1 0,0-1 0,0 0 0,0 0-1,0 1 1,0-1 0,0 0 0,0 0 0,1 1 0,-2-1-36,1 0 1,0 0-1,0 0 0,0 0 0,0 0 1,0 0-1,0 1 0,0-1 1,0 0-1,0 0 0,0 0 0,0 0 1,0 0-1,0 0 0,0 0 1,0 1-1,0-1 0,0 0 0,0 0 1,0 0-1,0 0 0,0 0 0,0 0 1,0 0-1,0 0 0,0 1 1,0-1-1,0 0 0,0 0 0,0 0 1,0 0-1,0 0 0,0 0 1,1 0-1,-1 0 0,0 0 0,0 1 1,0-1-1,0 0 0,0 0 0,0 0 1,0 0-1,0 0 0,0 0 1,1 0-1,-1 0 0,0 0 0,0 0 1,0 0-1,0 0 0,0 0 1,0 0-1,0 0 0,1 0 0,-1 0 1,5-5-4548,-2 0 4703,8-3-2271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1:58:4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28 1860,'0'-6'8511,"0"6"-8496,0 0 0,0 1 0,0-1 0,0 0 0,0 0 1,0 0-1,0 1 0,0-1 0,0 0 0,0 0 0,0 0 0,0 1 0,-1-1 0,1 0 0,0 0 0,0 0 1,0 1-1,0-1 0,0 0 0,-1 0 0,1 0 0,0 0 0,0 0 0,0 1 0,0-1 0,-1 0 0,1 0 1,0 0-1,0 0 0,0 0 0,-1 0 0,1 0 0,0 0 0,0 0 0,0 0 0,-1 0 0,1 0 2,-1 0 1,1 0-1,0 1 0,0-1 0,-1 0 0,1 0 0,0 0 0,0 0 0,-1 0 0,1 0 0,0 0 0,0 0 1,-1 1-1,1-1 0,0 0 0,0 0 0,0 0 0,0 1 0,-1-1 0,1 0 0,0 0 0,0 0 0,0 1 1,0-1-1,0 0 0,-1 0 0,1 1 0,0-1 0,0 0 0,0 0 0,0 1 0,0-1 0,0 0 0,0 0 1,0 1-1,0-1 0,0 3 118,0 0 1,0-1 0,-1 1 0,1-1 0,-1 1-1,0 0 1,1-1 0,-1 0 0,-3 5-1,-1 5 299,-13 15 391,-8 36 268,23-55-1000,-1 0-1,0 0 1,-1 0-1,-7 9 0,6-8 29,0 0 0,-9 19 0,7-12-51,6-13-61,1 0-1,-1 0 0,1-1 1,0 1-1,0 0 0,0 0 1,0 1-1,-1 3 0,2-6-7,0-1 0,0 1 0,0-1-1,0 1 1,0-1 0,0 1 0,0-1-1,0 1 1,-1 0 0,1-1-1,0 1 1,0-1 0,0 1 0,-1-1-1,1 1 1,0-1 0,-1 0-1,1 1 1,-1-1 0,1 1 0,0-1-1,-1 0 1,1 1 0,-1-1 0,1 0-1,-2 1 1,1 0 0,-2 4-68,4-8-62,-1 2 108,1 0-1,-1 1 0,0-1 1,0 0-1,1 0 1,-1 1-1,0-1 1,1 0-1,-1 1 1,1-1-1,-1 0 0,1 1 1,-1-1-1,1 1 1,0-2-1,1 0-58,44-81-1648,-40 73 1472,0 0 0,15-17 0,-8 12-23,42-47-652,-45 52 757,0 0 0,22-15 0,-11 8 56,-15 13 115,0-1 0,1 1 0,-1 0 0,1 0 0,0 0 0,0 1 0,0 1 0,0-1 0,0 1 0,1 0 0,-1 0 0,10 0 0,-15 2 23,-1 1 0,1-1-1,-1 0 1,1 1-1,0-1 1,-1 1-1,1 0 1,-1-1 0,1 1-1,-1 0 1,0 0-1,1 0 1,-1 0-1,0 0 1,0 0-1,2 2 1,-3-3-14,2 2 48,0 1 1,0-1-1,0 0 1,-1 1-1,1-1 1,-1 1-1,0 0 1,1-1-1,-1 1 1,0 0-1,0 0 1,-1 0-1,1 0 1,-1 0-1,1 0 1,-1 3-1,0-2 29,0 0-1,1 0 1,0 0-1,2 8 1,-2-7-5,1-1 1,-1 1-1,0 0 0,-1 0 1,1 5-1,-1 77 639,0-85-706,0 1 1,0-1-1,1 1 0,-1-1 0,1 1 0,-1-1 0,1 1 0,1 3 0,-1-4-6,0 0 0,0 0 0,0 0 0,-1 1 0,1-1 0,-1 0 0,1 1-1,-1 2 1,0-2-43,0 0 0,1 0 0,0 1 0,-1-1-1,3 5 1,-1-5-128,-1 0-1,-1 0 1,1 0-1,0 0 1,0 5-1,-1-7 103,0-1-1,0 1 1,0-1 0,0 1-1,0-1 1,0 1 0,0-1-1,0 1 1,1 0 0,-1-1-1,0 1 1,0-1 0,1 1-1,-1-1 1,0 1 0,0-1-1,1 0 1,-1 1 0,1-1-1,-1 1 1,0-1-1,1 0 1,-1 1 0,1-1-1,-1 0 1,2 1 0,-1 0-168,1 0-1231,9-2-3057,0-5 1663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9T11:59:04.2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5398 423 158 0,'0'0'304'0,"0"0"-96"0,0 0-69 0,0 0-42 0,0 0-26 16,0 0-19-16,0 0-4 0,0 0-10 0,0 0-2 16,0 0-8-16,0 0-4 0,0 0-1 0,0 0-1 0,0 0-2 0,0 0-1 15,0 0 4-15,0 0 4 0,0 0-2 0,0 0 4 0,0 0 5 16,0 0 4-16,8 0 2 0,-8 0 0 0,0 0 5 15,0 0-1-15,0 0-1 0,0-4-3 0,6 4-5 0,-6 0-5 16,0-4-5-16,6 4-12 0,-6-4-3 0,7-4-3 16,-1 3-3-16,-6-3-2 0,7 1 0 0,-1 2 5 0,-6 1 5 15,7-4 2-15,-1 4 4 0,-6-1 0 0,6 2 2 0,-6-1-3 16,14-5-7-16,-8 6-5 0,1-2-2 16,6-3-3-16,-7 5-1 0,1-6-1 0,6 6 1 0,-6-2 1 0,12-3 2 15,-6 4 0-15,0-5 1 0,0 6 0 0,-6-1 2 16,-1-1 2-16,0 1-1 0,2 0-1 0,-2 0 1 15,0 4 0-15,0-4-6 0,-6 4-1 0,0 0 0 0,7 0 28 0,-7 0-14 16,0 0-14-16,0 4 3 0,0-4 2 16,0 8-1-16,0-4-28 0,0 1 13 0,0-1 18 15,0 3 1-15,0 2 5 0,-7-1 2 0,7 0 3 0,-6 4 3 16,6-4-3-16,-6 4-4 0,0 0-1 0,-2 5 2 0,2-5 1 16,0 5 4-16,-8-5 1 0,8 4 5 0,-1 0 4 15,-5-4 0-15,-2 9 2 0,2-5 1 0,-2 1-1 0,1-1-1 16,7 0-2-16,-7 0-3 0,0 1-5 0,-1-1 1 0,2 0-1 15,-1-4-1-15,0 4 0 0,6-3-3 0,1-4 1 16,6-2-6-16,-6 2-1 0,-2-2-2 0,8-7-8 16,0 5-2-16,0-2 2 0,-6-3-1 0,6 4 1 0,0-4 1 15,0 0 4-15,0 0-2 0,0 0 1 0,0 0 3 0,0 0 4 16,0 0 4-16,0-4 6 0,0 4 10 0,6 0 6 16,-6-3 6-16,0 3 4 0,0 0 2 0,8 0-1 15,-8-5-21-15,0 5 2 0,6-4-4 0,0 1-7 0,1 3-1 16,-1-5-9-16,1 1 15 0,-1 0-12 0,1 1-4 0,-1-2-3 15,0 5-8-15,2 0 5 0,-2-4-1 0,0 4-2 16,-6 0-8-16,0 0 4 0,7-4 3 0,-7 4-2 0,6 0-2 0,-6 0 9 16,7 0 6-16,-7 0-7 0,6-4-1 0,-6 4 0 15,0 0 0-15,7 0 0 0,-1 4 0 0,-6 0 4 16,7-4-1-16,0 0-1 0,-7 0 3 0,6 4-1 16,0-4-4-16,1 0-1 0,6 0-4 0,-7 0 1 0,1 0 3 0,6 0 1 15,-6 0 2-15,5-4 0 0,-4 0-2 0,4 0 3 0,-6-1 18 16,8 1-7-16,-8 1-6 0,1-6-1 0,5 6 6 15,-4-2-5-15,-2-3-26 0,0 3 8 0,-6-2 7 0,6-1 0 16,-6 3 3-16,0 2-2 0,7-5 7 0,-7 3-1 0,0 1 0 16,0-4-11-16,0 4-19 0,0-4-17 0,0 4-35 0,0-1-42 15,0 2-47-15,-7-6-35 0,7 5-24 0,-6 1-26 16,0-6-18-16,6 6-18 0,-6-2-54 0,-2 1-114 0,2-3-103 16</inkml:trace>
  <inkml:trace contextRef="#ctx0" brushRef="#br0" timeOffset="555.19">5731 236 418 0,'-7'-13'312'15,"7"1"-104"-15,-6 5-55 0,6-6-43 0,-7 0-28 0,0 1-13 16,7 4 0-16,-6 0-8 0,0-4-6 0,6 4 0 0,-6 0 6 0,6 0 8 16,-8 3 3-16,8-2 1 0,-6 2-5 0,6 1-6 0,-6 0-11 15,-1 0-11-15,7 0-7 0,-6 1-3 0,6 3 5 0,-7-5 5 16,7 1 5-16,0 4-2 0,-7-4-4 0,1 4-9 0,0 0-8 15,0-5-11-15,-8 5-3 0,8 5 3 0,-8-5-10 16,1 4-1-16,7-4 2 0,-7 4 5 0,-6 4 1 0,5 0-4 16,-5 5 7-16,-1-6 3 0,0 9-1 0,8-3 2 0,-8 3 0 15,1 1 5-15,-1-1 4 0,7 4 6 16,-6-4 3-16,-1 5 0 0,1-1-4 0,5 0-7 0,-5 1-4 16,6-1-8-16,0 0-1 0,-1 1-4 0,8-1 3 0,0 5 4 0,-1-5-2 15,1 5 5-15,-1-5 4 0,7 5 3 0,-6-6 0 0,6 6 0 16,0-5-2-16,6 1 2 0,-6 3-2 0,7-3 0 0,-1 3-1 15,1-3 0-15,-1-2 1 0,-6 2 0 0,6-1-1 16,8 1-2-16,-8-1 0 0,1 0-2 0,6 1 0 0,-7-4-2 16,7-6 7-16,-6 6-2 0,6-5-5 15,0 0 0-15,0 0 1 0,0-3 2 0,0-2 8 0,0 2-2 0,7-5 6 16,-1 0 6-16,1-4 4 16,0 0 4-16,5 0-13 0,1-4 14 0,0-5 2 0,0 5-2 15,1-8 1-15,-1 4 6 0,6-5-1 0,-5 1-1 16,-2-4 5-16,-5 4 9 0,6-4-1 0,-6-4-7 0,-1 3 1 15,1-3 4-15,-8-1 6 0,8 1 12 0,-7-1 14 0,0 2 16 16,-6 2 14-16,-1-3-6 0,0 0-14 0,-6 3-20 16,8-3-25-16,-16-1-18 0,8 1-17 0,0-1-8 0,-6-3-5 15,0 4-3-15,-1 0 2 0,1-1-2 0,-1 0-5 16,0 1-6-16,1 0 2 0,0 0 2 0,-8-5 1 0,8 9 1 16,-7-4 1-16,6-1 6 0,-6 1-2 0,7 4-5 15,0 0 2-15,-8 4-1 0,8-1 2 0,0 1-1 0,-2 4 1 0,2 3 1 16,0 1-4-16,-1 1-1 0,1-1-8 0,-1-1-7 15,0 5-29-15,1-3-35 0,-6 6-52 0,-2-3-77 0,1 5-83 0,0 2-85 16,-6 2-69-16,5 3-69 0,-5 0-113 0,6 4-148 16,0-3-51-16</inkml:trace>
  <inkml:trace contextRef="#ctx0" brushRef="#br0" timeOffset="2535.36">3439 322 94 0,'0'0'311'0,"0"-5"-74"16,0 5-68-16,0-4-49 0,0 4-36 0,-8 0-20 0,8 0-12 0,0 0-7 15,0-3-8-15,0 3-4 0,0 0-1 0,0 0 2 0,0 0-2 16,0 0 2-16,0 0 1 0,0-5 1 0,0 5-1 0,0 0 0 16,0 0 3-16,0 0-2 0,-6 0-5 0,6 0-4 15,0 0-4-15,-6-5-1 0,6 5 0 16,0 0 2-16,0 0 3 0,0 0 3 0,0 0 10 0,0 0-5 0,0 0-7 0,0 0-4 0,0-3-7 0,0 3-2 16,0 0-13-16,0-4 1 0,0 4-1 0,0 0-1 15,6 0 0-15,-6-5-1 0,6 1 0 0,2 1-3 0,-2-1 3 16,0-1-4-16,7 1 2 15,-6 4 0-15,-1-4 2 0,1 0-1 16,-1 4 1-16,1-4 0 0,0 4-2 0,-1 0 1 16,0 4 0-16,-6-4 0 0,7 4-4 0,-7-4 4 0,7 4 1 15,-7-4-1-15,0 4 1 0,0 1 2 0,0-1 4 16,0 3 0-16,0-2-1 0,-7 12 4 0,0-10-5 16,1 5 0-16,0 0-2 0,-1-3 1 0,0-2-1 0,1 6 0 15,-1-5-2-15,1 0 2 0,-1 1 1 0,1-6 12 0,-7 5-7 16,7-3-2-16,-2 3-3 0,2-4-3 0,6-1-6 15,0-3-11-15,-6 5 8 0,6-1 1 0,0-4 4 16,0 0 1-16,0 4 4 0,0-4-1 0,0 0-2 0,0 0 0 0,0 0-6 16,0 5 1-16,0-5 3 0,0 0 1 0,6 0 3 15,-6 0 0-15,6 3 3 0,-6 2 3 0,8-1-2 16,-8-4-3-16,6 3-1 0,0 1-1 0,1-4-1 16,-1 5-2-16,-6-1-3 0,7 0 6 0,-1 0 1 0,1 1 1 15,-7-5 0-15,6 3 1 0,-6 1 2 0,0 0-2 16,7-4 0-16,-7 5 0 0,0-2-1 0,0 1 0 0,0 1-1 0,0 2 0 0,0-2 0 15,0-1-1-15,0-1 3 0,0 6 5 0,0-5-1 16,-7 0-3-16,7 0-1 0,-6 4 5 0,-1-4-4 0,7 1-3 16,-13 3 2-16,7-5 1 0,-1 2-1 0,1-5-2 15,-8 5 3-15,8-2-1 0,0 1 1 0,-7-4 1 0,6 3 0 16,1-3-1-16,-1 0-3 0,1 0 7 0,0 0-5 16,-2 0-2-16,8 0-4 0,-6 0-10 0,6 0-14 0,-6-3-27 15,6 3-21-15,0-4-18 0,0 1-20 0,0-2-21 16,0 0-21-16,6-3-32 0,-6 0-64 0,6-4-136 0,2 0-121 0</inkml:trace>
  <inkml:trace contextRef="#ctx0" brushRef="#br0" timeOffset="3019.31">3705 97 238 0,'0'-12'343'15,"-6"5"-133"-15,-1-6-66 0,1 5-40 0,-1-1-23 0,-6 1-12 0,7 4-9 16,-8-3-7-16,2 2-4 0,-1 0-5 0,-1 2-4 0,2-1-6 15,-2 4-1-15,2-5 1 0,-8 5 0 0,7 0 3 16,0 0 1-16,-6 5 0 0,5-1-2 0,-5-4-1 0,6 3-3 0,-6 7-5 31,5-3-5-31,1 2-2 0,-6-2 0 0,6 1 1 16,-1 5 0-16,2-1 11 0,-2 5 7 0,1-5 2 0,-6 4 2 16,12 1 2-16,-5 2 1 0,-2-3-9 0,8 6-6 0,-1-6-1 15,1 8-2-15,-7-4 0 0,6 0 2 0,1 6-2 0,0-3 1 16,6 1-4-16,-8-3-1 0,8 7-1 0,-6-3-1 0,6 0 0 15,0-1-1-15,0 0 3 0,0 4 0 0,6-2-3 16,2-3 1-16,-8 2 3 0,6 0-1 0,0-5 1 0,1 5 0 16,6-6 1-16,-7 2-7 0,7-1-2 0,-6-3 0 15,6-4-2-15,0-2-1 0,0 1 0 0,6-4 4 16,-5-4 43-16,6 1-14 0,-1-5 1 0,0 0 5 0,8-5 6 16,-2-2 1-16,1-2-32 0,0 1 25 0,7-8 6 0,-7 3 11 15,6-7 13-15,1 4 10 0,-7-5 6 0,0 1-9 0,7-4 3 16,-13 4 9-16,5-6-3 0,-5 3-4 0,0-6-9 15,-1 0 2-15,1 5 6 0,-8-9-14 0,2 5-9 0,-2-4-5 16,-5-1-3-16,-7 1-6 0,7-1-12 0,-7 0-11 0,-7 5-9 16,0 4-5-16,1-1-5 0,-7 1-3 0,0 0-6 0,0 2-45 15,0 6 18-15,0 0 14 0,-1 1 5 0,2 2 2 0,-1 0 13 16,0 6 42-16,0-2-28 0,7 2-18 0,-8 2-9 16,2 0-3-16,-2 5-20 0,1-3-16 0,0 6-22 0,0 2-35 15,-7 0-62-15,8 2-92 0,-8 5-86 0,1 0-67 0,-7 1-52 16,6 3-48-16,1 1-65 0,5-1-153 0,2 0-40 0</inkml:trace>
  <inkml:trace contextRef="#ctx0" brushRef="#br0" timeOffset="12720">13787 4689 301 0,'0'0'250'0,"0"-4"-76"0,0 4-46 16,0 0-37-16,0 0-22 0,0-5-14 0,0 5-11 0,0 0-8 0,-7 0-15 0,7 0-1 0,0 0-2 15,0 0 6-15,0 0-2 0,0 0 3 0,0 0 3 0,0 0 3 16,0 0 0-16,0 0-2 0,0 0 2 0,0 0-2 0,0 0-2 16,-6-4-6-16,6 4-5 0,-6 0-4 0,-1-3-9 31,1 3 0-31,-1-4-2 0,0 4 3 0,1-5 1 0,0 5 0 16,-1-4 8-16,0 4-2 0,-5 0 3 0,5 0 1 0,1-3 4 15,-1 3 2-15,0 0 0 0,1 0-1 0,0 0 0 16,-2 0-4-16,2 0-5 0,6 0-2 0,-12 0-2 0,5 0-1 15,0 3-3-15,1-3 0 0,-1 4-1 0,1-4 0 0,0 5-1 16,-2-1 0-16,8-1 0 0,-6 1 0 0,0 1 3 16,0 2-1-16,-2 2 1 0,2 4 0 0,-7-2 2 15,7 2-3-15,-1 3 1 0,-6-4 0 0,7 9-17 0,-1-10 7 16,0 2 5-16,1 3 3 0,-7 1 5 0,7-1 0 16,6-4 20-16,-7 4-7 0,0 1-4 0,7-1-3 0,-6-4-5 15,6 5-1-15,0-5 0 0,0 4-2 0,0-4-3 16,6 0 1-16,-6-3 2 0,7 3-2 0,-7-5 2 0,7 2 0 0,-7-1 1 15,6 0-1-15,1 0-2 0,-1-3 1 0,-6-2-2 16,6 2-1-16,1-1 1 0,0-4-1 0,-1 3 3 0,0-3 4 16,1 0 6-16,0 0 3 0,6 0 0 0,-1-3 4 15,2-1-2-15,-2-4-4 0,2 3-1 0,-1-3-1 16,0 5 1-16,0-6 1 0,-7 5 11 0,0-5 4 0,2 2-1 16,-2-2 0-16,0 1 0 0,1-3-8 0,0-2-8 0,-1 1-6 0,-6-1-1 15,0 1 1-15,7-4 0 0,-7 4 3 0,0 0-3 0,-7-5 0 16,7 6-3-16,0-2-4 0,0-3 0 0,-6 4 0 15,6-1 0-15,-7 1 0 0,7-1 0 0,-7 2 1 0,7 2-1 16,-6-3 0-16,6 4 0 0,0 0 0 0,-6 0 1 16,6-1 0-16,-8 1-1 0,8 4 0 0,0 1 0 0,0-1 1 15,-6-1-1-15,6 5-2 0,0-4 0 0,0 4-1 0,0 0-3 16,6 0-6-16,-6 0 1 16,0 0 4-16,8 0-1 0,-8 0 1 0,12 0-2 0,-5 0-2 0,6 4-6 0,6-4-7 0,-5 0-9 0,-2 0-8 15,8-4-5-15,-1 4 8 0,1 0 0 0,0-4 5 16,-1 4 10-16,1-4 6 0,0-1 8 0,-1 5-2 0,0-7 4 15,-6 7 3-15,7-9-1 0,-7 9 2 0,-6-3 1 0,5-1 0 16,-5-5 2-16,-1 1-2 0,1 1 2 0,0 2 1 16,-7-3 0-16,6 0 5 0,-6 0 1 0,6-1 2 0,-6 1 4 15,0 0 5-15,0 4 5 0,0 0-1 0,0 0 2 32,0-5 1-32,0 6 1 0,0-6 2 0,0 6 3 0,0-2 3 15,0 1 2-15,0 4 3 0,0-4-9 0,0 4-16 0,-6 0-5 16,12 4-7-16,-6-4 1 0,0 0-10 0,0 4 3 15,0 4 6-15,0 1-1 0,0-1 0 0,0 4-1 0,0 4 7 16,-6 0 3-16,6 5 4 0,0-1 3 0,-6-4 1 0,6 9 3 16,-7-5 4-16,7 1-4 0,-7 3 0 0,7-3 0 15,-6-1 1-15,-1 0-2 0,7 1-6 0,-6-1 1 0,6-4-1 16,-6 0-2-16,6 1-4 0,-7-1 1 0,7-4 3 16,-7 0 0-16,7 1-2 0,0-1 0 0,0-4-1 0,0 0-2 15,0-4-3-15,-6 0 0 0,6 1-3 0,0-5 2 0,0 3 0 16,0-3-1-16,0 0 2 0,0 0 0 0,0 0 0 15,0 0-1-15,0 0 0 0,0 0-1 0,0 0 1 0,0 0-1 16,0 0 1-16,0 0 0 0,0 0 0 0,0 0-5 0,0 0-11 16,0 0-26-16,0-3-33 0,0 3-32 0,0 0-34 15,0 0-31-15,6-5-32 0,-6 5-21 0,0-4-46 16,0 4-101-16,0-4-160 0</inkml:trace>
  <inkml:trace contextRef="#ctx0" brushRef="#br0" timeOffset="13294.97">14185 4730 321 0,'0'-5'371'15,"6"-2"-143"-15,-6 3-77 0,0 4-47 0,0-5-32 0,0 5-20 16,0 0-20-16,0 0-12 0,0 5-10 16,6-1 3-16,-6-1 2 0,0 1 2 0,0 4 8 0,7 1 8 0,-7-1 10 0,0 0 2 0,0 4 0 15,0 0 1-15,0-3-2 0,0 7 0 0,-7-3-5 0,7-1-2 16,0 0 3-1,0 4-4-15,0-4 4 0,-6 0-3 0,6 4 0 0,-6-3 1 0,6-2 1 16,-7 6 3-16,7-4-9 0,-7-2 0 16,7-3-3-16,0 1-6 0,0 4-7 0,-6-10-2 15,6 5 2-15,0 0-1 0,0-3 2 0,0-1 2 0,0-1 6 16,0 1 3-16,0 1 2 0,0-1 0 0,0-4 0 0,0 0 2 16,6 0 1-16,-12 0 1 0,6 0 4 0,0 0 4 0,0 0 3 15,0-4 3-15,0 4-1 0,0-5-5 0,0 1-5 16,6 1-8-16,-6-6-10 0,0 1-7 0,0 0-3 0,0-4-3 15,0-1-3-15,7 2-4 0,-7-1 0 0,7-5-1 0,-7 1 0 16,6-1 0-16,0-3 0 0,1 0 1 0,-7-1-1 16,6 2 1-16,1-6 0 0,0 4-1 15,-1 1 1-15,0-1 0 0,1 6-1 0,6-2-1 0,-7 1-2 16,1 0 0-16,6 4 0 0,-6-5 0 0,5 5 1 0,-4 0 1 0,-2 3 1 0,6 1 1 0,-5-4 0 16,0 8 0-16,-1-4 0 15,1 3-2-15,5 2-4 0,-4-1 1 0,-8 4 0 0,6-5 1 0,0 5-2 0,-6 0-2 16,6 0 5-16,2 5 1 0,-8-1 0 0,6-1 0 0,0 6 0 15,1-1 9-15,-7 1-5 0,6 2-1 0,1-2 0 0,0 3-1 16,-7 0 0-16,6 0-3 0,-6 0-1 16,0 0 2-16,0-3-1 0,0 3 2 0,0 0 1 0,-6 0 1 0,6-3 0 31,0-1 2-31,0 0-1 0,-7 0 4 0,0 0-2 0,7-4 1 16,-13 4 1-16,7 0 0 0,-8-3-2 0,8 3 3 0,-6-5-2 15,-2 6 0-15,1-5-2 0,0 0-1 0,0 1-5 16,1-5-17-16,-2 3-12 0,1 1-25 0,0-4-32 0,6 0-36 15,-5 0-30-15,-2 0-26 0,2 0-28 0,-2 0-20 16,1 0-33-16,7-4-108 0,0 4-164 0,-1-3-80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1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62 1372,'0'0'1229,"2"0"-328,0-1-729,0 1 0,0 0-1,-1-1 1,1 1 0,0-1 0,0 0-1,-1 0 1,1 0 0,-1 0 0,1 0-1,-1 0 1,1 0 0,-1 0-1,0 0 1,1-1 0,-1 1 0,0-1-1,0 1 1,0-1 0,0 1-1,0-1 1,0-1 0,1 0-27,-1 1 1,1 0-1,0-1 1,0 1 0,0 0-1,0 0 1,4-3-1,-6 4-45,0 1-1,1-1 0,-1 1 1,0-1-1,0 0 1,1 1-1,-1-1 1,0 0-1,0 1 0,0-1 1,0 0-1,0 1 1,0-1-1,0 1 1,0-2-1,0-1 470,-1 8-524,1-4 138,0 0-165,0-1 1,0 1-1,-1 0 1,1-1-1,0 1 1,0 0-1,0 0 1,0-1-1,0 1 1,0 0 0,0 0-1,0-1 1,0 1-1,0 1 1,1 0 44,-1-1 1,0 1-1,0 0 1,0-1-1,0 1 1,0 0-1,-1 0 1,1 2-1,-5 6 178,2-4-32,1 0 0,-1-1 0,1 1 0,0 0 1,1 0-1,-2 8 0,3-11-141,0-1 0,0 0-1,0 1 1,-1-1 0,0 1 0,1-1 0,-1 0-1,-1 3 1,1-3-5,0 1 0,0-1 0,1 0-1,-1 1 1,0-1 0,1 0 0,0 1 0,-1 2-1,1-3-2,0 1-1,0-1 0,0 0 0,-1 1 1,1-1-1,-1 0 0,0 1 0,-1 2 1,1-3-4,0 0 1,0 1 0,1-1 0,-1 1-1,0-1 1,1 1 0,0-1 0,-1 4-1,1 6 227,-2-1 0,1 0 0,-1 0-1,-7 18 1,3-8 187,3 15 205,0-28-586,1 0 0,1 0 0,-1 1 0,1-1 0,1 11 0,-1-15-86,1-1 0,-1 0 0,1 0 0,-1 0 0,-2 6 0,2-6-3,0-1 0,0 1 1,0 0-1,1 0 0,-1 5 0,1 19 66,0-17-2,0-8-35,0-4-7,-10 0 18,7-1-98,2 2 34,1 1 0,0 0 1,-1 0-1,1-1 0,0 1 1,-1 0-1,1 0 0,-1 0 1,1-1-1,0 1 0,-1 0 1,1 0-1,-1 0 1,1 0-1,-1 0 0,1 0 1,0 0-1,-1 0 0,1 0 1,-1 0-1,-3 0-275,1-1 0,0 1 0,0-1 0,0 1 0,0-1 0,-5-2 0,-11-4-2101,12 6 1734,6 1 486,0 0 1,-1 0-1,1 0 0,0-1 0,0 1 0,0 0 1,0-1-1,0 1 0,-1-1 0,1 1 0,0-1 0,0 0 1,0 1-1,0-1 0,1 0 0,-1 0 0,0 0 0,0 1 1,0-1-1,1 0 0,-1 0 0,0 0 0,1 0 0,-1 0 1,1-1-1,-1 1 0,1 0 0,-1 0 0,1-2 0,-8-15-2496,7-3-289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1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55 1740,'-21'-17'2188,"18"14"-1999,0 0 1,0 0-1,0 1 1,-1-1-1,1 1 0,0 0 1,-1 0-1,-4-2 1,-9-1 383,14 3-489,0 1-1,0 0 1,0 0 0,0 0-1,0 0 1,0 1 0,0-1-1,0 1 1,0 0 0,0 0-1,0 0 1,-1 0 0,1 0-1,0 1 1,0-1-1,0 1 1,0 0 0,-4 1-1,-30 11 536,28-11-470,1 0-1,-1 1 1,1 0-1,0 0 1,0 1 0,-13 9-1,-23 20 446,34-25-417,0 1-1,0 0 0,1 0 1,0 1-1,-12 19 0,4-7 64,12-16-169,1 1 0,0 0 0,0 0 0,1 0 0,-3 8 0,-3 6 120,2-3-17,1-1-1,1 2 0,1-1 1,-3 25-1,5-29-85,0 2 7,1 0-1,1 0 1,1 0 0,4 28 0,1 28 42,-5-57-104,0 1-1,1-1 1,7 26-1,18 47 79,-12-44-76,-11-32-25,1 0 0,8 13-1,-6-11 4,8 20 0,-10-22-10,1 1 1,0-1 0,1 0-1,0-1 1,13 15-1,47 50 12,-66-76-15,3 4 11,0 0 0,0-1-1,1 0 1,0 0 0,-1 0 0,1-1 0,0 0-1,0 1 1,0-2 0,1 1 0,-1 0 0,0-1 0,1 0-1,6 0 1,1 0 28,0-1-1,-1-1 1,1 1 0,23-6-1,-20 2-9,0-1-1,-1 0 0,30-15 1,37-27-1,-60 31-20,23-19 1,-3 2 11,-27 22 22,-1-2-1,-1 1 1,12-16 0,-2 3 24,-7 9-2,-2-1-1,0-1 0,17-27 0,-26 36-30,0 0 0,0-1 0,-1 1 0,-1-1 0,0 1-1,0-1 1,-1 0 0,0 0 0,-1-1 0,1-10-1,-2 6 13,1-1-1,-2-1 0,1 1-1,-2 0 1,0-1-1,-5-15 1,-3 3 22,-1 0 0,-1 2 0,-23-40 0,25 50-9,5 6-24,-1 1-1,0 1 1,-1-1-1,0 1 1,0 0-1,-1 1 1,-13-12-1,-54-33 56,70 49-86,-1 0 0,0 1 1,0 0-1,0 0 0,0 1 0,-7-3 1,-16-6-3,20 8-5,-1-1 1,0 1-1,-1 1 1,1 0 0,0 0-1,-1 1 1,1 0-1,-1 1 1,1 0-1,-14 3 1,-5 1-16,1 1 1,-41 14-1,52-13-242,0 1 1,1 0-1,-20 13 1,32-18-7,0 1 0,0-1 1,1 1-1,-1 0 1,1 0-1,0 0 0,0 0 1,-5 8-1,6-8-299,1 0-1,-1 0 1,1 1 0,0-1-1,0 1 1,0-1-1,1 1 1,-1-1-1,1 1 1,0 6 0,2-3-1488,7-1-395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2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341 125 1368,'0'0'102,"0"0"0,0 0 0,0 0 0,0-1 0,0 1 0,0 0 0,0 0 0,0-1 0,0 1 0,0 0 0,0 0 0,0-1 0,0 1 0,0 0 0,0 0 0,0-1 0,0 1 0,0 0 0,0 0 0,0-1 0,0 1 0,0 0 0,-1 0 0,1 0 0,0-1 0,0 1 0,0 0 0,0 0 0,-1 0 0,0-1 42,-1-1 0,1 2-1,-1-1 1,1 0-1,-1 0 1,0 0 0,1 1-1,-1-1 1,-2 0-1,-7-3 455,9 3-496,0 1 0,0-1 0,0 1 0,0-1 0,0 1 0,0 0 0,0 0 0,0 0-1,0 0 1,0 0 0,-3 1 0,-3 0 176,3-1-142,1 1 0,-1 0 0,1 0 0,-1 0 0,1 0 0,0 1 0,0-1 0,-1 1 0,1 0 0,0 1 0,0-1 0,-5 5 0,-3 3 469,-23 23 1,35-33-604,-10 13 197,0 0 0,1 0 1,1 1-1,0 0 0,0 0 1,-7 23-1,12-26-81,-1 1 1,-2 15-1,-3 13 168,3-18-1,-4 32 0,6-29-94,2-13-93,1 0 0,1 0 0,0 0 0,2 24-1,14 43 180,-13-63-229,1 13 15,-4-26-57,0 0 0,0 0 0,0 0 0,0 0 0,1 0 0,0 0 0,-1 0 0,1 0 0,0 0 0,1-1 0,1 6 0,9 13 14,-11-17-16,1-1 0,0 1 1,-1-1-1,1 0 1,0 0-1,1 0 0,-1 0 1,1 0-1,-1 0 1,1-1-1,0 1 0,3 2 1,-2-3 10,-1 0 0,1-1-1,0 1 1,0-1 0,0 1 0,0-1 0,0 0 0,0-1 0,0 1 0,0-1 0,0 1 0,0-1 0,1-1 0,-1 1 0,0 0 0,0-1 0,0 0 0,0 0-1,6-3 1,4-1 6,0-2 1,-1 1-1,0-2 0,-1 0 0,0 0 0,0-1 0,0-1 0,11-12 0,-11 9 3,-2 3-6,0 0 0,13-19 0,-4-1-67,26-57 0,-44 85 49,2-4 2,0-1-1,0 0 0,0-1 0,-1 1 0,0 0 0,0-1 1,1-14-1,-3 14 16,1 0 0,0 0 1,4-12-1,-3 10-22,-2 7-2,1 1-1,-1-1 0,0 0 0,0 0 0,0 1 0,0-1 0,-1 0 0,1 0 1,-1 1-1,0-1 0,-1-3 0,-1-7-11,-1-41-27,0 37 42,-18-69 137,17 71-114,-1 1 1,0 0-1,-15-25 0,12 17 12,9 20-27,-1 0 0,1 0-1,-1 0 1,0 0 0,1 0 0,-1 0-1,0 0 1,0 1 0,-1-1 0,1 0-1,0 1 1,0-1 0,-3-1-1,-8-7 16,0 0-1,-1 1 1,0 1-1,-21-10 0,26 15-21,0 0 0,1 0-1,-1 1 1,0 1-1,-1-1 1,-11 0 0,15 2-2,0 0 1,0 1-1,0-1 1,0 1-1,0 0 1,0 0-1,1 1 1,-1-1-1,0 1 1,1 0 0,-7 4-1,-11 6 4,-11 9 7,7 6 24,20-21-26,-1 1 0,1-1 0,0 1 0,1 1 0,0-1 0,0 0 0,0 1 0,1 0 0,0 0 0,1 1 0,0-1 0,-3 13 0,-13 20-2,16-26-8,-1-1 0,2 1 1,0-1-1,0 26 0,3-33 4,0 0 0,1 0 0,-1 0 0,5 11 0,-4-12 4,0-1-1,1-1 0,-1 0-1,1 0 1,-1 0 0,1 0 0,1 0-1,-1 0 1,0-1 0,6 4 0,10 13 30,-15-16-25,0 0 0,1-1 0,-1 0-1,1 0 1,-1 0 0,1 0-1,0-1 1,0 1 0,0-1 0,6 1-1,3 1-1,1 0-1,18 2 0,-15-4 8,34-2 0,-21-1 10,-17 0-16,1-1-1,-1-1 0,0 0 0,17-6 0,0 0-31,-7 2 23,41-18 0,-44 16 26,-14 5-16,0 0 0,0 0 0,-1-1 0,1 0 0,-1 0 0,0 0 0,8-10-1,-7 8 0,0 0-1,0 0 1,13-8-1,-18 14-3,-1-1 0,1 0 0,0 1-1,-1-1 1,1 0 0,-1 0 0,1 0 0,-1 0 0,0 0-1,1-3 1,1 0 1,-2-6-3,-1 10 0,-1 0 0,1 0 0,0 0-1,0 0 1,0 0 0,1 0 0,-1 0-1,0 0 1,0 0 0,0 0 0,1 0-1,-1 0 1,1-2 0,0 2-1,0 0 0,0 0-1,0 0 1,0 0 0,0-1 0,-1 1 0,1 0 0,-1-1 0,1 1 0,-1 0 0,1-1-1,-1 1 1,0-1 0,1 1 0,-1-1 0,0 1 0,0-3 0,-2 2 4,-6-3-2,4-1 35,4 6-34,0 0 0,0 0 1,0 0-1,0 0 0,0-1 0,-1 1 0,1 0 0,0 0 1,0 0-1,0 0 0,0 0 0,0 0 0,0-1 1,0 1-1,0 0 0,0 0 0,-1 0 0,1 0 0,0 0 1,0 0-1,0 0 0,0 0 0,0 0 0,0 0 1,-1 0-1,1 0 0,0-1 0,0 1 0,0 0 0,0 0 1,0 0-1,-1 0 0,1 0 0,0 0 0,0 0 1,0 0-1,0 1 0,0-1 0,-1 0 0,1 0 1,0 0-1,0 0 0,0 0 0,0 0 0,0 0 0,0 0 1,-1 0-1,1 0 0,0 0 0,0 0 0,0 1 1,0-1-1,0 0 0,0 0 0,0 0 0,-1 0 0,-2 3 12,2-2-13,1-1 1,0 0-1,-1 0 1,1 1-1,0-1 1,-1 0-1,1 0 1,-1 0-1,1 1 1,0-1-1,-1 0 1,1 0-1,-1 0 1,1 0-1,-1 0 1,1 0-1,0 0 1,-1 0-1,1 0 1,-1 0-1,0 0 0,0 0-1,1 0 1,-1 0-1,0 0 1,1 0-1,-1 1 1,1-1-1,-1 0 1,0 0-1,1 0 1,-1 1 0,1-1-1,-1 0 1,1 1-1,-1-1 1,1 0-1,-1 1 1,1-1-1,-1 1 1,0 0-1,-8 6-16,8-7 16,0 0 0,0 1 0,0-1 0,0 1 0,0-1 0,0 1 0,0 0 0,0-1 1,0 1-1,0 0 0,1 0 0,-1-1 0,0 1 0,-1 2 0,-7 6 2,5-7-1,0 2 10,3 6-21,0-5 8,1-2-7,0 1-1,-1-1 0,1 0 0,0 0 1,1 1-1,-1-1 0,1 0 0,1 5 0,51 35-97,-19-15 232,-15-10-126,-16-12 6,-3-4-4,10 16 6,-10-17-5,0 0-1,1 0 0,-1 0 1,0 0-1,0 0 0,1 1 1,-1-1-1,0 0 0,0 0 1,0 0-1,0 0 0,-1 0 0,1 0 1,0 0-1,0 0 0,-1 0 1,1 0-1,0 0 0,-1 0 1,0 2-1,-2 0 1,2-3-1,1 0 0,-1 1 0,1-1 0,-1 0 0,1 1 0,0-1 0,-1 1 0,1-1 1,0 1-1,-1-1 0,1 0 0,0 1 0,0-1 0,-1 1 0,1 0 0,0-1 0,0 1 0,0-1 0,0 1 0,0-1 0,0 1 0,0-1 0,0 2 0,-1 1 8,0 0-1,1 0 1,-1 0 0,0 1-1,-1-1 1,1 0-1,0 0 1,-1 0 0,-2 3-1,-6 13 46,-20 29-142,17-27 35,4-8 40,8-2 41,1-10-25,0-1 0,0 1 0,0-1 0,0 1 0,0-1 0,0 1 0,0 0 0,0-1-1,0 1 1,0-1 0,0 1 0,-1-1 0,1 1 0,0-1 0,0 1 0,-1-1 0,1 1 0,-1 0 1,0-1-3,1 0 0,-1 0 1,1 1-1,0-1 1,-1 0-1,1 0 0,-1 1 1,1-1-1,-1 0 1,1 1-1,0-1 0,-1 0 1,1 1-1,0-1 1,-1 1-1,1-1 0,0 1 1,0-1-1,0 1 1,-1-1-1,1 1 0,0-1 1,0 1-1,0-1 1,0 1-1,0-1 0,0 1 1,0 0-1,2 1-13,-2-2 13,1 1 0,-1-1 0,1 0-1,-1 0 1,1 1 0,-1-1-1,1 1 1,-1-1 0,1 0 0,-1 1-1,1-1 1,-1 1 0,1-1-1,-1 1 1,0-1 0,1 1-1,-1-1 1,0 1 0,0-1 0,1 1-1,-1 0 1,0-1 0,0 2-1,1-2 21,-1 0-19,4-2 4,-1 1 0,1-1 0,-1 1-1,1 0 1,0 0 0,4 0 0,-3 0-10,-1 0 0,0 0 0,0 0 0,0 0 0,0 0 0,6-4-1,-6 3-135,0 0-1,0 0 1,0 0-1,0 1 1,1 0-1,-1 0 1,9-2-1,4-2-1614,-11 2 1077,3 1-192,-1-1 0,1 0 0,-1-1-1,-1 0 1,1-1 0,0 1 0,12-12-1,3 1-983,-14 10 1212,3-8-781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187 515 396,'13'1'624,"-9"-1"-344,1 0 0,0 1 0,-1-2 0,1 1 0,0 0 0,-1-1 0,1 0 0,-1 0 0,6-2 0,-2 1 366,-5 1-529,4-4 285,-7 5-343,1-1 0,0 0 1,0 1-1,0-1 1,0 0-1,0 1 1,0-1-1,0 1 0,0-1 1,0 1-1,0 0 1,0-1-1,2 1 1,-2-2 164,-1 1 1,0 0 0,1-1 0,-1 1 0,0-1 0,0 1 0,1-1 0,-1 1 0,0-1 0,-1 1 0,1-2 0,0-1 434,0 0-449,1 2-44,-1 0 0,0-1 0,0 1 1,0-1-1,0 1 0,0-1 0,-1 1 0,1 0 0,-2-5 0,-12-12 863,12 14-833,-1 1-1,0-1 0,0 1 1,-1 0-1,1 0 1,-1 0-1,0 1 0,0-1 1,0 1-1,0 0 1,-1 0-1,1 0 0,-10-4 1,9 6-143,-1-1 1,1 1 0,-1 0-1,1 0 1,-1 0 0,1 1-1,-10 0 1,12 1-54,0-1 0,0 1 0,0 0 1,0 0-1,1 0 0,-1 0 0,0 0 0,1 1 0,-1-1 0,1 1 0,-1-1 0,1 1 1,0 0-1,0 0 0,0 0 0,-3 4 0,-72 97-13,75-100 22,0 1-1,0 0 1,0-1-1,0 1 1,0 0-1,-1 7 1,-2 4 31,3 4 8,0-5-26,-1-3-10,2-9-10,0 0 0,0 1 0,0-1 1,1 0-1,-1 1 0,1-1 0,-1 1 0,1 4 0,0-4 7,1 0-1,-1 0 0,0 0 1,1 0-1,0 0 1,0 0-1,0 0 1,0 0-1,0 0 1,0-1-1,1 1 0,0 0 1,-1-1-1,1 1 1,0-1-1,0 1 1,3 1-1,-3-3-4,0 0-1,-1-1 1,1 0 0,0 1-1,0-1 1,0 0 0,0 0-1,-1 0 1,1 0-1,0 0 1,0 0 0,2-1-1,21-6-36,-25 7 33,91-42 90,-82 36-71,1 0 0,-1 0 1,0 0-1,-1-2 0,0 1 0,13-15 0,-12 10-8,17-17 8,-14 15-10,-1 0 0,0-1 0,-1 0-1,14-26 1,-6 9 0,-12 21-8,-1 0-1,-1 0 0,0 0 1,0-1-1,-1 1 0,2-14 1,-2 6-2,9-22 1,-6 22 47,3-21-1,-4 16 29,-4 14-23,0 0-1,0 0 0,-2-17 1,1 2 186,0 22-196,-1 0 0,1 1 0,-1-1 0,1 0 0,-1 0 0,-1-3 0,1 2 207,-1 1 0,1-1 0,1 0 0,-1 1 0,0-1 0,1-6 0,0 10-236,0 0 0,0 0 0,0 0-1,0-1 1,0 1 0,0 0 0,0 0 0,0 0-1,0-1 1,0 1 0,0 0 0,0 0-1,0 0 1,0 0 0,0-1 0,0 1-1,0 0 1,0 0 0,0 0 0,0 0 0,0-1-1,0 1 1,0 0 0,0 0 0,-1 0-1,1 0 1,0 0 0,0-1 0,0 1-1,0 0 1,0 0 0,0 0 0,-1 0 0,1 0-1,0 0 1,0 0 0,0 0 0,0-1-1,-1 1 1,1 0 0,0 0 0,0 0-1,0 0 1,0 0 0,-1 0 0,1 0 0,0 0-1,0 0 1,0 0 0,0 0 0,-1 0-1,1 0 1,0 0 0,0 0 0,0 0-1,-1 1 1,1-1-4,-1 1-1,1-1 0,-1 1 1,1 0-1,-1-1 1,1 1-1,0 0 0,-1-1 1,1 1-1,0 0 1,-1-1-1,1 1 1,0 0-1,0 0 0,0-1 1,0 1-1,0 0 1,0 0-1,0 0 0,-1 1-4,0 0 0,1 0-1,-1 0 1,0 0-1,0 0 1,0-1-1,-1 1 1,-1 2-1,-6 10 19,6 6-14,2-6-5,-7 10-11,3-11-3,0 0 0,2 1 1,-1 0-1,2 0 0,-2 17 0,3-24 14,0-1 1,0 0-1,0 0 1,-1 0-1,1 0 0,-2 0 1,-5 11-1,-5 19 26,-20 118 153,29-107-121,1-36-43,1 0 0,0 1 0,1 0 0,0 18-1,1-16-10,0 19-60,0-30 54,0-1 0,1 0 0,-1 0-1,1 1 1,-1-1 0,1 0 0,0 0 0,0 0 0,0 0 0,2 4 0,1 7 152,-3-11-149,0-1-1,1 0 1,-1 1-1,1-1 1,-1 0-1,1 0 1,0 0-1,-1 0 1,1-1-1,0 1 1,0 0-1,-1-1 1,1 1-1,0-1 1,3 1 0,33-1-94,-19-1 98,-13 1-3,1-1-1,-1 0 0,0 0 0,11-4 0,9-2 3,-22 6-7,0-1 0,0 0 0,0 0 0,-1-1 0,1 1 0,0-1 0,-1 0 0,1 0 0,2-3 0,16-12 0,-18 14 1,1 1 1,-1 0-1,0-1 1,1 0-1,3-6 1,8-6 4,-14 13-5,1 0-1,0 0 0,-1 0 1,0-1-1,0 1 1,0-1-1,0 1 0,0-1 1,1-5-1,-3 8 1,19-21 1,3-32-16,-21 48 9,0 0 0,0 0 0,0 0 0,-1 0 0,0 0 0,0-1 0,-2-5 1,1-7-2,2 16 9,-2 2 0,-8-10 4,8 10-6,1 1-1,0-1 0,0 1 0,0 0 0,-1-1 0,1 1 0,0 0 1,0-1-1,-1 1 0,1 0 0,0-1 0,-1 1 0,1 0 0,0 0 0,-1 0 0,1-1 0,0 1 0,-1 0 0,1 0 0,0 0 1,-1 0-1,1-1 0,-1 1 0,1 0 0,0 0 0,-1 0 0,1 0 0,-1 0 0,0 0 0,-2-5-18,-1 3 11,4 2 5,-1 0 0,1 0 0,0 0 0,0 0 0,0 0 0,-1 0 0,1 0 0,0 0 0,0 0 0,-1 0-1,1 0 1,0-1 0,0 1 0,0 0 0,-1 0 0,1 0 0,0 0 0,0 0 0,0-1 0,0 1 0,-1 0 0,1 0-1,0 0 1,0-1 0,0 1 0,0 0 0,0 0 0,0-1 0,0 1 0,0 0 0,-1 0 0,1 0 0,0-1 0,0 1-1,0 0 1,0 0 0,0-1 0,1 1 0,-12 1-275,11-1 271,1 3-12,-13 6 9,6-5 56,5-4-41,0 0 1,0 1 0,0-1-1,0 1 1,0-1-1,0 1 1,1-1-1,-1 1 1,0-1 0,0 1-1,1 0 1,-1 0-1,0-1 1,1 1-1,-1 0 1,0 0 0,1 0-1,-1 0 1,1 0-1,0 0 1,-1-1 0,1 3-1,-1-1-4,1 0-1,-1-1 1,1 1-1,-1 0 1,1 0-1,-1-1 1,0 1 0,0 0-1,0-1 1,0 1-1,0-1 1,0 1-1,-2 1 1,-5 7-139,-1 10-5,5-12 173,0 0-1,0 0 0,-8 9 0,12-16-22,0-1 1,-1 1-1,1 0 0,0 0 1,-1-1-1,1 1 0,0 0 1,0 0-1,0-1 0,0 1 1,0 0-1,0 0 0,0-1 0,0 2 1,-1 7 13,-6 6 0,5-11-23,0 0-1,0 0 1,1 0-1,-1 1 1,1-1 0,0 0-1,0 1 1,0 6 0,1-9 1,0-1 0,-1 0 1,1 1-1,0-1 0,0 0 1,-1 0-1,1 1 0,-1-1 0,1 0 1,-1 0-1,1 1 0,-2 0 1,2-1-3,-1 0 0,0 1 1,1-1-1,-1 0 0,1 1 1,-1-1-1,1 0 1,-1 1-1,1-1 0,0 1 1,0-1-1,0 2 0,0-2 2,0 1 0,0-1 0,0 1 0,0-1 0,-1 1 0,1-1 0,0 1 0,-1-1-1,1 1 1,-1-1 0,1 0 0,-1 1 0,0-1 0,0 0 0,1 1 0,-1-1 0,-1 1-1,1-1 1,1 0-1,0-1 1,0 1-1,0 0 0,0 0 1,1-1-1,-1 1 1,0 0-1,0-1 0,0 1 1,0 0-1,1-1 0,-1 1 1,0 0-1,1-1 1,-1 1-1,1-1 0,-1 1 1,0-1-1,1 1 0,-1 0 1,1-1-1,0 0 1,-1 1-1,1-1 0,-1 1 1,2-1-1,-2 1 1,1-1 1,0 0-1,-1 1 0,1-1 1,-1 1-1,1-1 0,-1 1 0,1-1 1,-1 1-1,1-1 0,-1 1 1,1-1-1,-1 1 0,0 0 0,1-1 1,-1 1-1,0 0 0,0-1 1,1 1-1,-1 0 0,0-1 0,0 1 1,0 0-1,0 0 0,0-1 1,0 1-1,0 1 0,-3 1 4,-2 6 4,4 13 2,1-22-10,0 0 0,0 1-1,0-1 1,0 0 0,0 0-1,0 1 1,0-1 0,0 0 0,0 0-1,0 1 1,0-1 0,0 0-1,0 0 1,0 1 0,0-1 0,0 0-1,1 0 1,-1 0 0,0 1-1,0-1 1,0 0 0,0 0-1,1 0 1,-1 1 0,0-1 0,0 0-1,0 0 1,1 0 0,-1 0-1,0 0 1,0 0 0,0 0 0,1 1-1,-1-1 1,0 0 0,0 0-1,1 0 1,-1 0 0,0 0 0,1 0 0,-1 0 0,0 0 0,0 0 0,1 0 0,-1 0 0,0 0 0,0 0 0,1 0 0,-1 0 0,0 1 0,0-1 0,0 0 0,1 0 0,-1 0 0,0 0 0,0 1 0,0-1 0,1 0 0,-1 0 0,0 0 0,0 1 0,0-1 0,0 0 0,0 0 0,0 0 0,0 1 0,1-1 0,-1 0 0,0 0 0,0 1 0,0-1 0,0 0 0,0 0 0,0 1 0,0-1 0,0 0 0,0 1 0,0 0-8,0 0 1,0 0-1,0 0 1,0 0-1,1 0 0,-1 1 1,0-1-1,1 0 1,-1 0-1,1 0 1,-1 0-1,1 0 0,0 0 1,-1 0-1,1 0 1,0-1-1,0 1 1,-1 0-1,1 0 0,0-1 1,0 1-1,0 0 1,0-1-1,0 1 1,2 0-1,0 1 4,-1 2-9,-1-1 19,7-3 18,-7 0-10,0 0 0,0 0 0,-1 0 0,1 0 0,0 0 0,0 0 0,0 0 0,0 0 0,-1 0 0,1 0 0,0 0 0,0 1 0,0-1 0,-1 0 0,2 1 0,3 1 7,-1-1 0,1 0 0,-1 1 0,1-2 0,0 1-1,-1-1 1,1 1 0,0-1 0,-1 0 0,7-2 0,9 2 6,-5-2-62,-1 0 0,0-1 0,0 0 0,0-1 0,0 0 0,14-8 0,22-6 8,-44 16 29,-3 1 2,-1 1 1,1-1 0,-1 0 0,1 0-1,-1 0 1,0 0 0,0 0-1,1-1 1,2-2 0,0 0 12,0 0 0,0 1 0,0 0 0,11-5 0,-9 5-2,-1 0 0,0-1 0,0 0 0,-1 1 0,6-6 0,-4 3-1,0 0-1,-1-1 1,0 0-1,0 0 1,-1 0-1,0-1 1,0 0-1,5-11 1,-8 16-7,-1 0 0,1 0 0,0 0 1,0 1-1,4-4 0,-4 3 5,0 1 0,1-1 0,-1 0 0,-1 0-1,3-4 1,1-7 13,3-5-20,-2 8-15,0-1 0,-1 0 1,7-22-1,-10 25 4,-1-5 4,2-5 3,-1 14 1,0-1 0,-1 0 0,0 0 0,1 1-1,-2-1 1,1 0 0,-1-9 0,0-47-27,0 62 23,0-1 0,0 1 0,0-1 0,0 1 0,0-1 0,0 1 0,-1 0 0,1-1 0,0 1 0,0-1 0,0 1 0,-1-1 0,1 1 0,0-1 0,-1 1 0,1 0 0,0-1 0,-1 1 0,1 0-1,0-1 1,-1 1 0,1 0 0,0 0 0,-1-1 0,1 1 0,-1 0 0,1 0 0,-1 0 0,1-1 0,-1 1 0,1 0 0,-1 0 0,1 0 0,-1 0 0,1 0 0,-1 0 0,0 0 0,-19 3-73,14-1 65,1 1 0,-1-1 0,1 1 0,-1 0 0,1 0 0,0 1 0,0 0 0,-7 7-1,3-5 7,-2 4-5,-11 35-52,21-44 58,1 1 0,-1-1 0,1 0 0,0 0 0,-1 0 0,1 0 0,0 0 0,0 0-1,0 1 1,0-1 0,0 0 0,0 0 0,0 0 0,0 0 0,0 2 0,1 7-32,-1-9 32,0 1 0,1-1-1,-1 0 1,0 0-1,0 1 1,1-1-1,-1 0 1,1 0-1,-1 0 1,1 0-1,0 2 1,0-2-3,0 0 1,0 1-1,-1-1 0,1 0 1,-1 1-1,1-1 1,-1 1-1,0-1 1,1 1-1,-1-1 0,0 3 1,1-2-1,-1 0 1,1 0 0,0 0 0,0 0-1,0 0 1,0-1 0,0 1-1,1 0 1,-1 0 0,0-1-1,1 1 1,-1 0 0,1-1-1,0 0 1,-1 1 0,4 0 0,4 6-11,0 0-2,0-1 0,1-1 0,15 9-1,-1-1-9,-12-8 0,-10-5 22,0 0 0,0 0 0,0 0 0,0 1 0,0-1 0,-1 0 0,1 1 0,2 2 0,-3-3 4,1 0 1,-1 1-1,0-1 0,0 0 1,0 1-1,0-1 0,-1 0 1,1 1-1,0-1 0,-1 1 0,1-1 1,-1 1-1,1-1 0,-1 1 1,1 0-1,-1-1 0,0 1 1,0-1-1,0 1 0,0 0 1,0-1-1,0 1 0,-1-1 0,1 1 1,-1 1-1,-3 4 1,3-6 1,1-1 0,-1 1 0,1 0 1,-1 0-1,1 0 0,0-1 0,-1 1 0,1 0 0,0 0 1,0 0-1,-1 0 0,1 0 0,0 0 0,0 1 0,0-1 0,0 1 0,-1-1-1,1 1 1,0-1-1,-1 1 1,1-1 0,-1 1-1,0-1 1,1 0 0,-1 0-1,0 1 1,0-1-1,0 0 1,0 0 0,-2 2-1,-5 9-2,5-3 4,2-7-1,1-1 0,-1 1 0,1-1 0,-1 1 1,0-1-1,1 0 0,-1 1 0,0-1 0,0 0 1,-2 3-1,1-3 0,1 1 1,-1 0-1,1 0 1,0 0-1,-1 0 1,1 0-1,-2 4 1,-6 10 5,-6 11-2,10-18 0,4-1-2,1-8-3,0 1 1,0 0-1,0 0 1,0 0-1,0 0 1,-1 0 0,1 0-1,0 0 1,0 0-1,-1 0 1,0 1-1,-2 3-2,3-5 2,-1 1 0,0 0 0,1 0 0,-1-1 0,1 1 0,-1 0 0,1 0 0,0 0 0,-1 0 0,1 0 0,0 0 0,-1 0 0,1 0 0,0 2 0,0-3 1,0 1 0,0-1-1,0 1 1,0-1 0,0 1 0,-1 0-1,1-1 1,0 1 0,0-1-1,0 1 1,-1-1 0,1 1-1,0-1 1,-1 0 0,1 1-1,0-1 1,-1 1 0,1-1-1,0 0 1,-1 1 0,0-1-1,-2 3-1,1 4-3,2-7 5,0 1 0,0-1 0,0 0 0,0 0 0,0 0 0,0 0-1,0 1 1,0-1 0,0 0 0,0 0 0,0 0 0,0 0-1,0 0 1,0 1 0,1-1 0,-1 0 0,0 0 0,0 0 0,0 0-1,0 0 1,0 0 0,0 1 0,0-1 0,0 0 0,1 0 0,-1 0-1,0 0 1,0 0 0,0 0 0,0 0 0,0 0 0,1 0-1,-1 0 1,0 0 0,0 0 0,0 1 0,0-1 0,1 0 0,-1 0-1,0 0 1,0 0 0,0-1 0,10-2-22,9-10-84,-13 8-148,0 0-1,1 0 1,11-5-1,11-9-751,68-49-4126,-74 52 2444,-1-1 0,34-32 0,-34 29-74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6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7 145 728,'0'8'3201,"0"5"-1417,0 5-401,0-43 7559,0 25-8894,0 0 1,0 1-1,0-1 0,0 0 1,0 1-1,0-1 0,0 0 0,0 1 1,-1-1-1,1 0 0,0 1 1,0-1-1,0 0 0,-1 0 1,1 1-1,0-1 0,0 0 0,0 0 1,-1 0-1,1 1 0,0-1 1,-1 0-1,1 0 0,0 0 1,0 0-1,-1 1 0,1-1 0,0 0 1,-1 0-1,9 0 2367,-4 0-2407,-10 0 76,8 0-71,11 0 17,5 0-13,-1-1 0,34-4 1,-9 3-6,-28-1-10,13-1 12,40-2-1,34-1 0,-24 0-25,-11 0 2,-51 7 2,0-2 0,15-3 1,-15 3 9,-1 0 0,16 0 1,-9-2 26,-18 3-11,1 1 0,-1-1 0,1 0 0,-1 1 0,6 0 0,-3 0 9,-14 0-38,8-1 3,0-4 6,0 4 28,-5 1 27,5 1-133,-4-3-298,-7-5-1470,-2-6-875,12 13 2479,0-1-1,0 0 1,0 0-1,0 0 1,0 0-1,0 0 1,0 0 0,1 0-1,-1 0 1,0-1-1,-1-1 1,-7-11-2561,7 13 2526,1-1-1,0 1 0,0 0 0,0 0 1,1-1-1,-1 1 0,0-1 1,0 1-1,1-1 0,-1 1 1,1-1-1,-1-1 0,-1-5-1022,-7-11-1580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7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1 120,'0'0'77,"0"0"0,0 1 0,0-1 0,0 0 1,-1 1-1,1-1 0,0 0 0,0 1 0,0-1 0,0 0 0,0 0 0,-1 1 0,1-1 1,0 0-1,0 1 0,0-1 0,-1 0 0,1 0 0,0 0 0,0 1 0,-1-1 0,1 0 1,0 0-1,-1 0 0,1 1 0,0-1 0,-1 0 0,1 0 0,0 0 0,-1 0 0,1 0 0,0 0 1,-1 0-1,1 0 0,0 0 0,-1 0 0,1 0 0,0 0 0,-1 0 0,1 0 0,0 0 1,-1 0-1,1-1 0,-9 3 850,5 1-555,4-3-337,-1 0 1,1 1-1,-1-1 1,1 0-1,0 0 1,-1 1-1,1-1 1,-1 0-1,1 0 1,-1 0-1,1 0 1,-1 1-1,1-1 1,-1 0-1,1 0 1,0 0-1,-1 0 1,1 0-1,-1 0 1,1 0-1,-1 0 1,0-1 0,1 1-18,-1 0 1,1 0-1,0 0 1,-1 0-1,1 0 1,0 0-1,0 0 1,-1 0-1,1 0 1,0 0-1,-1 0 1,1 0-1,0 0 1,-1 0-1,1 0 1,0 1-1,0-1 1,-1 0-1,1 0 1,0 0-1,0 0 1,-1 0-1,1 1 1,0-1-1,0 0 1,-1 0-1,1 1 1,0-1-1,0 0 1,0 0-1,0 1 1,-1-1-1,1 0 1,0 0 0,0 1-1,0-1 1,0 0-1,0 1 1,0 0 327,-1-1-323,1 0 0,0 0 1,0 0-1,-1 0 0,1-1 0,-9 9 7888,9-6-7881,1 0-1,0 0 1,0-1-1,0 1 1,0 0-1,0-1 0,0 1 1,0 0-1,0-1 1,2 2-1,-2-2-22,4 4 33,1-1-1,0 1 1,0-1 0,1 0-1,8 4 1,4 3 16,58 31 131,-11-3-123,-56-33-56,1 0 1,-1 1-1,14 12 1,-14-11-3,-1-1 0,1 0 0,15 9 0,-22-15-5,0 0 0,0 0 0,0 0 0,0 1 0,-1 0 0,1-1-1,0 1 1,-1 0 0,0 0 0,1 0 0,-1 1 0,0-1 0,0 1 0,0-1 0,3 6 0,5 18 11,-9-24-12,0-1 1,-1 0-1,1 0 0,-1 0 0,0 1 1,0-1-1,1 0 0,-1 0 1,0 1-1,0-1 0,0 0 0,0 0 1,0 1-1,0-1 0,-1 2 0,0 3 3,1-1 1,-1 1-1,1-1 0,-1 1 1,-1-1-1,1 0 0,-1 0 1,0 1-1,0-1 0,0 0 1,-1-1-1,0 1 0,-5 7 1,2-4 2,4-4-3,0-1 0,-1 0 0,1 0 0,-1-1 0,0 1 0,0 0 0,-4 2 0,-13 13 15,6-3-3,4-4 2,0 0 0,-1-1 0,-21 16 0,23-21-10,-13 11 6,0-1 2,19-13-65,-1 1-1,1-1 1,0 0 0,0 1-1,-5 5 1,-11 5-827,17-9-19,5-10-4649,-2 3 5148,0 1 1,0-1-1,1 1 0,-1 0 0,0 0 0,1 0 1,2-3-1,3-4-1026,4-6-1293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7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35 1528,'0'0'107,"0"0"0,0 0 0,0 0 0,0 0 0,0-1 0,0 1 0,0 0 1,0 0-1,0 0 0,0-1 0,0 1 0,0 0 0,0 0 0,0 0 0,0 0 0,0-1 0,0 1 0,0 0 0,0 0 0,0 0 0,0 0 0,0-1 0,0 1 0,0 0 0,-1 0 0,1 0 0,0 0 1,0-1-1,0 1 0,0 0 0,0 0 0,-1 0 0,1 0 0,-2-1 185,0 1-1,0-1 1,0 1 0,0 0-1,-1 0 1,1-1 0,0 1-1,0 1 1,0-1 0,0 0 0,0 1-1,0-1 1,0 1 0,0-1-1,0 1 1,-2 1 0,-32 15 381,1 10 197,27-21-558,0 0 0,-10 10-1,-3 3 218,8-9-61,-16 19 1,5-5 19,-9 13 193,11-12-294,4-3 77,0 1 0,-24 41 0,-13 12 485,22-29-612,19-29-228,-14 27 0,22-36-98,1 1-1,0 0 1,-12 16 0,4-5-7,12-19-2,0 0 0,0 1 0,0-1 0,0 0 0,-1 0 0,1 0 0,-1 0-1,1 0 1,-1-1 0,0 1 0,-2 1 0,3-1-4,0-3-3,1 1 0,0 0 0,-1 0 1,1 0-1,0 0 0,-1 0 0,1 0 0,0 0 0,-1 0 0,1 0 0,0 0 1,-1 0-1,1 0 0,0 0 0,-1 0 0,1 0 0,0 0 0,-1 0 0,1 0 1,0 1-1,0-1 0,-1 0 0,1 0 0,0 0 0,-1 0 0,1 1 0,0-1 1,0 0-1,-1 0 0,1 1 0,0-1 0,0 0 0,0 0 0,0 1 0,-1-1 1,1 0-1,0 1 0,0-1 0,0 0 0,0 1 0,0-1 0,0 0 1,0 1 0,0-1 0,1 0 0,-1 0 0,0 0-1,1 0 1,-1 0 0,0 0 0,0 1 0,1-1 0,-1 0-1,0 0 1,1 0 0,-1 0 0,0 0 0,1 0 0,-1 0-1,0 0 1,1-1 0,-1 1 0,0 0 0,0 0 0,1 0-1,-1 0 1,1-1 0,0 1-26,0-1 3,0-1 0,1 1 0,-1-1 0,0 1-1,0-1 1,0 1 0,-1-1 0,1 0 0,0 0 0,-1 1 0,1-1 0,-1 0 0,1 0 0,-1 0 0,0-3 0,2-5-102,2 1-135,-1 0 0,8-14 0,3-4-375,-4 4-448,22-37 0,-28 52 771,0 0 1,0-1 0,4-17 0,-5 16 35,0 1-1,7-16 1,2 5-93,7-16-209,-11 20 350,0 0-1,19-26 1,-16 17 107,-10 21 112,1 1 0,-1 0-1,0 0 1,1 0 0,3-5-1,15-27-8,-18 28 20,-2 7 2,0 0-1,0-1 1,0 1 0,0 0 0,0-1 0,0 1 0,1 0 0,-1-1 0,0 1 0,0 0 0,0 0 0,0-1 0,0 1-1,0 0 1,1-1 0,-1 1 0,0 0 0,0 0 0,0-1 0,1 1 0,-1 0 0,0 0 0,0 0 0,1-1 0,-1 1 0,0 0-1,1 0 1,-1 0 0,0 0 0,0 0 0,1-1 0,-1 1 0,0 0 0,1 0 0,-1 0 0,0 0 0,1 0 0,-1 0 0,0 0-1,1 0 1,-1 0 0,3-2-23,-3 3 98,-1-1-64,1 1-1,0-1 0,0 0 0,0 0 1,0 1-1,0-1 0,0 0 0,0 1 1,0-1-1,0 0 0,0 1 1,0-1-1,0 0 0,0 1 0,0-1 1,0 0-1,0 1 0,0-1 0,0 0 1,0 1-1,0-1 0,0 0 0,1 1 1,-1-1-1,0 0 0,0 0 0,0 1 1,1-1-1,-1 0 0,2 3 90,1 0-1,-1 0 0,0 1 1,0-1-1,-1 0 1,1 1-1,-1-1 0,0 1 1,1-1-1,-2 1 1,1 0-1,0 3 0,0-2 24,-1 0-1,1 0 1,0 0-1,1-1 1,2 9-1,0-3 23,29 68 972,-15-32-513,-11-16-240,-5-15-292,2 0 1,-1-1-1,2 1 0,9 21 0,8 25 41,20 29 46,-37-78-145,1 1 0,1-1 0,-1 0 1,18 21-1,-23-32-12,-1 0 1,1-1-1,0 1 0,0 0 1,0-1-1,0 1 1,0-1-1,0 1 0,0-1 1,0 1-1,0-1 1,0 0-1,0 1 0,0-1 1,0 0-1,0 0 1,0 0-1,0 0 1,0 0-1,1 0 0,-1 0 1,0 0-1,0 0 1,0 0-1,0-1 0,2 0 1,-1 0 6,0 1-1,0-1 1,0 0 0,-1 0 0,1 0-1,0-1 1,-1 1 0,1 0 0,0-1 0,-1 1-1,0-1 1,1 1 0,-1-1 0,2-2-1,28-30 139,-30 32-142,16-23-1,-2 0-1,-1-1 1,16-40-1,14-57-31,-38 103 31,0 0 0,-1-1 0,2-23 0,4-14 10,-8 42-11,-2 7 0,1 1 0,0 0 0,1 0 0,6-13 0,-8 17-4,1 0 0,0-1 0,-1 1 1,0 0-1,0-1 0,-1 1 0,1-8 0,2-13-8,7 0-1,-8 21 7,0 0 0,-1 1 0,0-1 0,1 0 0,-1 0 0,-1-1 0,2-6 0,-2 10 4,0-1-1,0 0 1,0 1-1,1-1 1,-1 0-1,1 1 1,-1-1-1,1 1 0,1-3 1,-1 2-5,0 0-1,-1 0 1,1 0-1,0 0 1,-1 0-1,1 0 1,-1 0 0,0 0-1,1-4 1,2 10-1344,1 0 0,0 0 0,0 0 0,1 0 0,-1-1 1,1 0-1,10 5 0,-4-7-1175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18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241 131 588,'-2'2'245,"1"-1"0,-1 1 0,0 0 1,1 0-1,-1 0 0,1 0 0,-1 0 0,1 0 0,0 0 0,-1 3 1,-1 0 25,2 4 69,2-8-293,-1 0 0,0 0 0,0 1-1,0-1 1,-1 0 0,1 0 0,0 0 0,0 0-1,0 0 1,-1 0 0,1 0 0,-1 2-1,0-3-42,-6 6 296,7-5-285,1-1-1,-1 1 1,0-1 0,0 0 0,0 1-1,1-1 1,-1 1 0,0-1-1,1 0 1,-1 1 0,0-1-1,1 0 1,-1 1 0,0-1-1,1 0 1,-1 1 0,1-1-1,-1 0 1,1 0 0,0 1-1,0 0 391,10-1 109,-5-1-404,0 0-1,0 0 1,-1 0 0,1-1-1,-1 0 1,1 0 0,-1 0-1,7-5 1,6-2-39,-13 7-68,-1 0 1,0-1 0,0 0 0,0 1-1,0-2 1,-1 1 0,1 0 0,-1-1-1,0 1 1,0-1 0,3-5 0,15-16 13,-19 23-8,0 0 1,0 0 0,0 0 0,-1 0 0,1-1 0,-1 1 0,1 0-1,-1-1 1,0 1 0,0-1 0,1-3 0,-1-1 222,0 0-1,0 1 1,-1-12 0,0 18-212,-1-1 0,1 0 0,-1 1 0,1-1 0,0 1 0,-1-1 0,0 1 0,1-1 0,-1 1 0,1 0 0,-1-1 0,0 1 0,1 0 1,-1-1-1,-1 1 0,1-1 22,-2-1-17,0 1 0,0-1 0,0 1 0,0 0-1,0-1 1,-1 2 0,1-1 0,0 0-1,-1 1 1,1-1 0,-1 1 0,1 0 0,-1 0-1,1 0 1,0 1 0,-1-1 0,1 1-1,-6 1 1,-9 0 5,12-1-17,1-1 0,0 1-1,0 0 1,-7 2 0,-8 5 47,14-6-11,0 0 1,0 1 0,0 0-1,1 0 1,-1 0-1,-8 7 1,-26 19 391,29-22-301,0 0 0,1 1 0,0 0 0,-15 16 0,8-3 36,9-12-120,0 1-1,0 0 0,-7 15 0,8-13-22,5-9-27,0 0 0,0 0 0,1 0 1,-1 0-1,1 1 0,0-1 1,0 0-1,0 1 0,0-1 0,0 1 1,1 4-1,-5 15 24,4-21-28,0 0 0,0 0 1,1 0-1,-1 0 0,1 0 1,-1 0-1,1 0 0,0 1 1,0-1-1,0 0 0,0 0 1,1 3-1,20 58 71,-18-58-59,0-1 0,1 0 0,-1 0-1,1 0 1,0 0 0,0-1 0,0 1 0,0-1 0,0 0 0,1 0 0,8 4 0,-5-5-1,0 0 0,1 0 0,-1-1 0,0 0 0,0-1 0,1 0 0,9-1 0,5 1-1,-13-1-13,0-1 0,0 1 0,0-2 0,0 0 0,0 0 0,11-5 0,-3 0 5,-1 1 5,-1-2 1,-1 0 0,1 0 0,17-16-1,18-11-3,-1-17-14,-41 44 5,-5 4 2,1 1 0,-1-1 0,5-7-1,26-43 20,-31 51-15,-4 3-1,1 1 0,-1 0 0,0-1 0,1 1-1,-1-1 1,1 1 0,-1-1 0,0 1 0,0-1 0,1 1-1,-1-1 1,0 1 0,0-1 0,1 1 0,-1-1-1,0 1 1,0-1 0,0 1 0,0-2 0,0-4 51,0 6-29,0-1 0,1 1 0,-1 0 0,0-1 0,0 1 0,0-1-1,0 1 1,0-1 0,0 1 0,0 0 0,0-1 0,0 1 0,0-1 0,0 1-1,0-1 1,0 1 0,0 0 0,0-1 0,-1 1 0,1-1 0,0 1 0,0 0 0,0-1-1,-1 1 1,1 0 0,0-1 0,0 1 0,-1 0 0,1-1 0,0 1 0,-1 0-1,1-1 1,0 1 0,-1 0 0,1 0 0,-1 0 0,1-1 0,0 1 0,-1 0-1,1 0 1,-1 0 0,1 0 0,-1 0 0,1 0 0,0 0 0,-1 0 0,1 0-1,-1 0 1,0 0 0,1 2 119,0-2-140,0 0 0,0 0 0,0 0 0,0 0 0,0 0 0,0 1 0,0-1 0,0 0 0,0 0 0,0 0 0,0 0 0,0 1 0,0-1 0,0 0 0,0 0 1,0 0-1,0 0 0,0 0 0,0 1 0,0-1 0,0 0 0,0 0 0,0 0 0,0 0 0,0 0 0,0 1 0,0-1 0,0 0 0,-1 0 0,1 0 0,0 0 1,0 0-1,0 0 0,0 0 0,0 0 0,0 1 0,-1-1 0,0 0-2,0 0 0,0 0 1,0 0-1,0 1 0,0-1 1,0 1-1,0-1 0,0 0 0,0 1 1,0 0-1,0-1 0,0 1 0,0-1 1,1 1-1,-1 0 0,0 0 1,0 0-1,1-1 0,-1 1 0,0 0 1,0 1-1,1-1-1,0 0-1,0 0 1,0 0 0,-1 0 0,1 0-1,0 0 1,-1 0 0,1-1 0,0 1-1,-1 0 1,1 0 0,-1-1 0,0 3 0,0-3 0,0 1 0,1 0 0,-1-1 0,1 1 0,-1 0 0,1 0 0,0 0 0,-1 0 0,1-1 0,0 1 0,0 0 0,-1 0 0,1 2 0,0 0 3,0 0 0,-1-1-1,1 1 1,-1 0 0,1 0-1,-1 0 1,0-1 0,0 1-1,0 0 1,-1-1 0,-1 4-1,1-4 2,1 0-1,0 1 0,0-1 0,-1 1 0,2-1 0,-1 1 0,0 0 1,0-1-1,1 1 0,-1 0 0,1 3 0,0 35 58,0-41-61,0 0 0,0 1 0,0-1-1,0 0 1,0 1 0,0-1 0,0 0 0,0 1 0,0-1 0,1 0-1,-1 1 1,0-1 0,0 0 0,0 0 0,0 1 0,1-1 0,-1 0 0,0 1-1,0-1 1,0 0 0,1 0 0,-1 0 0,0 1 0,0-1 0,1 0 0,-1 0-1,0 0 1,1 0 0,-1 1 0,0-1 0,1 0 0,-1 0 0,0 0 0,0 0-1,1 0 1,-1 0 0,0 0 0,1 0 0,-1 0 0,0 0 0,1 0 0,6 6 0,-6-6 0,-1 1 0,1-1 0,0 1 0,-1-1 0,1 1 0,0-1 0,-1 1 0,1-1 0,0 1 0,0-1 0,-1 0 0,1 1 0,0-1 0,0 0 0,0 0 0,0 0 0,-1 0 0,1 0 0,0 0 0,1 0 0,6 0-10,-1-1 1,1 0 0,0 0 0,-1-1 0,1 0 0,-1-1 0,0 1 0,0-1-1,0-1 1,0 1 0,0-1 0,6-5 0,82-59 56,-62 42-6,-32 25-40,0 1-1,0-1 1,0 0 0,0 0-1,0 0 1,0 0 0,0 0-1,0 0 1,-1 0 0,1 0-1,0 0 1,-1-1 0,1-1-1,0 3 0,-1-1-1,0 0 0,0 1 1,1-1-1,-1 0 0,1 1 1,-1-1-1,0 0 0,1 1 1,-1-1-1,1 1 0,-1-1 1,1 1-1,0-1 0,-1 1 1,1-1-1,-1 1 0,1 0 1,0-1-1,1 1 0,2-1-13,-4 1 12,1 0 1,-1 0-1,0 0 0,1 0 0,-1 0 1,0 0-1,0-1 0,1 1 1,-1 0-1,0 0 0,0 0 1,1 0-1,-1 0 0,0 0 1,0 0-1,1-1 0,-1 1 0,0 0 1,0 0-1,0 0 0,1-1 1,-1 1-1,0 0 0,0 0 1,0 0-1,0-1 0,0 1 1,1 0-1,-1 0 0,0-1 1,0 1-1,0 0 0,0 0 0,0-1 1,0 1-1,0 0 0,0-1 1,0 1-1,0 0 0,0 0 1,0-1-1,0 1 0,0-1 1,0 1 0,0 0 0,0 0 1,0-1-1,0 1 0,0 0 1,0 0-1,0-1 0,0 1 1,0 0-1,0 0 0,1 0 1,-1-1-1,0 1 0,0 0 1,0 0-1,0 0 0,1-1 1,-1 1-1,0 0 0,0 0 1,0 0-1,1 0 0,-1 0 1,0-1-1,0 1 0,0 0 1,1 0-1,-1 0 0,0 0 1,0 0-1,1 0 0,-1 0 1,0 0-1,0 0 0,1 0 1,-1 0-1,0 0 0,0 0 1,1 0-1,-1 0 0,0 0 1,0 0-1,1 0 0,-1 0 1,0 0-1,0 1 0,1-1 1,1 6-5,-2-5 5,0 0 0,-1 1 0,1-1 0,0 0 0,0 1 0,-1-1 1,1 0-1,-1 1 0,1-1 0,-1 0 0,-1 2 0,1-2 0,1 0 0,-1 1 1,1-1-1,-1 0 0,0 1 0,1-1 0,0 0 0,-1 1 1,1-1-1,0 0 0,0 3 0,-5 18 0,3-19 0,1 0 0,0 0 0,1 0 1,-1 0-1,0 0 0,1 4 0,-1-4 0,1 0 0,0 1 0,-1-1 0,0 0 0,0 0 0,-1 3 0,-3 16 3,5-21-3,0 1 0,0-1 0,0 0 1,0 1-1,1-1 0,-1 1 0,1-1 0,-1 0 0,1 0 0,-1 1 0,2 1 0,-1-2 1,0 0-1,-1 0 1,1 1 0,-1-1-1,1 0 1,-1 0 0,1 1-1,-1-1 1,0 0 0,0 1-1,1 1 1,-1-1 5,0-1 0,1 1 0,-1-1 0,1 0 0,0 1-1,-1-1 1,1 0 0,0 1 0,0-1 0,-1 0 0,1 0 0,0 0 0,0 0 0,1 0 0,-1 0 0,0 0 0,0 0 0,0 0 0,1 0 0,-1-1 0,0 1-1,1 0 1,-1-1 0,0 0 0,1 1 0,-1-1 0,1 0 0,-1 1 0,1-1 0,2 0 0,4 0 27,0 0 13,-1 0 0,1 0 0,-1-1-1,1 0 1,13-4 0,-1-1-6,-7 3-14,-1-1-1,1 0 1,-1-1-1,13-7 1,63-43 46,-81 50-65,0 0 0,-1-1 1,8-8-1,5-4 4,-17 16-9,0 0-1,0 1 1,0-1 0,-1 0 0,1 0 0,-1 0-1,1 0 1,-1 0 0,0 0 0,0-1-1,0 1 1,0 0 0,1-5 0,3-8 4,-3 10-1,-1 1-1,1 0 0,-1 0 0,0-1 1,0 1-1,0 0 0,-1-1 0,0 1 1,0-7-1,1 8 1,-1-1 1,0 0 0,0 0-1,-1 0 1,1 0-1,-1 1 1,0-1-1,0 0 1,0 0-1,0 1 1,-1-1-1,1 1 1,-1-1-1,0 1 1,0 0-1,0 0 1,-1-1-1,1 2 1,-1-1-1,0 0 1,-5-4-1,0 3 10,-1-1-1,0 2 0,-1-1 0,1 1 1,-1 0-1,1 1 0,-1 0 0,0 1 0,0 0 1,-16 1-1,-26 7-83,47-7-103,-1 0-1,1 1 0,-1 0 1,1 0-1,-1 1 0,1 0 1,-6 2-1,-17 11-3811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0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29 1624,'0'-1'98,"0"0"-1,0 1 0,0-1 1,1 1-1,-1-1 1,0 1-1,1-1 0,-1 1 1,0-1-1,1 1 1,-1-1-1,0 1 1,1-1-1,-1 1 0,1 0 1,-1-1-1,1 1 1,-1 0-1,1-1 0,-1 1 1,1 0-1,0 0 1,-1-1-1,1 1 1,0 0-1,0 0-37,-1 0 1,1 0-1,-1-1 1,1 1-1,-1 0 0,1 0 1,-1 0-1,1-1 0,-1 1 1,1 0-1,-1 0 1,1-1-1,-1 1 0,0-1 1,1 1-1,-1 0 0,1-1 1,-1 1-1,0-1 1,0 1-1,1-1 0,-1 1 1,0 0-1,1-2 1,-1 1 527,0 1-555,0 0 0,-1-1-1,1 1 1,0 0 0,0 0 0,0 0 0,0 0 0,0-1 0,0 1 0,0 0 0,0 0 0,0 0 0,0-1 0,0 1 0,0 0 0,0 0 0,0 0 0,0 0 0,1-1 0,-1 1 0,0 0 0,0 0 0,0 0 0,0 0 0,0-1 0,0 1 0,0 0 0,0 0 0,1 0-1,-1 0 1,0 0 0,0 0 0,0-1 0,6-1 601,-7 6 333,1-5-951,0 1 0,0 0 0,0 0 0,0 0 0,0 0 0,0 0 0,0-1 1,0 1-1,0 0 0,0 0 0,-1 0 0,1 0 0,0 0 0,0 0 0,0-1 0,0 1 0,0 0 0,0 0 0,0 0 0,0 0 0,0 0 0,0 0 0,0 0 0,-1 0 0,1 0 0,0-1 0,0 1 0,0 0 0,0 0 0,0 0 0,0 0 0,-1 0 1,1 0-1,0 0 0,0 0 0,0 0 0,0 0 0,0 0 0,0 0 0,-1 0 0,1 0 0,0 0 0,0 0 0,0 0 0,0 0 0,0 0 0,-1 0 0,1 0 0,0 0 0,0 0 0,0 1 0,0-1 0,0 0 0,0 0 0,0 0 0,-1 0 0,1 0 1,0 0-1,0 0 0,0 0 0,0 0 0,0 1 0,0-1 0,0 0 0,0 0 0,0 0 0,-1 3 95,1 0 0,0-1 0,-1 1 0,1 0 0,-1-1 0,-2 5 0,2-4 23,0 0 0,0-1-1,1 1 1,-1 0 0,0-1 0,1 6-1,-1-5 31,1 0-1,0 0 0,-1 0 0,1 0 1,-1-1-1,-2 6 0,2-6-47,0 1 1,0-1-1,0 1 0,1 0 1,-1-1-1,1 5 0,0-4-8,-1 0 1,1 0-1,-1 0 0,1-1 0,-1 1 0,0 0 0,-1 3 0,1-4-51,0 1 0,0-1 0,1 1 0,-1 0 0,0-1 0,1 1-1,0 2 1,-1 0 29,1 0-1,-1 0 0,0-1 0,-2 8 1,2-7-4,0-1 0,0 1 0,0 0-1,0 7 1,0-4 60,0 0-1,-1 0 0,0 0 1,0 0-1,-5 10 0,2-1 14,-3 11 127,7-22-214,0 0-1,-1 1 1,0-1-1,0 0 0,-6 10 1,-14 32 417,2-7-311,19-39-172,1-1 1,-1 1-1,1-1 0,0 1 0,0-1 0,0 1 0,0-1 1,0 1-1,0-1 0,0 3 0,1-3 0,-1-1-1,0 1 0,0 0 1,0-1-1,0 1 1,0 0-1,0 0 1,0-1-1,0 1 0,0 0 1,0 0-1,0-1 1,0 1-1,-1 0 1,1 0-1,0-1 1,0 1-1,-1 0 0,1-1 1,-1 2-1,-3-1 7,4-1-8,0 0 1,-1 0-1,1 0 1,0 0-1,0 0 1,0 0-1,-1 0 1,1 0-1,0 0 1,0 1-1,0-1 0,-1 0 1,1 0-1,0 0 1,0 0-1,0 0 1,-1 0-1,1 1 1,0-1-1,0 0 1,0 0-1,0 0 1,0 1-1,-1-1 1,1 0-1,0 0 1,0 0-1,0 1 1,0-1-1,0 0 1,0 0-1,0 0 1,0 1-1,0-1 1,0 1-1,0-1 0,0 0 1,0 0-1,0 1 1,0-1-1,-1 0 1,1 1-1,0-1 1,0 0-1,0 0 1,0 1-1,0-1 1,-1 0-1,1 0 1,0 1-1,0-1 1,-1 0-1,1 0 1,0 0-1,0 0 1,0 1-1,-1-1 1,1 0-1,0 0 1,-1 0-1,1 0 1,0 0-1,0 0 1,-1 0-1,1 1 0,-1-1 1,-10 0 45,9 0 30,3-1-68,0 0 0,0 0 0,0-1 0,0 1 1,0-1-1,-1 1 0,1-1 0,0 1 0,-1-1 0,1 1 1,-1-1-1,1 0 0,-1 1 0,0-1 0,0 0 1,0 1-1,0-1 0,0 0 0,0 1 0,0-1 0,-1-1 1,3-21 33,0 18-39,6-20-44,13-27 0,-5 14-44,-10 22 55,1 1 1,0 1-1,14-21 1,-8 15 18,0 2-15,23-28 0,-14 18 7,-18 24 13,0-1 0,0 1 0,8-8 0,-8 9 7,-1 2-6,0 0 0,0-1 1,0 0-1,-1 1 0,1-1 1,-1 0-1,0 0 1,0 0-1,4-8 0,-5 10-11,7 1 4,-5 0-1,7 2-8,-9 2 18,-1-3 0,4 2-3,-4-2 6,0-1-1,1 0 0,-1 1 0,1-1 0,-1 0 0,0 1 0,1-1 0,-1 1 1,0-1-1,1 1 0,-1-1 0,0 1 0,1-1 0,-1 1 0,0-1 0,0 1 0,0-1 1,0 1-1,0-1 0,0 1 0,1 0 0,-2 0 1,1-1 0,1 1 0,-1 0 0,0 0 0,0-1 0,0 1 0,0 0 0,0-1 0,1 1 0,-1 0 0,0-1 0,0 1 0,1 0 0,-1-1 0,1 1 0,-1-1 1,1 1-1,0 0 0,-1 0-1,1 0 1,-1-1 0,1 1-1,-1-1 1,1 1 0,-1 0-1,1 0 1,-1-1-1,0 1 1,1 0 0,-1 0-1,0-1 1,0 1 0,0 0-1,0 0 1,1 0 0,-1-1-1,0 3 1,0 98 77,-1-98-74,1-1-1,0 1 1,0-1 0,-1 1-1,1-1 1,-1 0-1,0 1 1,-1 1 0,1-1-2,0-1 1,0 0 0,1 1 0,-1-1 0,0 0 0,1 1 0,0-1 0,0 3 0,-1 1 5,0 0-1,0 0 1,0 0 0,0-1 0,-1 1-1,-4 9 1,-2 5-6,5-9-3,1-6-2,0-1 0,1 1 0,-1 0 0,1-1 1,0 9-1,0-10 2,1-1 1,0 1-1,-1 0 1,1-1 0,-1 1-1,0-1 1,-1 3-1,1-2 5,0 0-1,0-1 1,1 1-1,-1 0 1,0 0-1,1-1 1,0 4-1,-1 3-12,3 5 101,2-15-36,3-7-37,-5 7-19,-1 0 1,1-1-1,-1 1 1,1 0 0,-1 1-1,1-1 1,0 0 0,-1 0-1,4 0 1,6-4 4,23-21 20,-14 13-12,-2-1-1,29-29 1,-9 9 1,3 3-19,-25 19 17,22-20 1,96-86-52,-110 98 3,-14 11 19,22-15 0,-8 4-38,-17 20 44,-6 2 14,-1-1-1,1 0 0,-1 1 1,0-1-1,1 1 0,-1-1 1,0 1-1,0-1 0,0 1 1,0-1-1,0 1 0,0-1 1,-1 2-1,1 1 14,-1 8 113,0-1 0,-1 1 0,0-1 0,-1 0 0,-7 19 0,-2 7 172,9-25-225,2-8-44,0 1 0,-1 0 0,1-1 0,-4 7 0,2-4 8,0-1-1,1 1 0,-3 11 0,-4 12 58,7-27-85,1 1-1,-1 0 1,1-1 0,0 1-1,0 0 1,0 0-1,0 0 1,1 0 0,-1 4-1,1-4-2,-1 0 0,1 0 1,-1 0-1,0 0 0,-2 4 0,2-4-4,0-1 1,0 1-1,0 0 0,1-1 1,-1 5-1,0 8 1,1-11 0,-1-1 0,1 0-1,0 0 1,1 0-1,-1 0 1,0 0-1,3 7 1,0-4-3,-2-6-1,0 1 1,0 0 0,-1-1-1,1 1 1,-1 0 0,1-1-1,-1 1 1,1 0 0,-1-1-1,0 3 1,0-3-2,0 0 0,1 0 1,-1 0-1,0 0 0,1 0 0,-1-1 1,1 1-1,-1 0 0,1 0 0,-1-1 1,1 1-1,-1 0 0,1-1 0,0 1 1,-1-1-1,1 1 0,0-1 0,0 1 1,-1-1-1,1 1 0,0-1 1,0 1-1,0-1 0,0 0 0,-1 0 1,1 0-1,0 1 0,0-1 0,0 0 1,0 0-1,0 0 0,1 0 0,3 0-9,0 0 0,0 0 0,0 0 0,5-2 0,3-1-444,0 0 0,0-2 0,0 0 0,-1 0 0,0-1 0,12-7 0,-12 5-1337,-1 0 0,0-1 0,-1 0 0,0 0 0,16-19 0,-6 8-1652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1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220 192 604,'-2'1'233,"-1"-1"-1,0 1 1,1 0-1,-1-1 1,0 1-1,1 0 1,-1 0-1,1 1 1,-1-1-1,1 1 1,0-1 0,0 1-1,0 0 1,0-1-1,0 1 1,0 0-1,-3 5 1,4-6-207,0-1 0,0 1 0,0 0 0,0-1 0,0 1 0,0-1 0,0 0-1,0 1 1,0-1 0,0 0 0,0 1 0,-1-1 0,1 0-5,0 0 0,0 1-1,0-1 1,0 0 0,0 0-1,1 1 1,-1-1 0,0 1 0,0-1-1,0 1 1,0-1 0,0 1-1,1-1 1,-1 1 0,0 0-1,-1 1 1,0 3 61,2-4-63,-1-1 0,1 1-1,-1 0 1,1-1 0,-1 1-1,1 0 1,-1-1 0,1 1-1,-1-1 1,1 1 0,-1-1-1,0 1 1,1-1 0,-1 0-1,0 1 1,0 0 0,-1 0 17,1 0 1,-1 1 0,1-1 0,0 1 0,0-1 0,0 1-1,0 0 1,-2 2 0,-6 11 234,6-13-209,1 0 1,0 1-1,0-1 0,0 1 0,0-1 0,0 1 1,1 0-1,-1 0 0,1 0 0,-2 6 0,2-7-36,1 0 1,0 0-1,0 1 0,0-1 0,1 0 0,-1 0 0,1 0 0,-1 0 0,1 0 1,-1 0-1,3 4 0,-2-6-20,0 1 1,0 0-1,0-1 1,0 1-1,0 0 0,0-1 1,0 1-1,0-1 1,0 0-1,0 1 0,1-1 1,-1 0-1,0 0 1,0 1-1,0-1 1,1 0-1,-1 0 0,0-1 1,0 1-1,0 0 1,1 0-1,-1 0 1,0-1-1,1 0 0,50-12 72,-50 12-74,1 0 0,-1 0 0,1 0 0,-1 0 0,1 0-1,-1-1 1,4-2 0,5-3 1,43-23 26,-51 28-29,1-2 0,-1 1-1,1 0 1,-1-1 0,0 1-1,5-9 1,9-9 10,-15 19-10,-1 1-1,0 0 1,0-1 0,0 0-1,0 1 1,0-1 0,0 0-1,-1 1 1,1-1-1,0 0 1,-1 0 0,1 1-1,-1-1 1,0 0 0,0 0-1,0 0 1,0 0 0,0 0-1,0 0 1,0-2 0,-1-6 15,1 9-15,0 0 1,-1 0-1,1 0 1,0 1-1,-1-1 0,1 0 1,-1 1-1,1-1 0,-1 0 1,1 1-1,-1-1 1,0 1-1,1-1 0,-1 1 1,0-1-1,1 1 1,-1-1-1,0 1 0,0 0 1,0-1-1,-18-6 27,12 6-23,0 0-1,1 1 0,-1 0 0,0 0 0,0 0 0,0 1 0,0 0 0,-7 2 1,-7 1-2,15-2 5,-1-1 0,1 2 1,-9 2-1,-5 3 39,14-6-14,1 0 0,-1 0-1,1 0 1,0 1 0,0 0 0,0 0 0,0 0 0,0 0 0,1 1 0,0-1 0,-7 9-1,-15 12 212,22-22-212,0 1 1,1 0-1,0 0 1,-1 0 0,1 0-1,1 1 1,-1-1-1,0 1 1,1-1 0,0 1-1,-3 6 1,2-1 22,0-1 1,1 1-1,0-1 1,1 1-1,0 0 1,0 8-1,1-5 0,0 0 0,1 0 0,4 16 0,-4-22-41,1 0 0,0 0 1,0-1-1,1 1 0,-1-1 1,1 1-1,0-1 0,6 6 1,-7-9-10,0 0 0,0 0 0,1 0 1,-1 0-1,1-1 0,0 1 0,-1-1 1,1 0-1,0 0 0,0 0 0,0 0 1,0 0-1,4 0 0,7 2 18,-6 0-13,1-1 0,0 0 1,-1-1-1,1 0 0,0 0 1,0-1-1,0 0 0,0-1 0,14-2 1,1-1-6,1 0 1,-2-2-1,1 0 1,-1-2-1,41-19 1,88-47-54,-131 63 46,-10 5 4,0 1-1,0-2 0,-1 1 0,16-14 0,18-16 39,-32 26-38,0 1 0,0-2 0,18-19 0,-28 27 3,0 1-1,0-1 1,0 1 0,0-1-1,0 1 1,-1-1 0,1 0-1,-1 0 1,0 0 0,0 0-1,0 0 1,0 0 0,0 0-1,-1 0 1,0 0 0,1 0-1,-1-4 1,0 5-11,0 0 1,0 1 0,0-1-1,0 0 1,-1 1-1,1-1 1,0 0-1,-1 1 1,1-1-1,-1 1 1,1-1-1,-1 1 1,0-1-1,0 1 1,0-1-1,0 1 1,0 0-1,0 0 1,0-1 0,0 1-1,0 0 1,0 0-1,-1 0 1,1 0-1,-1 0 1,1 0-1,0 1 1,-1-1-1,1 0 1,-1 1-1,0-1 1,1 1-1,-1 0 1,1-1-1,-1 1 1,0 0-1,1 0 1,-1 0 0,0 0-1,-1 0 1,-8-3 45,11 2-36,0 1-1,-1 0 1,1 0 0,-1-1-1,1 1 1,0 0 0,-1 0-1,1 0 1,-1-1-1,1 1 1,-1 0 0,1 0-1,-1 0 1,1 0 0,-1 0-1,1 0 1,-1 0 0,1 0-1,-1 0 1,1 0-1,-1 0 1,1 0 0,-1 1-1,-15 3 90,11-3-48,-1 1 0,1 0 1,-1 0-1,1 0 0,-7 4 0,9-4-29,-6 3 44,0 0 0,1 1-1,-1 0 1,1 1 0,0-1 0,1 2-1,0-1 1,0 1 0,-6 9 0,-20 35 249,29-44-282,0 0 1,1 0-1,-1 0 0,-2 14 1,-4 8 5,9-27-30,0 1-1,0-1 1,1 1 0,-1 0 0,1-1 0,0 1-1,0-1 1,1 7 0,0 8 30,-1-17-31,0 1 0,0-1-1,0 0 1,0 1 0,1-1-1,-1 0 1,0 0 0,1 1-1,-1-1 1,1 0 0,-1 0-1,1 0 1,-1 1 0,1-1-1,0 0 1,0 0 0,-1 0-1,1 0 1,0 0 0,0 0-1,0-1 1,2 3 0,0-2-1,-1 0 1,1 0 0,-1 0 0,1-1-1,-1 1 1,1 0 0,-1-1-1,1 0 1,0 0 0,-1 0 0,4 0-1,1 0 0,1-1-1,-1-1 1,0 1-1,0-1 0,0 0 1,0-1-1,0 0 1,11-5-1,3-6-2,-4 5-1,-1-1 0,-1-1 0,22-19 0,-23 17-5,19-15 1,-14 13 3,-18 14 2,1-1 0,-1 1 0,0-1 1,1 0-1,-1 1 0,0-1 0,0 0 1,0 0-1,0 0 0,0-2 0,0 2 2,-1 1 0,1 0-1,-1-1 1,1 1-1,-1 0 1,1-1 0,0 1-1,0 0 1,0 0-1,0 0 1,0 0 0,0 0-1,2-2 1,0 2 4,-2 1-5,-1 0 0,0 0 1,0 0-1,1 0 0,-1 0 0,0 0 1,0-1-1,0 1 0,1 0 0,-1 0 1,0 0-1,0 0 0,0 0 0,1 0 1,-1 0-1,0-1 0,0 1 0,0 0 1,0 0-1,1 0 0,-1 0 0,0-1 1,0 1-1,0 0 0,0 0 0,0 0 1,0-1-1,0 1 0,0 0 0,1 0 1,-1 0-1,0-1 0,0 1 0,0 0 1,0-1-1,0 0 8,-1 1-26,0 1 16,0-1 1,0 1-1,0-1 0,0 0 1,1 1-1,-1 0 0,0-1 0,0 1 1,1-1-1,-1 1 0,0 0 1,1 0-1,-1-1 0,1 1 1,-2 2-1,-8 14-12,-8 8 1,14-19 13,-1 0 0,1 0-1,-5 11 1,5-7 4,2 0 0,-1-1 0,1 1 0,1 0 0,0 0 0,0 0 0,2 16 0,-1-23-1,0-2-1,0 0-1,0 0 0,0 0 0,0 0 0,1 0 1,-1 0-1,0 0 0,1 0 0,-1 0 0,1 0 0,-1 0 1,1 0-1,-1 0 0,1 0 0,0 0 0,-1-1 1,1 1-1,0 0 0,0 0 0,0-1 0,0 1 0,-1-1 1,1 1-1,0-1 0,0 1 0,0-1 0,0 1 1,0-1-1,0 0 0,0 1 0,2-1 0,5 1 10,-1 0-1,0 0 1,14-2-1,-9 1-4,-7 0 0,1-1 0,0 0 0,0 0 0,-1-1 0,1 1 0,7-4 0,17-5 10,-11 6-10,1-2 0,-1-1 1,0 0-1,0-1 0,18-11 0,2-5 12,39-31 1,-69 48-16,0-1 1,-1 0-1,8-10 1,10-10-25,-14 16-11,0-2 0,-2 1-1,1-1 1,-2-1 0,14-27 0,-19 34 66,-1-1 0,5-17 0,-3 9 18,-1-12-4,-2 25-45,-1 0-1,1 0 0,-1 0 1,0 0-1,0 0 0,-1-1 1,1-6-1,-1 11-2,0-1-1,0 0 1,0 1 0,0-1-1,-1 1 1,1-1 0,0 1-1,0-1 1,0 0 0,-1 1-1,1-1 1,0 1 0,-1 0-1,1-1 1,0 1 0,-1-1-1,1 1 1,-1-1 0,1 1-1,-1 0 1,1-1-1,-1 1 1,1 0 0,-1 0-1,1-1 1,-1 1 0,1 0-1,-1 0 1,0-1 0,-21-1-19,18 2 18,-1 1 0,1-1-1,0 1 1,0 0-1,-1 0 1,1 0 0,0 1-1,0-1 1,0 1-1,0 0 1,-4 3-1,-3 3-6,0 0-1,-12 13 1,21-19 6,1 0 0,-1 0 0,1 0 0,-1 0 0,1 0 0,-1 0 0,-1 5 0,-5 9-33,6-12 29,0 1 0,0 0 0,1 0 0,0 0 0,0 0 0,0 0 0,0 0 0,1 0 0,-1 0 0,2 10 0,-1-5 9,1-7 1,-1 0 0,1 0 0,0 0 1,0 0-1,0 0 0,0 0 0,0 0 1,1-1-1,2 5 0,16 22 16,-15-23-17,-1 0 0,-1 0 0,4 7 0,-2-4 37,-3-7-34,0 1 0,0-1 0,1 0 0,-1 0 0,1 0 0,-1 0 1,1 0-1,0-1 0,0 1 0,0-1 0,0 0 0,0 0 0,4 2 0,16 6-51,-19-6 24,-1-1 10,1 0 0,0 0 0,-1 1 1,0 0-1,6 5 0,-8-7 12,-1-1 0,0 1-1,1-1 1,-1 1 0,0 0 0,1-1 0,-1 1 0,0 0-1,0-1 1,0 1 0,0 0 0,1-1 0,-1 1 0,0 0-1,0-1 1,0 1 0,0 0 0,0-1 0,-1 1 0,1 0-1,0 0 1,0-1 0,0 1 0,-1-1 0,1 1-1,0 0 1,-1-1 0,1 1 0,0-1 0,-1 1 0,1 0-1,-1-1 1,1 1 0,-1-1 0,1 0 0,-1 1 0,1-1-1,-1 1 1,1-1 0,-1 0 0,0 1 0,1-1 0,-2 0-1,-8 6 4,0-1 0,-16 5 0,8-3-1,8-4-3,0 1-1,-16 2 1,-7 1 5,21-3-60,0 0 0,0 1 0,-16 9 0,17-8-516,0 0 1,-1-1-1,-18 5 0,30-9 438,-1-1-1,1 0 0,-1 0 1,1 1-1,0-1 0,-1 0 1,1 0-1,-1 0 1,1 0-1,-1 0 0,1 1 1,-1-1-1,1 0 0,-1 0 1,1 0-1,-1 0 1,1 0-1,-1 0 0,1-1 1,-1 1-1,1 0 0,0 0 1,-2 0-1,8-7-2322,-4 5 2090,9-10-2139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2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165 188 1180,'0'0'1852,"0"0"-1820,0 0 0,0 0 0,0 0-1,0-1 1,0 1 0,0 0 0,0 0 0,0 0 0,0-1 0,0 1 0,0 0 0,0 0 0,0 0 0,0 0 0,0-1 0,0 1 0,0 0 0,0 0 0,0 0 0,0-1 0,0 1 0,0 0 0,0 0 0,-1 0 0,1 0 0,0 0 0,0-1 0,0 1 0,0 0 0,0 0-1,0 0 1,-1 0 0,1 0 0,-4-2 106,4 2-98,0 0-1,-1 0 1,1 0-1,0 0 1,0 0-1,0 0 1,-1 0-1,1 0 1,0 0-1,0 0 1,0 0-1,-1 0 1,1 0-1,0-1 1,0 1-1,0 0 1,-1 0-1,1 0 1,0 0-1,0 0 1,0-1-1,0 1 1,0 0-1,-1 0 1,1 0-1,0 0 1,0-1-1,0 1 1,0 0-1,0 0 1,0 0-1,0-1 1,0 1-1,0 0 1,0 0-1,0-1 1,0 1-1,0 0 1,0 0-18,-1-1 0,1 1 0,0 0 1,-1 0-1,1 0 0,0 0 0,0 0 1,-1 0-1,1-1 0,0 1 1,-1 0-1,1 0 0,0 0 0,-1 0 1,1 0-1,0 0 0,0 0 1,-1 0-1,1 1 0,0-1 0,-1 0 1,1 0-1,0 0 0,-1 0 0,1 0 1,-1 1 90,-3 1 317,6-3 347,-2 1-757,0-1 0,0 1-1,0 0 1,0 0 0,0 0-1,1 0 1,-1-1 0,0 1 0,0 0-1,0 0 1,0 0 0,0-1-1,0 1 1,0 0 0,0 0 0,0 0-1,0-1 1,0 1 0,0 0 0,0 0-1,0 0 1,0-1 0,0 1-1,0 0 1,0 0 0,0 0 0,0-1-1,0 1 1,0 0 0,-1 0-1,1 0 1,0-1 0,0 1 0,0 0-1,0 0 1,0 0 0,0 0-1,-1 0 1,1-1 0,0 1 0,0 0-1,0 0 1,-1 0 0,1 0-1,-4-1 183,4 1-170,0 0 0,-1 0-1,1 0 1,0-1-1,0 1 1,0 0 0,-1 0-1,1 0 1,0 0-1,0 0 1,0 0 0,-1 0-1,1 0 1,0 0 0,0 0-1,0-1 1,-1 1-1,1 0 1,0 0 0,0 0-1,0 0 1,0 0-1,0-1 1,0 1 0,-1 0-1,1 0 1,0 0 0,0-1-1,0 1 1,0 0-1,0 0 1,0 0 0,0-1-1,0 1 1,0 0-1,0 0 1,0 0 0,0-2 1001,0 0-317,0 2-666,0 0 0,0 0 0,0 0 0,0 0 0,0 0 0,0 0 0,0-1 0,0 1 0,0 0 0,0 0 0,0 0 0,0 0 0,0 0 0,0 0 0,0 0 0,0-1 0,0 1 0,0 0 0,0 0 0,0 0 0,0 0 0,0 0 0,0 0 0,0 0 0,0 0 0,0-1 0,0 1 0,0 0 0,0 0 0,0 0 0,0 0 0,0 0 0,0 0 0,-1 0 1,1 0-1,0 0 0,0 0 0,0-1 0,0 1 0,0 0 0,0 0 0,0 0 0,0 0 0,0 0 0,-1 0 0,1 0 0,0 0 0,0 0-49,-1 1 10,1-1 1,-1 0 0,0 0-1,1 1 1,-1-1 0,1 1 0,-1-1-1,1 1 1,-1-1 0,1 1-1,0-1 1,-1 1 0,1-1-1,0 1 1,-1-1 0,1 1 0,0 0-1,-1-1 1,1 1 0,0 1-1,-9 7 167,5-2-126,-16 26 296,18-31-315,1 1 0,-1-1 0,1 1 1,-1-1-1,1 1 0,0 0 0,-1 4 0,1-3 65,0-1-1,0 1 0,-1-1 0,-3 7 1,2-4 17,0-1 0,1 1 0,0 0-1,0 0 1,1 0 0,-2 7 0,-1 6 178,-29 105 243,29-84-488,2-34-48,0 0 0,1-1 0,0 1 0,0 0 0,0 0 0,0 8 0,1-13 0,0 0 0,1 0 0,-1-1 0,0 1 0,0 0 0,1 0 0,-1-1 0,1 1 0,-1 0 0,0-1 0,1 1 0,-1 0 0,1-1 0,0 1 0,-1-1 0,1 1 0,-1-1 0,1 1 0,0-1 0,0 0 0,-1 1 0,1-1 1,0 0-1,-1 1 0,1-1 0,0 0 0,0 0 0,0 0 0,-1 1 0,2-1 0,1 0 3,0 0 0,-1 1 0,1-1 0,0 0-1,0 0 1,-1-1 0,5 0 0,13-5 15,-7 3-12,-1-1-1,0 0 0,0-1 0,0 0 0,-1-1 0,18-11 0,13-18-187,70-74 0,-104 98 74,16-23 1,-17 22 53,0 1 1,14-15 0,-14 19 38,-5 6 11,-1-1 0,1 1 1,-1-1-1,1 0 0,-1 0 1,0 1-1,0-1 1,1 0-1,-2 0 0,2-3 1,2-1 3,0-1 0,0 1 0,9-11 0,-8 12-5,-5 5 5,0-1 0,0 1 0,1 0 0,-1 0 0,0-1 0,0 1 0,0 0 0,0-1 0,1 1 0,-1 0 0,0-1 0,0 1 0,0 0 0,0-1 0,0 1 0,0-1 0,0 1 0,0 0 0,0-1 0,0 1 0,0 0 0,0-1 0,0 1 0,0-1 0,0 1 0,0 0 0,-1-1 0,1 1 0,0 0 0,0-1 0,0 1 0,-1 0 0,1 0 0,0-1 0,0 1 0,-1 0 0,1 0 0,-1-1 0,1 1 1,0 0-1,0 0 0,0-1 0,-1 1 1,1 0-1,0 0 0,0 0 0,0 0 1,-1 0-1,1 0 0,0 0 0,0 0 1,-1 0-1,1 0 0,0 0 0,0 0 1,-1 0-1,1 0 0,0 0 0,0 0 1,0 0-1,-1 0 0,1 1 0,0-1 1,0 0-1,0 0 0,-1 0 0,1 0 1,0 0-1,0 0 0,0 1 0,-1-1 1,1 0-1,0 0 0,0 0 0,0 0 1,0 1-1,0-1 0,0 0 0,0 0 1,-1 1-1,1-1 0,0 0 0,0 0 1,0 0-1,0 1 0,0-1 0,0 0 0,0 0 1,0 1-1,0-1 0,0 0 0,0 0 1,0 0-1,0 1 0,0-1 1,0 3-3,-1-1 0,1 1 1,-1-1-1,0 0 1,0 1-1,0-1 1,0 0-1,-1 0 1,-1 4-1,-6 8-26,-24 53 44,27-53 3,5-12-16,0-1-1,0 1 0,0 0 1,1-1-1,-1 1 0,1-1 1,-1 1-1,1 0 0,0 0 1,0 2-1,0-2-1,-1-1 0,1 0 0,0 0 0,0 1 0,0-1 0,-1 0 1,1 1-1,-1-1 0,1 0 0,-1 0 0,1 0 0,-2 2 0,1-2-1,1 0 0,-1 0 1,0 1-1,1-1 0,-1 0 0,1 1 0,0-1 0,-1 1 0,1-1 0,0 0 1,0 1-1,0 1 0,0 31-18,0-33 20,0 0 1,1-1-1,-1 1 0,1-1 1,-1 1-1,1 0 1,-1-1-1,1 1 0,-1-1 1,1 1-1,0-1 0,-1 1 1,1-1-1,0 0 1,0 1-1,-1-1 0,1 0 1,0 0-1,-1 1 0,1-1 1,0 0-1,0 0 1,0 0-1,1 0 0,26 3 59,-21-4-57,-1 0-1,1 0 1,-1-1-1,0 0 1,0 0 0,0 0-1,0-1 1,0 0 0,0 0-1,7-6 1,20-9 14,-23 12-11,0 0-1,0-1 1,-1 0 0,0 0-1,0-1 1,10-11 0,4-5 17,-5 9-26,-1-2-1,-1 0 0,0-1 1,-1 0-1,24-41 0,-34 50-4,0-2-2,1 1 0,11-15 0,-16 23 8,1 1-1,-1-1 1,0 0 0,0 0-1,0 0 1,0 0 0,0 0-1,-1 0 1,1 0-1,0 0 1,-1 0 0,0-1-1,1 1 1,-1 0 0,0 0-1,0 0 1,-1-4-1,1 4 1,0 1 2,0 0-1,0 0 0,0 0 1,1 0-1,-1 0 0,0 0 1,0 0-1,1 0 0,-1 0 1,1 0-1,-1 0 0,1 0 1,-1 0-1,1 1 0,-1-1 1,2-1-1,0-1 0,-2 3 0,1 0 0,-1-1 1,0 1-1,0 0 0,0-1 0,0 1 0,0 0 0,0-1 0,0 1 0,0 0 0,0-1 0,0 1 1,0 0-1,0-1 0,0 1 0,0 0 0,0-1 0,0 1 0,0 0 0,-1-1 0,1 1 0,0 0 1,0-1-1,0 1 0,0 0 0,-1 0 0,1-1 0,0 1 0,0 0 0,-1 0 0,1-1 0,0 1 1,0 0-1,-1-1 0,0 1 0,1 0-1,-1-1 1,1 1 0,-1-1 0,1 0 0,0 1 0,-1-1 0,1 1-1,-1-1 1,1 1 0,0-1 0,0 0 0,-1 1 0,1-2 0,0 1-2,0 1 0,0 0 1,0-1-1,0 1 1,0-1-1,0 1 0,0 0 1,0-1-1,-1 1 1,1 0-1,0-1 0,0 1 1,0 0-1,0-1 1,-1 1-1,1 0 0,0-1 1,0 1-1,-1 0 1,1 0-1,0-1 0,-1 1 1,1 0-1,0 0 1,-1-1-1,1 1 0,0 0 1,-1 0-1,1 0 1,0 0-1,-1 0 0,1 0 1,-1-1-1,0 1 1,-12 2-51,-6-1 29,18-1 22,0 0 0,0 0 0,0-1 0,0 1 0,0 0 1,0 0-1,0 0 0,0 1 0,0-1 0,0 0 0,0 0 0,0 0 1,0 1-1,0-1 0,0 1 0,0-1 0,0 0 0,0 1 0,1 0 0,-1-1 1,0 1-1,-1 1 0,-21 19-16,19-19 16,1 0-1,0 0 1,0 1 0,1-1-1,-1 1 1,0 0-1,1 0 1,0 0 0,0 0-1,-3 5 1,-8 32 25,12-37-21,1 0 0,-1 0 1,1 0-1,0 1 0,0-1 0,0 0 0,0 0 1,1 1-1,-1-1 0,1 0 0,1 4 1,16 29-29,-15-32 21,1 1-1,-1-1 1,1 1 0,0-1 0,0 0-1,8 6 1,33 21-7,-28-24 6,-4-2-4,12 16-5,-15-12 13,-9-9 2,0 1-1,0-1 1,-1 1 0,1 0 0,0 0-1,0 0 1,0-1 0,-1 1-1,1 0 1,0 0 0,-1 0 0,1 0-1,-1 0 1,1 0 0,-1 0-1,0 0 1,1 0 0,-1 1-1,0-1 1,0 0 0,0 0 0,0 0-1,0 0 1,0 0 0,0 0-1,0 2 1,0 8 1,1-7 3,-1 1 0,0-1 0,0 0 0,0 1 0,-1-1 0,-1 6 0,-5 0-6,5-8-2,1-1 0,0 0 0,0 1 1,0-1-1,0 1 0,0 0 1,0-1-1,0 1 0,0 0 0,1 0 1,-1-1-1,1 1 0,-1 2 1,1-3 0,0-1 1,0 1 0,0-1-1,0 1 1,0-1 0,0 1 0,-1-1-1,1 1 1,0-1 0,0 1 0,0-1-1,-1 1 1,1-1 0,0 0 0,-1 1-1,1-1 1,0 1 0,-1-1 0,1 0-1,0 1 1,-1-1 0,0 1-1,1-1 3,-1 0-1,1 1 1,0-1-1,-1 0 0,1 0 1,0 1-1,-1-1 0,1 0 1,0 1-1,0-1 0,-1 0 1,1 1-1,0-1 1,0 1-1,0-1 0,0 0 1,-1 1-1,1-1 0,0 1 1,0-1-1,0 1 1,0 0-1,0-1 1,0 0-1,0 0 1,0 0 0,0 1 0,0-1 0,0 0-1,0 0 1,-1 0 0,1 1 0,0-1 0,0 0-1,0 0 1,0 0 0,0 1 0,0-1 0,-1 0-1,1 0 1,0 0 0,0 0 0,0 0 0,-1 1-1,1-1 1,0 0 0,0 0 0,0 0 0,-1 0-1,1 0 1,0 0 0,0 0 0,0 0-1,-1 0 1,1 0 0,0 0 0,-1 0 1,1 0 0,0 0 0,0 0-1,-1 0 1,1 0 0,0 0 0,0 0 0,0 0 0,-1 0 0,1 1-1,0-1 1,0 0 0,0 0 0,-1 0 0,1 0 0,0 0 0,0 0 0,0 1-1,-1-1 1,1 0 0,0 0 0,0 0 0,0 0 0,0 1 0,0-1 0,0 0-1,-1 0 1,1 0 0,0 1 0,0-1 0,0 0 0,0 0 0,0 1 0,0-1-1,0 0 0,0 1 0,0-1 0,0 1 0,-1-1 0,1 0 0,0 1 0,0-1 0,0 1 0,0-1 0,1 0 1,-1 1-1,0-1 0,0 1 0,0-1 0,0 0 0,0 1 0,0-1 0,1 0 0,-1 1 0,0-1 0,0 0 1,0 1-1,1-1 0,-1 0 0,0 1 0,1-1 0,-1 0 0,0 0 0,0 1 0,1-1 0,-1 0 0,0 0 0,1 0 1,-1 0-1,1 1 0,-1-1 0,0 0 0,1 0 0,-1 0 0,0 0 0,1 0 0,-1 0 0,1 0 0,-1 0 0,0 0 1,2 0-1,9 1 19,-9 0-16,0 0-1,0-1 1,0 1-1,0-1 1,0 0-1,0 1 1,0-1 0,-1 0-1,1 0 1,0-1-1,0 1 1,0 0-1,0-1 1,2 0-1,0 0 4,9-1 14,14-4 19,63-27 113,20-24-110,-104 54-43,0-1 1,-1 0-1,9-7 1,10-7 0,23-18 22,-41 31-22,0 0 2,-1-1 0,1 1-1,-1-1 1,0 0 0,-1 0 0,0-1-1,5-7 1,-1-5 13,-5 14-7,-1-1-1,0 1 1,0-1 0,0 1 0,-1-1-1,0 0 1,0 1 0,0-1 0,-1-8 0,0 14-9,0-1 1,0 1 0,0 0-1,0-1 1,0 1 0,0-1-1,0 1 1,0-1 0,0 1-1,0-1 1,-1 1 0,1-1-1,0 1 1,0 0 0,-1-1-1,1 1 1,0-1-1,-1 1 1,1 0 0,0-1-1,-1 1 1,1 0 0,-1-1-1,1 1 1,-1 0 0,1-1-1,-1 1 1,1 0-1,0-1 1,-1 1 0,1 0-1,0-1 1,-1 1-1,1 0 1,0-1 0,0 1-1,-1-1 1,1 1-1,0-1 1,0 1-1,0-1 1,0 1 0,0-1-1,0 1 1,-1-1-1,1 1 1,0-1 0,0-1 1,-1 1 0,1-1 1,-1 1-1,0-1 0,1 1 1,-1-1-1,0 1 0,0 0 1,0 0-1,0-1 0,0 1 1,0 0-1,-1 0 0,1 0 1,0 0-1,-1 0 0,1 0 1,0 0-1,-1 1 1,1-1-1,-1 0 0,1 1 1,-1 0-1,0-1 0,1 1 1,-2-1-1,-1 2-1,1-1 0,0 1 0,0 0 0,0 0 1,0 0-1,-4 2 0,-11 4-2,16-6 2,1 0-1,-1-1 0,1 1 0,0 0 1,-1 0-1,1 0 0,0 0 0,0 0 1,-2 1-1,-6 7-7,3-6 6,1 0 0,0 1 1,0 0-1,0 0 0,0 0 1,-6 9-1,8-10 1,-12 14 83,1 2 1,1-1 0,1 2 0,-17 34 0,27-49-65,1 0 0,0 0-1,1 1 1,0-1-1,-1 1 1,2-1 0,0 7-1,0 7 3,-1-17-18,0-1 1,0 0-1,1 1 0,-1-1 0,0 0 0,1 0 0,-1 1 1,1-1-1,-1 0 0,1 0 0,0 0 0,0 1 0,-1-1 1,1 0-1,0 0 0,0 0 0,1 1 0,7 8 28,-8-8-22,1 0 0,-1 0 0,1 0-1,0 0 1,-1 0 0,1-1 0,0 1 0,0-1-1,0 0 1,0 1 0,1-1 0,-1 0 0,0 0-1,0 0 1,1 0 0,-1-1 0,0 1-1,4 0 1,6 0 28,0 0-1,17 0 1,-22-1-18,22-2-156,1-2 0,-1-1 1,56-17-1,-51 13-327,32-11-905,-36 10-94,38-7 0,-48 13 77,0 0 1,-1-1-1,25-11 0,-15 4-1375,-5-2-255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11 132 688,'0'0'240,"0"0"-159,1 1 0,-1-1 0,0 1 0,0-1 0,0 0 0,0 1 0,0-1 0,0 1 0,0-1 0,0 0 0,0 1-1,0-1 1,0 1 0,0-1 0,0 0 0,0 1 0,0-1 0,0 1 0,-1-1 0,1 0 0,0 1 0,0-1 0,0 0-1,-1 1 1,1-1 0,0 0 0,0 1 0,-1-1 0,1 0 0,0 1 0,-1-1 0,1 0 0,0 0 0,-1 1-1,1-1 1,0 0 0,-1 0 0,1 0 0,-1 0 0,1 0 0,0 1 0,-1-1 0,1 0 0,-1 0 0,1 0 0,-1 0-1,1 0 1,0 0 0,-1 0 0,0-1 0,1-3 1129,0 7-754,0-2 40,0 4 837,0-8-815,0 1-294,0 15 4833,0-20-3909,0-48-540,0 55-606,0 0 0,0 0 0,0-1-1,0 1 1,0 0 0,0 0-1,0-1 1,0 1 0,1 0 0,-1 0-1,0 0 1,0-1 0,0 1-1,0 0 1,0 0 0,0 0-1,0-1 1,1 1 0,-1 0 0,0 0-1,0 0 1,0 0 0,0 0-1,1-1 1,-1 1 0,0 0-1,0 0 1,0 0 0,1 0 0,-1 0-1,0 0 1,0 0 0,0 0-1,1 0 1,-1 0 0,0 0-1,1 0 2,-1 0-1,0 0 0,0 0 0,1-1 1,-1 1-1,0 0 0,0 0 0,1 0 1,-1 0-1,0 0 0,0 0 0,1 0 0,-1-1 1,0 1-1,0 0 0,0 0 0,1 0 1,-1 0-1,0-1 0,0 1 0,0 0 0,0 0 1,1-1-1,-1 1 0,0 0 0,0 0 1,0-1-1,0 1 0,0 0 0,0 0 0,0-1 1,0 1-1,0 0 0,0 0 0,0-1 1,0 1-1,0-2 7,1 1 0,-1 0 0,0 0 1,0 0-1,1 0 0,-1 0 0,1 0 1,-1 0-1,1 0 0,-1 0 0,1 0 0,0 0 1,0 0-1,-1 0 0,1 0 0,0 0 1,1 0-1,19-14 105,-18 13-101,6-3 19,-8 5-26,0 0-1,0-1 1,0 1-1,0-1 1,0 0-1,-1 1 0,1-1 1,0 0-1,0 0 1,-1 1-1,2-3 1,-2 3-4,1-1 1,-1 1 0,0-1-1,1 1 1,-1-1 0,0 1-1,1 0 1,-1-1 0,1 1-1,-1-1 1,1 1 0,-1 0-1,1-1 1,-1 1 0,1 0-1,-1 0 1,1-1 0,-1 1-1,1 0 1,1 0 0,19-6 23,0-1 20,-17 4-24,-4 3-22,1-1 1,-1 1 0,0 0 0,1-1 0,-1 1-1,1 0 1,-1 0 0,0 0 0,1-1 0,-1 1-1,1 0 1,-1 0 0,0 0 0,1 0-1,-1 0 1,1 0 0,-1 0 0,1 0 0,-1 0-1,1 0 1,15-4 11,-15 4-15,0-1 1,1 1-1,-1-1 1,0 1-1,1-1 1,-1 1-1,1 0 1,-1 0-1,0-1 1,1 1-1,-1 0 1,1 1-1,-1-1 1,0 0-1,1 0 1,-1 0-1,2 1 1,1 2 1,3 0 1,-3-2-10,5 6 7,-8-4 3,0-1-1,1-1-1,0 0 1,0 0-1,0 1 1,0 0-1,0-1 0,0 1 1,0 0-1,-1 0 1,1-1-1,-1 1 1,1 1-1,-1-1 1,0 0-1,0 0 1,1 0-1,-2 1 1,1-1-1,0 0 1,0 1-1,-1-1 1,0 1-1,1 4 1,-1-6 0,0 1 1,0-1-1,1 0 0,-1 0 1,0 1-1,1-1 0,-1 0 1,1 0-1,-1 0 0,2 2 1,-1-1-1,0-1 0,-1 0 1,1 1-1,0-1 1,-1 0-1,1 1 0,-1-1 1,0 1-1,1-1 0,-1 3 1,0 99 123,0-100-113,0-1 1,-1 0 0,1 1 0,0-1-1,-1 1 1,0-1 0,1 0 0,-3 3 0,2-3-4,1 1 0,-1-1 0,0 0 0,0 1 1,1-1-1,0 1 0,-1-1 0,1 3 1,0-1-2,-1-1 0,1 1 1,-1-1-1,0 0 0,0 1 1,0-1-1,-3 5 0,0 1-46,-13 18 9,3-5 52,9-13 13,0 0-1,-1-1 1,0 1-1,-1-1 1,1 0-1,-12 9 1,12-11 4,0 0 0,1 0-1,-1 1 1,1 0 0,-4 8 0,-11 14 46,4-11-39,10-12-31,1 0-1,-1 1 0,-7 12 0,12-17-11,-1 0 1,0 0-1,0 1 0,1-2 0,-2 1 0,1 0 0,-3 2 1,5-3-2,-1-1 0,1 1 0,0-1 0,0 1 0,-1-1 0,1 1 0,0 0 0,0-1 0,0 1 0,-1 0-1,1-1 1,0 1 0,0-1 0,0 1 0,0 1 0,1 1-31,-1-8 38,11 3 100,-7-1-83,0 0-1,0 0 1,0 0 0,9-3 0,2-2 12,-4 2-4,-1 1-1,13-5 0,-12 6-28,0-1 0,11-7 1,-12 7 3,1 0 1,0 0 0,0 1-1,19-4 1,-4 0 50,-18 5-85,1 0 1,0 1 0,0 1 0,-1-1 0,15 0-1,19-5 18,-40 7 16,-2-2-150,0 2 136,0 0 1,0 0-1,0 0 1,0 0-1,0 0 1,-1-1-1,1 1 1,0 0-1,0 0 1,0 0-1,0 0 0,0 0 1,0-1-1,0 1 1,0 0-1,0 0 1,0 0-1,0 0 1,1 0-1,-1 0 1,0-1-1,0 1 1,0 0-1,0 0 1,0 0-1,0 0 0,0 0 1,0 0-1,0 0 1,0-1-1,0 1 1,0 0-1,1 0 1,-1 0-1,0 0 1,0 0-1,0 0 1,0 0-1,0 0 0,1 0 1,0 0-52,0-1 0,-1 1 0,1 0 0,0 0 0,0-1-1,0 1 1,0 0 0,0-1 0,0 1 0,0-1 0,-1 1 0,1-1 0,0 1 0,0-1 0,-1 0 0,1 1-1,0-1 1,-1 0 0,2-1 0,11-21-1595,-1 2-410,32-44-3286,-24 35 3773,-16 23 955,0-1 0,0 1 1,5-14-1,-6 15 238,8-22-1233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6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858 394 400,'0'-83'4122,"-1"81"-4075,1 0 1,0-1 0,0 1 0,-1-1-1,1 1 1,-1 0 0,0-1 0,-1-2-1,1 3-3,0 0 0,0 0 0,1-1 0,-1 1 0,0-1 0,1 1 0,0 0 0,0-4-1,-1 3 16,1 0 0,-1-1 0,0 1 0,0 0 0,0 0 0,0-1 0,0 1 0,-1 0 0,0 0 0,-3-5 0,-2-1 264,-16-18 0,6 9 95,-1 2-1,-1 0 0,0 1 1,-1 2-1,-1-1 1,0 2-1,0 1 0,-32-12 1,19 10 417,-1 2 1,-48-10 0,72 19-655,-1 1 0,1 1 1,0 0-1,-1 0 1,1 1-1,0 1 1,-1 0-1,1 0 1,0 1-1,-21 9 1,14-5 4,8-3-63,0 0 1,-16 8-1,8 0 296,-33 26-1,45-32-298,-1 1 1,1-1-1,0 1 0,0 1 0,1-1 1,0 1-1,-6 11 0,-7 17 279,10-23-140,-9 25 0,4-5 87,5-12-56,1 0 0,-8 36-1,5 12 41,-3 115-1,13 30-43,0-201-264,5 22 1,-3-21 7,2 27-1,-4-32-17,1 0 0,1 0-1,0 0 1,0 0-1,1 0 1,4 11 0,7 21 45,-13-37-51,0 0 0,0 0 0,1 0-1,-1 0 1,1-1 0,0 1 0,0-1 0,5 7 0,9 13-42,-13-18 8,0 0 1,0-1 0,1 1 0,0-1 0,0 0 0,0 0 0,0 0-1,1-1 1,0 1 0,-1-1 0,1 0 0,0-1 0,11 5 0,5 0 102,0 0 1,27 4 0,-43-10-31,10 1 27,1 0 1,-1-1-1,1 0 0,16-3 0,61-9 81,-44 2-104,-1-1-1,0-3 0,-1-2 1,49-22-1,54-31 70,-128 56-91,0 0 1,40-31-1,-2 1 39,-43 30 36,-2 0 0,0-1 0,0 0 0,-1-2 0,18-23 0,-27 32-50,-2 0 1,1 0 0,0 0 0,-1 0-1,0-1 1,-1 1 0,0-1 0,0 0-1,0 0 1,1-9 0,-1-7 183,-1-42 0,-2 34-83,1 18-92,-1 0-1,-1 0 1,0 1-1,0-1 1,-6-14-1,-27-60 325,28 71-288,0 2-18,0 0 0,-2 1 1,1 0-1,-2 0 0,0 1 1,0 0-1,-1 1 0,0 0 0,-1 0 1,-1 2-1,1-1 0,-20-9 1,10 7-62,0 2 0,-32-12 0,31 15-21,4 0-9,-29-5 0,29 8 10,6 2-3,0-1 1,0 1-1,0 1 0,-22 1 1,12 2-30,-33 1 1,-10 4-450,58-7 274,0 1 0,0 0 0,0 0-1,0 1 1,1 0 0,-1 0 0,-12 6-1,0 2-2214,-26 17 0,43-25 1716,1 0-1,-1 0 0,1 0 1,0 0-1,0 0 0,0 0 1,-3 6-1,-7 4-6266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7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52 52,'0'0'197,"-1"1"-1,1-1 1,0 1-1,0-1 1,0 1 0,0 0-1,0-1 1,-1 1 0,1-1-1,0 1 1,0-1-1,-1 1 1,1-1 0,0 1-1,-1-1 1,1 0-1,-1 1 1,1-1 0,0 1-1,-1-1 1,1 0-1,-1 1 1,1-1 0,-2 1-1,1-1-348,1 0 194,0 0-1,0 1 1,0-1-1,-1 0 1,1 0 0,0 0-1,0 1 1,0-1-1,0 0 1,-1 0-1,1 1 1,0-1 0,0 0-1,0 0 1,0 1-1,0-1 1,0 0-1,0 0 1,0 1 0,0-1-1,0 0 1,0 0-1,0 1 1,0-1-1,0 0 1,0 0 0,0 1-1,0-1 1,0 0-1,0 0 1,1 1 0,-1-1-16,0 1 1,0-1 0,0 0-1,0 0 1,0 1 0,0-1 0,0 0-1,0 0 1,0 1 0,0-1-1,0 0 1,0 0 0,0 1 0,0-1-1,0 0 1,0 1 0,0-1 0,0 0-1,0 0 1,0 1 0,0-1-1,0 0 1,0 0 0,-1 0 0,1 1-1,0-1 1,0 0 0,0 0-1,0 0 1,-1 1 0,1-1 0,-2 2 45,-5 5 711,7-7-761,0 0-1,0 0 0,0 0 1,0 0-1,0 0 0,0 0 1,0 0-1,0 0 0,0 0 1,-1 0-1,1 0 0,0 0 1,0 0-1,0 0 0,0 0 1,0 0-1,0 0 0,0 0 1,0 0-1,0 1 0,0-1 1,0 0-1,0 0 0,0 0 1,0 0-1,0 0 0,0 0 1,-1 0-1,1 0 0,0 0 1,0 1-1,0-1 0,0 0 1,0 0-1,0 0 0,0 0 1,0 0-1,0 0 0,0 0 1,1 0-1,-1 0 0,0 1 0,0-1 1,0 0-1,0 0 0,0 0 1,0 0-1,0 0 0,0 0 1,0 0-1,0 0 0,0 0 1,0 0-1,0 0 0,0 1 1,0-1-1,1 0 1,-2 0 131,0 0 0,0 1 0,0-1 0,1 0 0,-1 1 0,0-1 1,0 1-1,1-1 0,-1 1 0,0 0 0,1-1 0,-1 1 1,0 1-1,1 1 449,0-7 1181,1 4-1243,0 0-546,0 0 38,-1 0 0,0 0 0,0 0 0,1 0-1,-1 0 1,0 0 0,0 0 0,1 0 0,-1 0-1,0 0 1,0 0 0,1 0 0,-1 0 0,0 0-1,0 0 1,1 0 0,-1-1 0,0 1 0,0 0-1,1 0 1,-1 0 0,0 0 0,0 0 0,1-1-1,-1 1 1,0 0 0,0 0 0,0 0 0,0-1-1,1 1 1,-1 0 0,0 0 0,0 0 0,0-1-1,0 1 1,0 0 0,0 0 0,0-1 0,0 1-1,1 0 1,-1-1 0,0 1 0,9-9 598,-7 2-496,-2 7-123,1-1-1,-1 0 1,0 0 0,0 1-1,1-1 1,-1 0-1,0 1 1,1-1-1,-1 1 1,1-1-1,-1 0 1,1 1 0,-1-1-1,1 1 1,-1-1-1,1 1 1,-1-1-1,1 1 1,0 0 0,-1-1-1,1 1 1,0 0-1,0-1 1,32-15 172,-21 9-139,1 1-1,15-6 1,-5 4-29,20-5 18,-39 12-31,-1 1-1,1-1 1,0 1 0,0 0-1,0 0 1,0 0 0,0 1-1,0-1 1,5 3 0,-4-2-2,-1 1 1,1 0 0,-1 1 0,0-1-1,7 6 1,-2-1-3,-8-7 2,-1 1-1,0-1 1,1 1-1,-1 0 0,0-1 1,0 1-1,1-1 1,-1 1-1,0 0 1,0-1-1,0 1 1,0 0-1,0-1 0,0 1 1,0-1-1,0 1 1,0 0-1,0-1 1,0 1-1,-1 0 1,1 0-1,0 5 6,0 1 0,0-1 0,0 1 0,-1-1 0,-1 1 0,1-1 0,-1 0 1,0 0-1,0 1 0,-1-1 0,1 0 0,-7 8 0,-34 41 102,-64 74-102,106-127-2,-1 0 0,0 0 0,1 0 1,-1 0-1,1 1 0,-2 3 0,2-4 0,0 0 0,0 0 0,0 0 0,0 0 0,0-1 0,0 1 1,0-1-1,-2 3 0,-18 21 33,20-24-32,0 8-12,1-9 7,0 0 0,0 0-1,0 0 1,0 0 0,0 0 0,0 0 0,0 0 0,0 0 0,0 0 0,0 0 0,0 0-1,0 0 1,0 0 0,0 0 0,0 0 0,0 0 0,0 0 0,0 0 0,0 0-1,0 0 1,0 0 0,0 0 0,0 0 0,0 0 0,0 0 0,0 0 0,0 0 0,0 0-1,1 0 1,-1 0 0,0 0 0,0 0 0,0 0 0,0 0 0,0 0 0,0 0-1,0 0 1,0 0 0,0 0 0,0 0 0,0 0 0,0 0 0,0 0 0,1-1 9,9 0 1,7 5 19,-15-4-26,0 1 0,-1-1 0,1 1 0,0-1-1,-1 1 1,1-1 0,0 0 0,-1 0 0,1 0 0,0 0 0,0 0 0,-1 0 0,3-1 0,17-4 8,0 2 0,-1 0 0,1 1 0,32 2 0,-48 0-19,-4 0 8,0 0 1,0 0 0,0 0-1,0 1 1,0-1 0,0 0 0,-1 0-1,1 1 1,0-1 0,0 0 0,0 1-1,0-1 1,-1 1 0,1-1-1,0 1 1,-1-1 0,1 1 0,0-1-1,-1 1 1,1 0 0,-1 0 0,1-1-1,-1 1 1,1 0 0,0 1-1,0 0 1,-1 0-1,1 0 1,0 0 0,-1 0-1,1 0 1,-1 0-1,0 1 1,0 1-1,1-1 10,-1 0-1,0 0 1,0-1-1,0 1 0,0 0 1,-1 0-1,1-1 1,-1 1-1,0 0 0,1-1 1,-1 1-1,0 0 1,-1-1-1,1 1 1,0-1-1,-1 0 0,1 0 1,-1 1-1,0-1 1,0 0-1,0 0 1,0 0-1,-2 1 0,-4 4 12,-3 2 34,-1 0 1,0-1-1,-20 11 1,0-1 13,-33 16 16,22-12-74,36-17-11,-1-1 1,0 0-1,0-1 0,0 1 0,0-1 0,-11 1 0,2 3-51,15-6 29,0 0-1,0 0 1,0 0 0,0 0-1,0 0 1,0-1-1,-4 1 1,6-1-27,-1 0 0,1 0 0,-1 0 0,1-1 0,0 1 0,-1 0 1,1 0-1,-1 0 0,1-1 0,-1 1 0,1 0 0,0-1 0,-1 1 0,1 0 0,0-1 0,-1 1 1,1 0-1,0-1 0,0 1 0,-1-1 0,1 1 0,0-1 0,0 1 0,0-1 0,-1 1 1,1 0-1,0-1 0,0 1 0,0-1 0,0 1 0,0-1 0,0 1 0,0-1 0,0 1 0,0-1 1,0 1-1,1-2 0,-1-4-1006,-1 4 730,1-1 1,0 0-1,0 1 1,1-1-1,-1 0 1,0 1-1,1-1 1,-1 0-1,1 1 1,0-1-1,0 1 1,0-1-1,0 1 1,4-5-1,13-26-2272,8-9-505,-4 8 626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28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814 91 784,'0'-2'220,"-1"-1"1,1 1-1,-1 0 1,1-1-1,-1 1 0,0 0 1,0-1-1,0 1 0,0 0 1,-1 0-1,1 0 0,-1 0 1,1 0-1,-1 0 1,1 1-1,-1-1 0,0 0 1,0 1-1,0-1 0,0 1 1,-4-2-1,-4-2 150,0 0 0,0 0 1,-16-4-1,-40-4 676,57 10-840,-1 1 0,0 1 0,1-1 0,-1 2 0,-16 0 0,-47 7 1275,57-5-1152,-5 1 319,-27 8-1,29-6-336,0 1 53,0 1 0,0 1 1,1 0-1,-1 1 1,-20 15-1,24-14-5,0 1-1,1 1 0,1 0 0,-23 26 1,-40 63 263,69-91-604,-3 6 61,1 0-1,0 1 1,-5 18 0,3-10 59,6-10-10,0-1 0,1 1-1,1 0 1,-3 26 0,3-18 76,-6 25 1,6-34-148,0 0 1,0 0 0,2 0-1,0 0 1,0 0 0,1 1-1,3 16 1,1-1-2,-2-3 1,2 0 0,1 0 0,2 0 0,15 43 0,-11-43-14,22 45 162,-28-62-154,1 0 1,0 0 0,0-1-1,15 16 1,-6-10 46,1-1 0,0 0 1,1-2-1,0 0 0,1-1 0,27 13 1,-31-18-27,0-1 1,0 0 0,1-1 0,0 0 0,0-2 0,0 1-1,0-2 1,0 0 0,27-2 0,-18-2 26,-1-1 0,39-12 0,44-21 150,-81 27-186,102-48 302,-102 46-276,72-45 391,-60 33-266,1-1 230,-1-2-1,62-58 0,-78 64-249,-11 12-42,0-1 0,-1 0-1,10-15 1,-8 12 28,-9 11-130,1-1 0,-1 1 0,0-1 0,0 0 0,-1 1 0,1-1 0,-1 0 0,3-5 0,-1-1 60,-1 1 0,0-1 0,0 0 0,-1 0 0,0 0 0,-1 0 0,0 0 0,0 0 0,-1 0 0,0 0 0,0 0 0,-5-16 0,-1 7-20,0 0 0,-1 1 1,-1 0-1,0 0 0,-19-25 0,8 18-44,-1 1 0,0 1 0,-2 1 0,-46-33 0,19 20-12,-70-37 0,97 60-30,-1 1-1,0 0 1,0 2-1,-1 1 1,-46-7 0,-126 0-78,177 14 68,0 0 3,0 0 1,1 1-1,-23 5 0,9 0 20,-33 9-195,53-12 58,8-1-36,0-1 0,0 1 1,0-1-1,0 1 0,0 1 0,0-1 0,0 1 1,1 0-1,-5 3 0,0 2-398,5-6 171,1 1 0,0 0-1,0 0 1,-4 6-1,6-9 279,1 1-1,-1 0 1,1 0-1,-1 0 1,1 0-1,-1 0 1,1 0-1,0 0 1,-1 0-1,1 0 1,0 0-1,0 0 1,0 0-1,0 0 1,0 0-1,0 0 1,0 0-1,0 0 1,0 0-1,1-1 1,-1 1-1,0 0 1,1 0-1,0 2 1,2 2-852,-3-3 619,1 0 0,0-1-1,-1 1 1,1 0 0,0-1 0,0 1-1,0-1 1,0 0 0,1 1 0,-1-1-1,0 0 1,1 0 0,-1 0 0,0 1-1,3 0 1,41 9-9003,-39-10 8040,7 0-2497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35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7 924,'0'0'191,"1"0"1,0 0-1,-1 0 1,1 0-1,0 0 0,-1 0 1,1 0-1,0 0 1,-1-1-1,1 1 1,0 0-1,-1 0 0,1-1 1,0 0-1,0 1-55,0-1 1,-1 1-1,1-1 0,0 1 1,0 0-1,0-1 0,-1 1 1,1 0-1,0 0 0,0 0 1,0 0-1,-1-1 0,1 1 1,2 1-1,4-1 61,-5 0 571,-2 1-639,-1 1-1,1-1 1,0 1 0,0 0 0,0-1 0,1 1 0,-1-1 0,0 1 0,1 0 0,0 1 0,3-2-159,-4-1 63,0 0-1,0 0 1,0 0 0,1 0 0,-1 0-1,0 0 1,0 0 0,0 0 0,1 1-1,-1-1 1,0 0 0,0 0 0,0 0-1,1 0 1,-1 0 0,0 0 0,0 0-1,0 1 1,0-1 0,1 0 0,-1 0-1,0 0 1,0 0 0,0 1 0,0-1-1,0 0 1,0 0 0,0 0 0,1 1-1,-1-1 1,0 0 0,0 0 0,0 0-1,0 1 1,0-1 0,0 0 0,0 0-1,0 2 1112,-2-2-954,-5 0-12,5 0 350,2 8 2452,0-8-2967,0 1-1,0-1 1,0 0-1,0 0 1,0 1 0,-1-1-1,1 0 1,0 0-1,0 1 1,0-1-1,0 0 1,0 0-1,0 0 1,0 1-1,-1-1 1,1 0-1,0 0 1,0 0 0,0 1-1,-1-1 1,1 0-1,0 0 1,0 0-1,-1 0 1,1 1-1,0-1 1,0 0-1,-1 0 1,1 0-1,0 0 1,0 0-1,-1 0 1,1 0 0,0 0-1,0 0 1,-1 0-1,1 0 1,0 0-1,0 0 1,-1 0-1,1 0 1,-1 0-1,1 0-21,-2 0 297,1 2-140,1 0 1,-1 0-1,1 0 1,0 0 0,0 0-1,0 0 1,0 0-1,0 0 1,1 4-1,-1-4-85,1-1 0,-1 1 0,0 0-1,0 0 1,0 0 0,0 0-1,0 0 1,-1 0 0,1-1 0,-1 4-1,-17 36 1026,-4 7-92,20-44-948,1 1 0,-1-1 0,0 0 0,0 1 0,-1-1 0,1 0 0,-1-1 0,-4 6 0,-15 32 58,13-30-76,5-7-6,0 0 1,1 1-1,0-1 0,-5 10 1,6-10 23,-1 1 0,1 0 0,-1-1 0,0 0 0,-5 6 0,7-8-45,0 0-5,0 0 0,1-1 0,-1 1 1,1 0-1,0 0 0,0 0 0,-1 0 0,1 0 0,0 0 0,1 0 0,-1 4 0,1 0 5,-1-5 31,0-1-30,0 0 0,0-1 0,0 1 0,0 0 0,0 0 0,0-1 0,0 1 0,0 0 0,0 0 0,0-1 0,0 1 0,-1 0 0,1 0 0,0-1 0,0 1 0,0 0 0,0 0 0,0-1 0,-1 1 0,1 0 0,0 0 0,0 0 0,0-1 0,-1 1 0,1 0 0,0 0 0,0 0 1,-1 0-1,1 0 0,0-1 0,0 1 0,-1 0 0,1 0 0,0 0 0,0 0 0,-1 0 0,1 0 0,0 0 0,0 0 0,-1 0 0,1 0 0,0 0 0,-1 0 0,1 0 0,-1 0 0,-1 0 12,2 2 15,0-2-29,0 0 0,0 0 0,0 1 0,0-1 0,0 0 0,0 0 0,0 0 0,0 0 0,0 1 0,0-1 0,0 0 0,0 0 0,0 0 0,0 0 0,0 1 0,0-1 0,0 0 0,0 0 0,0 0 0,0 0 0,0 0 0,0 1 0,0-1 0,0 0 0,0 0 0,0 0 0,0 0 0,1 0 0,-1 0 0,0 1 0,0-1 0,0 0 0,0 0 0,0 0 0,0 0 0,1 0 0,-1 0 0,0 0 0,0 0-1,1 1 0,-1-1 1,0 0-1,1 0 1,-1 0-1,0 0 0,1 0 1,-1 0-1,0 0 0,0-1 1,1 1-1,-1 0 1,0 0-1,1 0 0,-1 0 1,0 0-1,0 0 1,1 0-1,-1-1 0,0 1 1,0 0-1,1 0 0,-1 0 1,0-1-1,0 1 1,1 0-1,-1 0 0,0-1 1,0 1-1,0 0 1,0 0-1,0-1 0,1 1 1,-1 0-1,0 0 0,0-1 1,0 1-1,0-2 59,6 2-41,-5 0-18,-1 0 0,1 0 1,-1 0-1,1-1 0,-1 1 0,1 0 0,-1 0 1,1 0-1,-1 0 0,1 0 0,-1 0 0,1 0 0,-1 1 1,1-1-1,-1 0 0,1 0 0,-1 0 0,1 0 1,-1 1-1,1-1 0,-1 0 0,0 0 0,1 1 0,-1-1 1,1 0-1,-1 1 0,0-1 0,1 0 0,-1 1 1,0-1-1,1 1 0,-1-1 0,0 1 0,0-1 0,1 1 1,21-1 7,-20 0-10,-1 0 1,1 0 0,-1 0-1,1 0 1,0 0-1,-1 0 1,1 1-1,-1-1 1,1 0-1,0 1 1,-1 0-1,1-1 1,1 2 0,6 0-7,33-2-52,-40 0 46,-2 0 11,0 0 1,0 0-1,0-1 1,0 1-1,0 0 1,0 0-1,0-1 1,0 1-1,0 0 0,0 0 1,0 0-1,0-1 1,0 1-1,0 0 1,0 0-1,0 0 1,0-1-1,0 1 1,0 0-1,0 0 1,0 0-1,1-1 1,-1 1-1,0 0 1,0 0-1,0 0 1,0 0-1,1 0 1,-1-1-1,0 1 1,0 0-1,0 0 1,0 0-1,1 0 1,-1 0-1,8 2-30,5 2-17,-11-4-34,1 1 1,-1-1 0,1-1 0,-1 1 0,0 0 0,1-1-1,-1 1 1,1-1 0,-1 1 0,0-1 0,1 0 0,-1 0 0,0 0-1,0-1 1,0 1 0,0 0 0,3-3 0,7-7-513,-10 10 477,0-1-1,0 0 0,0 0 1,0 0-1,0 0 1,0 0-1,1-2 0,8-16-505,-2 0 110,-12 16 458,3 3 52,0 1 1,-1-1 0,1 1 0,-1 0-1,1-1 1,0 1 0,-1-1-1,1 1 1,0-1 0,0 1-1,-1-1 1,1 1 0,0-1-1,0 1 1,0-1 0,0 0-1,0 0 1,0 1 3,0-1-1,0 0 1,0 1 0,0-1-1,0 1 1,0-1 0,0 1-1,0-1 1,0 1-1,0-1 1,0 1 0,0-1-1,1 1 1,-1 0 0,0-1-1,0 1 1,1-1-1,-1 1 1,0-1 0,1 1-1,-1 0 1,0-1-1,1 1 1,-1 0 0,1-1-1,-1 1 1,0 0 0,1 0-1,-1-1 1,1 1-1,0 0 1,0-1 0,-1 0 17,1 0 0,-1 0 0,1 0 0,-1 0 0,0-1 0,1 1 0,-1 0 0,0 0 0,0 0 0,0-1 0,0-1 0,-1 2 462,1 13 153,0-9-527,0 0 1,-1 0 0,1 1-1,-1-1 1,1 0-1,-1 0 1,0 1-1,0-1 1,0 0-1,-2 3 1,2-5-67,0 1 0,1-1 0,-1 0 0,1 0 0,-1 0-1,1 0 1,0 0 0,0 0 0,-1 1 0,1 1 0,0-3-31,0 1-1,0-1 1,0 0-1,0 1 1,0-1-1,0 1 1,0-1-1,0 0 1,-1 1-1,1-1 0,0 0 1,0 1-1,0-1 1,-1 0-1,1 0 1,0 1-1,0-1 1,-1 0-1,1 1 1,0-1-1,0 0 1,-1 0-1,1 0 1,0 1-1,-1-1 1,1 0-1,0 0 1,-1 0-1,1 0 0,-1 1-1,1-1 0,0 0-1,-1 1 1,1-1-1,0 1 1,0-1-1,-1 0 1,1 1-1,0-1 1,0 1-1,0-1 1,0 1 0,-1-1-1,1 1 1,0-1-1,0 1 1,0-1-1,0 1 1,0-1-1,0 0 1,0 1-1,0-1 1,1 1-1,-1-1 1,0 1 0,0 0 5,1 1 1,-1-1-1,0 0 1,0 0-1,0 0 1,0 0 0,0 0-1,0 0 1,-1 0-1,1 0 1,0 0 0,-1 2-1,-1 0 21,1-1-15,0 0-1,0-1 1,0 1 0,1 0 0,-1-1 0,0 1-1,1 0 1,0 0 0,-1 0 0,1-1 0,0 3 0,0-2 3,-1 0 1,1 0 0,0 0 0,-1 0-1,1-1 1,-1 1 0,1 0 0,-3 3 0,2-3-5,1 0 1,-1 0-1,0 0 1,1 0-1,-1 0 1,1 0 0,-1 0-1,1 0 1,0 2-1,-1 4 33,1 0-1,-1 0 0,-1 0 1,-3 13-1,1 8 83,2-24-121,0 1 0,1 0 0,-1-1 1,1 1-1,0 0 0,1 0 0,0 9 0,0 60 128,-11-76-95,11 0-60,0 0-2,0 1 0,0-1 0,0 0 0,0 1 0,0-1 0,0 0 1,0 1-1,0-1 0,0 0 0,0 1 0,0-1 0,0 0 0,0 1 1,-1-1-1,1 1 0,0-1 0,-1-1 0,-1 1-142,1 0 0,0-1 1,-1 1-1,1-1 0,0 0 0,0 1 0,0-1 0,0 0 0,0 0 0,0 1 0,0-1 1,0 0-1,1 0 0,-1-4 0,-1-2-931,1 1 1,0-1-1,1-7 1,0 5-536,1 0 0,1 0 1,3-15-1,0 4-1060,4-6-711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35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761 261 1768,'-1'-2'237,"1"1"1,0-1-1,-1 1 0,1 0 0,-1 0 1,1-1-1,-1 1 0,1 0 0,-1 0 1,0 0-1,0 0 0,0-1 1,1 1-1,-1 0 0,-1 0 0,1 0-158,0 0-1,0 0 1,0 0 0,0 0-1,0-1 1,0 1-1,1 0 1,-1 0-1,0 0 1,1-1-1,-1 1 1,1 0 0,-1 0-1,1-1 1,0-1-1,-1 1 37,1 0 0,-1-1 0,1 1 0,-1 0 0,0-1 0,1 1 0,-1 0 0,0 0 0,-1-1 0,1 1 0,-2-2 0,-6-11 535,6 5-384,3 8-197,-1 0 1,1-1 0,-1 1-1,0 0 1,0 0 0,0 0-1,0 0 1,-2-3 0,0 1 92,1 0 1,0 0 0,0 0 0,0 0-1,0 0 1,0-5 0,1 6 13,0-1 1,-1 1-1,1 0 1,0 0-1,-1-1 0,0 1 1,0 0-1,0 0 1,-2-3-1,-6-8 816,9 13-905,1 0 0,-1-1 0,0 1 0,0 0 0,1 0 0,-1 0 0,0 0 0,0 0 0,0 0 0,0 0 0,-2-1 0,0 0 19,1 1 1,0-1-1,0 1 0,0-1 0,1 0 0,-1 0 0,0 0 0,-2-4 0,3 5-79,1 1-1,-1-1 1,1 0 0,-1 1-1,0-1 1,1 0 0,-1 1-1,0-1 1,1 1-1,-1-1 1,0 1 0,0 0-1,1-1 1,-1 1 0,0 0-1,0-1 1,0 1-1,0 0 1,1 0 0,-1 0-1,0-1 1,-1 1 0,-15-5 321,13 3-217,-1 0-1,1 0 1,0 1 0,-1-1 0,1 1 0,-1 0-1,1 0 1,-1 1 0,1-1 0,-1 1-1,0 0 1,1 0 0,-1 1 0,1-1 0,-1 1-1,-7 2 1,-7 3 282,0 1 0,-28 14 0,40-18-357,-52 31 280,55-32-320,0 0 1,0 0 0,1 1 0,-1-1 0,0 1 0,1 0-1,0 0 1,-1 0 0,1 0 0,-3 4 0,-22 21 101,21-22-84,1 0 0,0 0 1,-9 11-1,-42 58 176,38-49-53,2 1 0,-20 40 0,24-42-56,-12 41 132,21-59-211,-5 8 23,1 0-1,1 1 1,0 0-1,2 0 1,-7 24-1,10-22-13,0-5-3,0 0 1,-5 12 0,1-2 63,-5 38 0,8-42-51,1 9 26,0-1-1,3 39 1,1-17 5,-2-47-70,-1 7 3,1-1 0,0 1-1,1 0 1,0 0 0,1 0 0,-1-1 0,5 13-1,2 0 10,8 39 0,-13-52 7,-1 0-1,1 0 0,1 0 0,4 8 0,3 7 116,-8-18-107,0 0 0,0 0 0,0-1 0,8 8 0,-7-7-9,0 1 1,1-1-1,3 9 1,-3-7-8,1 0 0,-1 0 1,1 0-1,0-1 0,0 0 1,1 0-1,11 7 0,2 3 35,-6-5-14,1-1 1,0-1-1,1-1 1,-1 0-1,1-1 1,1-1-1,0 0 0,19 4 1,-29-9-10,-1 0 1,1-1-1,0 1 0,12-2 1,5 0 50,-5 0-22,0-1-1,0-1 0,0 0 1,24-9-1,-33 8-30,1 0 1,-1-1-1,0 0 1,-1-1-1,16-11 1,-17 11-10,-1 1 1,13-6-1,-15 8-10,1 0 0,-1 0 0,0-1-1,0 1 1,-1-1 0,1 0 0,4-5 0,-7 6-3,1 1 0,-1-1 0,1 1-1,0-1 1,0 1 0,6-3 0,11-9 4,-2 1 2,-14 10-1,1 0 0,-1-1 0,0 1 1,0-1-1,0 0 0,0 0 0,3-5 0,2-5 47,1 1 0,1 0 0,0 0 0,23-18 0,-30 27-30,0 0 0,0-1 0,-1 0-1,1 0 1,-1 0 0,0 0 0,4-11 0,6-9 46,-8 17-44,0 2 0,-1-1 1,-1 1-1,4-9 0,11-13 41,-10 11-5,-5 12-40,-1-1 0,1 1 0,-1-1 0,-1 1 0,1-1 1,-1 0-1,1-7 0,-1 9-9,-1-1 0,1 0 1,0 0-1,1 1 1,2-9-1,0 3 4,-1 2-7,-2 4-4,0 0 1,0 0 0,0 0-1,0 0 1,0 0 0,-1-7-1,0 6 4,0 0-1,1 0 1,0 0-1,-1 0 1,1 0 0,1 0-1,1-5 1,-2 6-4,1-4-10,-1-1 0,0 1 0,-1-1 0,1 1 0,-3-12 0,1-7-16,2 16 16,-1 7 13,0 0 0,1 0 0,-2 0-1,1 0 1,0 0 0,-1 0 0,-1-4 0,-1 0 21,2 7-20,0-1-1,1 1 1,-1-1-1,0 0 0,1 1 1,-1-1-1,1 0 1,0 0-1,-1-1 0,1 2-2,0 0-1,0 0 0,0 0 0,0 0 0,0 0 1,-1 0-1,1 0 0,0 0 0,0 0 0,-1 0 1,1 0-1,-1 0 0,1 0 0,-1 1 0,0-2 1,-3-4 17,-2-11 30,5 12-42,-1 0 0,0 0-1,0 1 1,0-1 0,0 1 0,-5-6 0,-3-10 15,9 18-23,1 0 0,-1 0 0,0 0 0,-1 0 0,1 0 0,0 0 0,0 0-1,-3-2 1,-2-3 4,0 0 0,0-1-1,0 1 1,-5-12-1,2 5-1,0-9 8,9 21-12,-1 0 0,0-1-1,1 1 1,-1 0 0,0 0 0,0 0 0,0 1 0,0-1 0,0 0 0,-4-3-1,-8-6 8,10 8-6,-1 1 0,1-1 1,0 0-1,0 0 0,1 0 1,-1 0-1,1 0 0,-4-5 0,-16-32 16,18 25-22,4 14 4,0 0 0,-1 0 0,1 0 0,0 1-1,0-1 1,0 0 0,-1 0 0,1 0 0,0 1 0,-1-1 0,1 0 0,-1 0 0,1 1-1,-1-1 1,1 1 0,-1-1 0,0 0 0,1 1 0,-2-1 0,-16-20 14,15 17-19,0 0 1,-1 0-1,1 0 1,-8-5-1,9 5-20,1 1 19,0 3 5,1 0-1,0 0 1,-1 0 0,1 0 0,0 0 0,-1 0 0,1 0 0,0 0-1,-1 0 1,1 0 0,0 0 0,0 0 0,-1 0 0,1 0 0,0 0-1,-1-1 1,1 1 0,0 0 0,0 0 0,-1 0 0,1-1 0,0 1-1,0 0 1,-1 0 0,1-1 0,0 1 0,0 0 0,0 0 0,-1-1-1,1 1 1,0 0 0,0-1 0,0 1 0,0 0 0,0 0 0,0-1-1,0 1 1,0 0 0,0-1 0,0 1 0,0-1 0,0 1 1,0 0 0,0-1-1,0 1 1,0 0 0,0 0 0,0-1 0,0 1 0,0 0 0,0 0 0,0 0 0,0-1-1,0 1 1,0 0 0,0 0 0,0-1 0,-1 1 0,1 0 0,0 0 0,0-1 0,0 1-1,0 0 1,0 0 0,0 0 0,-1 0 0,1-1 0,0 1 0,0 0 0,0 0 0,0 0 0,-1 0-1,1-1 1,0 1 0,0 0 0,0 0 0,-1 0 0,1 0 0,0 0 0,0 0 0,-1 0-1,1 0 1,0 0 0,0 0 0,-1 0 0,1 0 0,0 0 0,0 0 0,-1 0 0,1 0-1,0 0 1,0 0 0,0 0 0,-1 0 0,1 0 0,0 0 0,0 0 0,0 0 0,0 1 0,0-1 0,0 0 1,-1 0-1,1 0 0,0 0 0,0 0 0,0 0 0,0 0 0,0 0 0,0 0 0,0 0 0,0 0 0,0 0 0,-1 0 1,1 0-1,0 0 0,0 0 0,0 0 0,0 0 0,0 0 0,0 0 0,0 0 0,0 0 0,0-1 0,-1 1 0,1 0 1,0 0-1,0 0 0,0 0 0,0 0 0,0 0 0,0 0 0,0 0 0,0 0 0,0 0 0,0 0 0,0 0 0,0-1 1,0 1-1,0 0 0,0 0 0,-8 0-902,1 1 0,0 0 1,0 0-1,-9 3 0,7-2 171,-12 3-2023,-6 1-2961,8-4-1564,8-2 3227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38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90 1428,'0'0'3665,"2"0"-3017,-1 1-977,7 1 2580,-8-2-2218,0 0 1,0 0-1,0 0 0,0 0 1,0 0-1,0 0 0,0 0 1,1 0-1,-1 0 0,0 0 1,0 1-1,0-1 0,0 0 1,0 0-1,0 0 0,0 0 1,0 0-1,0 0 0,0 0 0,0 0 1,0 0-1,1 0 0,-1 0 1,0 0-1,0 0 0,0 0 1,0 1-1,0-1 0,0 0 1,0 0-1,0 0 0,0 0 1,0 0-1,0 0 0,0 0 1,0 0-1,0 0 0,0 0 1,0 1-1,0-1 0,0 0 1,0 0-1,0 0 0,0 0 1,0 0-1,0 0 0,0 0 1,0 0-1,0 0 0,0 0 0,-1 0 1,1 1-1,0-1 0,0 0 1,0 0-1,0 0 0,0 0 1,0 0-1,-1 0 812,-5 1 49,5-1-839,1 0 0,0 0-1,0 0 1,0 0 0,0 0-1,-1 0 1,1 0 0,0 0 0,0 0-1,0 0 1,0 0 0,0 0-1,-1 0 1,1 0 0,0 0 0,0 0-1,0 0 1,0 0 0,0 0-1,-1 0 1,1 1 0,0-1 0,0 0-1,0 0 1,0 0 0,0 0-1,0 0 1,0 0 0,-1 0 0,1 1-1,0-1 1,0 0 0,0 0-1,0 0 1,0 0 0,0 0 0,0 0-1,0 1 1,0-1 0,0 0-1,0 0 1,0 0 0,0 0 0,0 1-1,0-1 1,0 0 0,0 2 1962,-2-2-1824,-5 0-20,5 0-16,2 0-139,0 0-1,0 0 0,0-1 1,0 1-1,0 0 1,0 0-1,0-1 1,0 1-1,0 0 0,0 0 1,0-1-1,0 1 1,0 0-1,0 0 0,0 0 1,0-1-1,0 1 1,0 0-1,0 0 1,0-1-1,0 1 0,0 0 1,0 0-1,1 0 1,-1-1-1,0 1 0,0 0 1,0 0-1,0 0 1,1 0-1,-1-1 1,1 1-46,-1 0 42,0 0 0,1 0 1,-1 0-1,0 0 0,0 0 0,1 0 0,-1 0 1,0 0-1,0 0 0,1 0 0,-1 0 0,0 0 1,1 0-1,-1 0 0,0 0 0,0 0 0,1 0 0,-1 1 1,0-1-1,0 0 0,0 0 0,1 0 0,-1 0 1,0 0-1,0 1 0,0-1 0,1 0 0,-1 0 1,0 0-1,0 1 0,0-1 0,0 0 0,1 0 1,-1 1-1,0-1 0,0 0 0,0 0 0,0 1 0,0-1 1,0 0-1,0 0 0,0 1 0,0 0 368,2-2-165,1-1-115,0 1 0,1 0 0,-1 0 0,1 0 0,-1 0 0,6-1 0,-4 2-67,-1-1 1,0 0-1,0 0 0,0 0 1,-1-1-1,8-2 0,-8 2-23,1 0-1,-1 1 1,0 0-1,1 0 0,-1 0 1,1 0-1,4 0 0,-4 0-1,0 1 0,-1-1 0,1 0 0,0 0 0,-1-1 0,1 1 0,4-3 0,-6 3-2,1 0 0,-1 0 0,1 0-1,-1 0 1,1 0 0,-1 1 0,1 0 0,0-1-1,-1 1 1,4 0 0,-4 0 3,9-1 25,-12-2-47,1 3 11,0 0 0,1 0 0,-1-1 0,0 1 0,0 0-1,1-1 1,-1 1 0,1 0 0,-1 0 0,0 0 0,1 0-1,-1-1 1,0 1 0,1 0 0,-1 0 0,1 0 0,-1 0-1,0 0 1,1 0 0,-1 0 0,1 0 0,-1 0 0,1 0-1,-1 0 1,1 0 0,3-5-13,13-3 15,-14 7 1,0 0 1,-1 0 0,1 0 0,0-1 0,-1 1 0,1-1 0,3-2 0,18-13 58,-17 13-47,-3 3-7,-3 1-7,1 0 0,-1 0-1,0 0 1,1 0 0,-1 0-1,1 0 1,-1 1-1,1-1 1,-1 0 0,1 1-1,-1-1 1,3 2 0,8 1 6,-12-3-7,0 0 0,0 0-1,1 0 1,-1 0 0,0 0 0,1 0 0,-1 0 0,0 0 0,1 0 0,-1 0 0,0 0 0,0 0-1,1 0 1,-1 0 0,0 0 0,1 0 0,-1 0 0,0 0 0,0-1 0,1 1 0,-1 0 0,0 0-1,0 0 1,1-1 0,-1 1 0,0 0 0,0 0 0,0-1 0,1 1 0,-1 0 0,0 0-1,0-1 1,0 1 0,0 0 0,0 0 0,1-1 0,-1 1 0,0-1 0,2 0-8,5 1 0,-5 0 31,-22 1 49,16 2-69,4-2-3,-1-1 1,1 0-1,-1 1 0,1-1 0,0 0 0,-1 0 0,1 1 0,-1-1 0,1 0 1,-1 0-1,1 0 0,-1 0 0,1 0 0,-1 0 0,1 1 0,-1-1 0,1 0 1,0 0-1,-1-1 0,1 1 0,-1 0 0,0 0 0,-7 3 10,7-3-9,1 1 0,-1-1 0,0 1-1,0-1 1,0 0 0,0 1 0,1-1-1,-1 0 1,0 1 0,0-1 0,0 0-1,0 0 1,0 0 0,-1 0-1,-1 0 1,0 0 0,0 1-1,0 0 1,0-1-1,0 1 1,0 0-1,1 0 1,-1 1-1,-4 1 1,-13 6-1,9-5-14,1 1 0,0 0 0,-14 10 0,19-12 10,-1-1-1,1 0 0,-1 0 0,0 0 0,-6 1 0,7-2 2,-1 1-1,1-1 1,0 1 0,-9 4-1,6-4-9,5-1 12,-1 2 1,4-3 3,0 0 0,0 0 0,-1 1 0,1-1 0,0 0 0,-1 0 1,1 1-1,0-1 0,0 0 0,-1 0 0,1 0 0,0 0 0,-1 0 0,1 1 0,-1-1 0,1 0 0,0 0 0,-1 0 0,1 0 0,0 0 0,-1 0 0,1 0 0,0 0 0,-1 0 0,1 0 0,-1-1 0,1 6-28,0-9 18,0 3 17,-6 2 36,5-1-8,3-1 69,-6-4-91,2 3 33,-29 2-255,27 6 149,2-4 53,3-4-1,-4 2 5,0 1 0,1-1 0,-1 0 0,1 0 0,-1 1 1,1 0-1,-1-1 0,1 1 0,-5 2 0,0-1 3,0 1-1,1 0 0,-1 0 1,-8 7-1,12-6-5,2-2-1,-3 0 2,4-2 2,0 0 0,0 0 0,0 0-1,-1 0 1,1 0 0,0 0 0,0 0 0,-1 0 0,1 0 0,0 0-1,0 1 1,0-1 0,-1 0 0,1 0 0,0 0 0,0 0 0,0 0 0,0 0-1,-1 1 1,1-1 0,0 0 0,0 0 0,0 0 0,0 1 0,0-1-1,0 0 1,0 0 0,-1 0 0,1 1 0,0-1 0,0 0 0,0 0 0,0 1-1,0-1 1,0 0 0,0 1 45,2-1-74,5 0 38,-5 0-4,0 0-6,5 0 13,-5 0 6,-2-1-98,0-3 69,0 3 269,0 0-248,0 1 0,0 0 0,0 0 1,0 0-1,0-1 0,0 1 0,0 0 0,0 0 0,0-1 0,0 1 0,0 0 0,0 0 1,0-1-1,0 1 0,0 0 0,0 0 0,0 0 0,0-1 0,0 1 0,0 0 0,0 0 0,0-1 1,1 1-1,-1 0 0,0 0 0,0 0 0,0 0 0,0-1 0,0 1 0,1 0 0,-1 0 1,1 0-24,-1 0 21,0 0 1,1 0-1,-1 0 1,0 0-1,0 0 1,1 0-1,-1 0 1,0 0-1,1 0 1,-1 0-1,0 0 1,0 0-1,1 0 1,-1 0-1,0 0 1,0 0 0,1 0-1,-1-1 1,0 1-1,0 0 1,0 0-1,1 0 1,-1 0-1,0 0 1,0-1-1,1 1 1,-1 0-1,0 0 1,0 0-1,0-1 1,0 1-1,0 0 1,1 0-1,-1-1 1,0 1-1,0 0 1,0 0-1,0-1 1,0 1-1,0 0 1,0 0-1,0-1 1,0 0 92,-2 1-93,-2-1-7,4 1 0,0 0-1,-1 0 1,1 0 0,0 0 0,0 1-1,-1-1 1,1 0 0,0 0 0,0 0-1,-1 1 1,1-1 0,0 0 0,0 0-1,-1 0 1,1 1 0,0-1 0,0 0-1,0 1 1,0-1 0,-1 0 0,1 0-1,0 1 1,0-1 0,0 0-1,0 1 1,0-1 0,0 0 0,0 1-1,0-1 1,0 0 0,0 1 0,0-1-1,0 0 1,0 1 0,0 1 8,1 1 1,-1-1-1,0 1 0,1-1 1,0 0-1,-1 0 1,2 3-1,-1-2 7,0 0 1,0-1 0,0 1-1,0 0 1,-1 0-1,1 0 1,-1 4-1,0 129 376,0-134-385,0 0 0,0 0 1,-1 0-1,1 0 0,-1 0 0,1 0 1,-1 0-1,-1 3 0,1-3 2,0-1 0,0 1-1,0 0 1,1 0-1,-1 0 1,1 0 0,0 0-1,-1 3 1,1 51 191,0-55-198,0 0 0,0 0 0,0 0 0,-1 0 0,1 0 0,0 0 0,-1 0 0,1 0 0,-1 0 0,1 0 0,-1 0 0,1-1 0,-2 2 0,2-1-1,-1 0 1,1-1 0,-1 1 0,1 0 0,-1-1 0,1 1-1,0 0 1,-1 0 0,1 0 0,0-1 0,0 1 0,-1 2-1,1-2 8,0-1-9,0 0 1,0 0-1,0 1 0,0-1 1,0 0-1,0 0 0,0 1 1,0-1-1,0 0 0,0 0 1,0 0-1,0 1 0,0-1 1,0 0-1,0 0 0,0 1 1,0-1-1,0 0 0,0 0 1,0 1-1,0-1 0,0 0 1,1 0-1,-1 0 0,0 1 1,0-1-1,0 0 0,0 0 1,0 0-1,1 0 0,-1 1 1,1-1-1,-1 0 0,0 0 0,1 0 1,-1 0-1,0 0 1,0 0-1,1 0 0,-1 0 1,0 0-1,1 0 0,-1 0 1,0 0-1,0 0 1,1 0-1,-1 0 0,0 0 1,0 0-1,1-1 0,-1 1 1,0 0-1,0 0 1,1 0-1,-1 0 0,0 0 1,0-1-1,0 1 0,1 0 1,-1 0-1,0 0 0,0-1 1,0 1-1,0 0 1,0 0-1,1 0 0,-1-1 1,0 1-1,0 0 0,0 0 1,0-1-1,0 1 1,0 0-1,0-1 0,0 1 1,0-1 17,2 0-7,-1 0-9,0 0 1,0-1-1,0 1 0,0 0 1,0 0-1,0 0 1,-1-1-1,1 1 0,0 0 1,0-3-1,9-12-11,-7 13 2,-1 0-1,0 0 0,0 0 0,0 0 1,3-6-1,-3 5-1,0 1 1,0 0-1,0 0 0,0 0 0,5-6 1,-5 8 4,-1-1 1,0 1-1,1-1 1,-1 0-1,0 0 1,0 0-1,2-4 1,-2 4 3,-1 1-1,1-1 1,0 0-1,0 0 1,0 1 0,1-1-1,1-2 1,9-5 2,-10 7-2,0 0 0,1 0 0,-1 0 0,0 0 1,0-1-1,0 1 0,2-4 0,-1 0-4,-3 5 4,1 0-1,-1 0 0,0 0 0,1 1 1,-1-1-1,1 0 0,-1 0 1,1 0-1,-1 1 0,1-1 1,-1 0-1,1 1 0,0-1 0,-1 1 1,1-1-1,1 0 0,7-6-11,4-1-9,-5 4 22,-7 3-3,0 0 1,0 0-1,0 1 0,0-1 1,0 0-1,0 1 1,0-1-1,0 1 1,0-1-1,0 1 0,0 0 1,1-1-1,-1 1 1,0 0-1,0 0 0,0 0 1,1 0-1,-1 0 1,0 0-1,0 0 1,3 1-1,4 2-9,-7-2 11,0-1 1,1 1-1,-1 0 1,0-1-1,0 1 1,0 0 0,1-1-1,-1 1 1,0 0-1,1 1 1,6 6 10,-6-8-8,-1 1 1,0 0-1,0 0 0,1 0 0,-1 1 0,0-1 1,0 0-1,0 0 0,0 0 0,1 3 0,1 0 1,-3-3-2,1 0-1,0 0 1,-1-1-1,1 1 0,-1 0 1,1 0-1,-1 0 1,0 0-1,1 0 1,-1 0-1,0 0 0,0 0 1,1 0-1,-1 1 1,0-1-1,0 0 0,0 0 0,0-1 0,0 1 0,0 0 0,0-1 0,0 1 0,1 0 0,-1 0 0,0-1 0,1 1 0,-1 0 0,0-1 0,1 1 0,-1-1 0,0 1 0,1 0 0,0 0 0,0-1 0,-1 1 0,1 0 0,-1-1 0,1 1 0,-1 0 0,1-1 1,-1 1-1,0 0 0,1 0 0,-1-1 0,0 1 0,0 0 0,1 0 0,-1 0 0,0-1 0,0 1 0,0 0 1,0 1-1,0 4 4,0-3-1,1 0 0,-1 0 0,-1-1 0,1 1 0,0 0 0,-1 0 0,0 3 0,-3 1 6,3-6-9,1 0 1,-1 0 0,0 1 0,1-1 0,-1 0 0,1 1 0,0-1 0,-1 1 0,1-1 0,0 1 0,0-1 0,0 1 0,0-1 0,0 3 0,0-3-2,0 0 1,0 0-1,-1 0 1,1 0 0,0 1-1,0-1 1,-1 0-1,1 0 1,-1 0 0,1 0-1,-2 2 1,1-2 0,0 0-1,1 0 1,-1 1 0,0-1 0,1 0 0,-1 1 0,1-1 0,0 1 0,-1-1 0,1 0 0,0 1-1,0 1 1,0-1 2,-1-1-1,1 1 1,0-1-1,-1 1 1,1-1-1,-1 0 1,1 1-1,-1-1 1,0 0-1,1 1 1,-1-1-1,0 0 1,0 0-1,0 0 1,-1 2-1,-7 8 44,6-4-32,3-6-13,-1 0 0,1 0 0,0 0 0,-1-1 1,1 1-1,-1 0 0,1 0 0,-1-1 0,1 1 0,-1 0 0,1-1 0,-1 1 0,0 0 0,1-1 0,-1 1 0,-1 0 0,1 0-1,0-1 0,0 1 1,0 0-1,1-1 0,-1 1 1,0 0-1,0 0 0,1 0 0,-1-1 1,1 1-1,-1 0 0,1 0 1,-2 2-1,2-2-1,-1 0-1,1 1 1,-1-1-1,0 0 1,1 0-1,-1 0 1,0 0-1,0 0 1,0 0-1,0 0 1,0 0-1,0 0 1,-2 1-1,-8 5-15,-20 18-1,28-23 16,1 0 0,-1 0-1,0 0 1,0 0 0,0-1-1,-6 3 1,-9 5 8,15-7-6,0-1 0,0 1 0,-1 0 0,1-1 0,-1 0 0,1 0 0,-5 1 0,5-1-4,0 0-1,0 0 1,1 0-1,-1 0 1,0 1 0,-3 1-1,3-1-7,1 0 0,-1-1 0,0 0 0,0 1 0,0-1 1,-5 1-1,-15 1-1378,0-1-1,-28-1 1,50-2 1058,-1 0-1,1 1 1,-1-1 0,1 0-1,-1 0 1,1 0-1,-1 0 1,1 0 0,0 0-1,-1 0 1,1 0-1,0-1 1,0 1 0,0 0-1,0-1 1,0 1-1,0-1 1,1 1 0,-1-1-1,0-2 1,-1 2-131,1 0 1,0-1 0,1 1-1,-1-1 1,0 1-1,1-1 1,-1 1-1,1-1 1,0 0 0,0 1-1,0-1 1,0 1-1,0-1 1,1-4 0,8-7-2288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39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826 112 2008,'-9'-10'2014,"8"9"-1869,0 0 0,1 1-1,-1-1 1,0 0 0,0 0 0,0 0 0,0 1 0,0-1-1,0 0 1,0 1 0,-2-2 0,-4-1 437,-1-1 0,1-1 0,-13-9 0,-3-2 323,9 8-473,1 1-1,-1 1 1,0 0-1,-1 1 1,1 0-1,-1 1 1,-16-2-1,22 5-257,1 0 0,-1 1 0,1-1 0,0 2 0,-1-1 0,1 1 0,-9 3 0,-10 0 272,-2 1 209,-50 16 0,4 8 119,61-24-575,1 1-1,0 1 1,0 0-1,1 0 0,-1 2 1,2-1-1,-1 2 0,1-1 1,1 2-1,0-1 1,0 1-1,1 1 0,1 0 1,-9 14-1,13-19-141,-8 13 111,0 0-1,-17 44 0,8-16-74,15-38-67,1 1 0,0 0 1,0 0-1,2 1 1,-5 16-1,6-8 6,0-7-22,0-1 0,-5 17 0,1-6 26,-5 38 0,8-42-16,1 5 36,1 1 1,2 29 0,0-14 31,1 17 97,21 112 1,-14-113-89,-2-27-57,1-1 0,16 40 0,-10-29-22,-7-20 10,1 0 0,20 33 0,-19-32 6,-7-16-19,0 1 1,1 0-1,-1 0 0,5 4 0,-6-7-11,8 9 36,0 0 0,0-1 0,1 1 1,0-2-1,15 12 0,-16-16-13,0 0 0,0 0-1,0-1 1,0 0 0,1-1 0,-1 0 0,1 0-1,0-1 1,0-1 0,0 1 0,13-1 0,-8-2-11,-1 0 0,1-2 1,-1 1-1,1-2 0,-1 0 1,27-11-1,-17 3-2,0-1 0,-1-2 0,0 0 0,40-35 0,12-10-8,-38 31 1,-3-2 1,36-39-1,-70 70-7,66-60 92,-44 42 11,-2 0 0,26-31 0,-37 39-51,6-9 52,-1 0 1,12-21-1,-5 7 35,-15 25-93,-1 0 0,0 0 0,4-11 0,3-15 183,12-61 0,-18 67-181,-5 25-45,-1 0 1,0 0-1,0 1 1,0-1-1,0 0 1,0 0-1,-1 1 0,1-1 1,-1 0-1,1 1 1,-2-4-1,-2-7 4,0-42 31,1 37-31,-1 0 1,0 1 0,-1 0-1,-2 0 1,1 0-1,-2 1 1,-10-17 0,12 24-8,0-1 1,-1 1 0,-1 0 0,0 0 0,0 1 0,0 0-1,-16-11 1,12 11-18,0 1 0,0 1 0,-1 0 0,0 0 0,0 1 0,-22-5 1,16 6-201,0 0 0,0 1 0,-1 1 1,1 1-1,-29 3 0,-73 3-3706,39-5-3771,78 0 7137,-16-1-3223,7-5-75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41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41 944,'2'0'1652,"7"0"1713,-7-1-2990,7-3 147,-8 4-441,0 0 0,1-1-1,-1 1 1,0-1 0,0 1 0,1-1-1,-1 1 1,0-1 0,0 0 0,0 1-1,0-1 1,0 0 0,0 0-1,0 0 1,0 0 0,0 0 0,0 0-1,-1 0 1,2-2 0,-2 3-68,0 0 0,0-1 1,0 1-1,0 0 0,0 0 1,0-1-1,0 1 0,0 0 1,0 0-1,0-1 0,1 1 1,-1 0-1,0 0 0,0-1 0,0 1 1,0 0-1,0 0 0,1-1 1,-1 1-1,0 0 0,0 0 1,0 0-1,1-1 0,-1 1 1,0 0-1,0 0 0,1 0 1,-1 0-1,0 0 0,0-1 0,1 1 1,-1 0-1,0 0 0,1 0 1,-1 0-1,0 0 0,0 0 1,1 0-1,-1 0 0,0 0 1,1 0-1,-1 0 0,1 0 1,-1 0 17,2-9 2397,-2 6 99,0 9 733,-1-7-3166,1 1 0,-1 0 0,0-1 0,1 1 0,-1 0 0,0 0 0,1 0 0,-1 0 0,0 0 0,0 0 0,1 0 0,-1 0 0,0 0 0,1 0 0,-1 0 0,0 0 0,1 0 0,-1 0 0,0 1 0,0-1 0,1 0 0,-1 1 0,1-1 0,-1 0 0,0 1 0,1-1 0,-1 1 0,1-1 0,-1 1 0,1-1 0,-1 1 0,0 0 0,-10 2 224,10-2-303,0 0 0,0 0 0,0 0 0,0 0 0,0-1 0,-1 1 0,1 0 0,0 0 0,0-1 0,-1 1 0,1-1 0,0 1 0,-1-1 0,1 1 0,-1-1 0,-2 0 0,-14 7 112,10-5-57,5-2-52,-19 13 60,19-10-51,-1 0 0,0 0 1,0 0-1,-8 5 1,9-6 0,-1 0 1,1 0-1,-1 0 1,1 0 0,0 1-1,0-1 1,0 1-1,0 0 1,1 0-1,-1 0 1,-2 5 0,4-5-21,-1 0 0,0 1 0,1-1 0,-1 0 1,-1 0-1,1 0 0,0 0 0,-1-1 0,-3 4 1,3-3 0,1 1 0,-1-1 0,1 1 0,0-1 1,0 1-1,-3 6 0,-9 15 81,10-20-80,1 0-1,-1 0 0,1 1 0,0-1 0,0 1 0,0 0 1,1 0-1,0 0 0,0 0 0,1 0 0,-2 8 0,3-12-6,0 0 0,0 0 0,-1 0-1,1-1 1,-1 1 0,1 0-1,-1 0 1,-1 3 0,1-3 0,0 0 0,0 0-1,1 0 1,-1-1 0,1 1 0,-1 0 0,1 0 0,-1 4-1,1-4 2,0 0-1,0 0 1,-1 0 0,1 0-1,-1 1 1,0-1-1,-1 3 1,1-4-2,0 0 0,1 1 0,-1-1 0,1 0 1,-1 1-1,1-1 0,-1 1 0,1-1 0,0 1 0,0-1 1,0 1-1,0-1 0,0 1 0,0-1 0,0 1 0,0-1 1,1 3-1,1 1 0,0 0 0,-1 0 0,1 0 0,-1 0 1,-1 0-1,1 0 0,-1 7 0,0 36 58,0-46-58,1-1 0,-1 1 0,0 0 0,0 0 0,1 0 0,-1 0 0,1-1 1,0 1-1,1 3 0,-1-4-1,0 1 0,-1 0 1,1 0-1,0-1 0,-1 1 1,0 0-1,1 0 0,-1 0 1,0 3-1,0-4-3,1 0 0,-1 0-1,0 0 1,0 0 0,0-1 0,1 1 0,-1 0-1,0 0 1,1 0 0,-1 0 0,1-1 0,-1 1 0,2 1-1,-2-1 3,1 0 0,0-1 0,-1 1 0,1 0-1,-1 0 1,0 0 0,1-1 0,-1 1 0,0 0-1,1 0 1,-1 0 0,0 0 0,0 1 0,1-1-1,-1 1 1,0-1-1,1 0 1,-1 0 0,0 0-1,1 0 1,0 0-1,-1-1 1,1 1-1,-1 0 1,1 0 0,0 0-1,0 0 1,-1-1-1,1 1 1,0 0-1,0-1 1,0 1-1,0-1 1,0 1 0,0-1-1,0 1 1,1 0-1,-1-1 0,0 0 0,0 1-1,0-1 1,0 0 0,-1 1-1,1-1 1,0 1 0,0-1-1,-1 1 1,1 0 0,0-1-1,-1 1 1,1 0-1,0-1 1,-1 1 0,1 0-1,-1 0 1,1-1 0,-1 1-1,0 0 1,1 0 0,-1 1-1,1-2 3,-1 1-1,0-1 0,0 0 0,0 1 0,1-1 0,-1 1 0,0-1 1,1 0-1,-1 1 0,0-1 0,1 0 0,-1 0 0,0 1 0,1-1 1,-1 0-1,0 0 0,1 1 0,-1-1 0,1 0 0,-1 0 0,1 0 1,-1 0-1,0 0 0,1 0 0,0 0 0,9 2-6,2 1 21,-11-2-15,0-1 0,0 1 0,0-1-1,0 0 1,0 1 0,0-1 0,1 0-1,-1 0 1,0 1 0,0-1 0,1 0-1,42 0-161,-43-1 158,1 1 1,-1 0 0,0 0 0,0-1-1,1 1 1,-1-1 0,0 1 0,0-1-1,0 1 1,0-1 0,2-1-1,12-6-1,7-6 2,-13 8 4,2-7-1,0 0 1,-10 12 2,-1 1 0,1-1 0,-1 0 0,0 1 0,1-1-1,-1 0 1,0 0 0,0 1 0,0-1 0,0 0 0,1 0-1,-1 0 1,0 1 0,0-1 0,0 0 0,0 0 0,-1 0-1,1 1 1,0-2 0,-1-11 17,1 8-15,0 0 1,0 0-1,0 1 0,-1-1 0,0 0 1,0 0-1,0 0 0,0 0 0,-3-4 1,2-3-3,2 12-3,1-1 0,-1 0 0,0 1 0,0-1 0,0 1 0,0-1 0,0 1 0,-1-1 0,1 1 0,0-1 0,0 0 0,0 1 0,0-1 0,-1 1-1,1-1 1,0 1 0,-1-1 0,-1-1 2,2 1-2,-1 0 0,0 0 0,1 1-1,-1-1 1,1 0 0,-1 0 0,1 0 0,-1 0 0,1 0 0,-1 0 0,1 0-1,0 0 1,0 0 0,-1 0 0,1 0 0,0-2 0,0 1-1,-1 0 1,0-1 0,0 1-1,0 0 1,0 0 0,0 0-1,0 0 1,-1 0 0,1 0 0,-3-2-1,-2-5-7,5 8 5,1 0 1,-1 0-1,1 0 1,-1 0-1,0 0 1,0 0 0,1 0-1,-1 1 1,0-1-1,0 0 1,0 0-1,0 1 1,0-1-1,0 0 1,-2 0 0,-8-7-21,10 7 27,-1-1 0,0 1 0,1 0 0,-1 0 1,0 0-1,0 0 0,0 0 0,0 0 0,0 0 1,0 0-1,0 1 0,0-1 0,-3 1 0,1-2 4,-8-4 5,9 7-10,3-1-3,0 0 0,-1 0 0,1 0 0,0 0 0,0 1 0,0-1 0,-1 0 0,1 0 0,0 0 0,0 0 0,0 0 0,-1 0 0,1 0 0,0 0 0,0 0 0,0 0 0,-1 0 0,1 0 0,0 0 0,0 0 0,0-1 0,-1 1 0,1 0 0,0 0 0,0 0 0,0 0 0,0 0 0,-1 0 0,1 0 0,0-1 0,0 1 0,0 0 0,0 0 0,-1 0 0,0-2-4,-1 1 1,0 1-1,0-1 1,-1 0-1,1 0 1,0 1-1,0-1 1,0 1-1,0 0 1,0 0-1,-1-1 1,1 1-1,0 1 1,0-1-1,0 0 1,-1 0-1,1 1 1,0 0-1,0-1 1,0 1-1,0 0 1,0 0-1,-3 2 1,-4 2-20,0 2 0,0-1 0,-13 14 1,4-3 39,-34 31-89,49-45 12,-1 1 0,1 0 0,-1 0 0,1 0 0,0 0 0,-2 6 0,2-6-146,1 1 1,-1-1 0,-1 0-1,-4 6 1,-3 6-1162,10-15 1177,1 0 0,-1 0 0,1 0 0,-1 0 0,0 0 0,0 0 0,1 0 0,-1 0 1,0 0-1,-2 1 0,24-22-16200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42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83 1568,'-2'0'1918,"0"0"-1695,2 0-130,0 0 0,0 0 1,-1 0-1,1 0 0,0 0 0,0 0 0,-1 0 0,1 0 0,0 0 0,0 0 0,-1 0 0,1 0 0,0 0 0,0 0 0,-1 0 1,1 0-1,0 0 0,0 0 0,-1-1 0,1 1 0,0 0 0,0 0 0,0 0 0,-1 0 0,1-1 0,0 1 0,0 0 1,0 0-1,0 0 0,-1-1 0,1 1 0,0 0 0,0 0 0,0 0 0,0-1 0,0 1 0,0 0 0,0 0 0,0-1 1,0 1-1,0 0 0,0 0 0,0-1 0,0 1 0,0 0 0,0-1 0,-5-2 687,5 3-758,-1 0 0,1 0 0,0 0 1,0 0-1,-1 0 0,1 0 0,0 0 0,0 0 1,-1-1-1,1 1 0,0 0 0,0 0 0,-1 0 1,1 0-1,0 0 0,0 0 0,0-1 0,-1 1 1,1 0-1,0 0 0,0 0 0,0-1 0,0 1 1,-1 0-1,1 0 0,0 0 0,0-1 0,0 1 1,0 0-1,0 0 0,0-1 0,0 0 122,0 0 0,-1-1 0,1 1 0,0 0 0,0 0 0,-1-1 0,1 1 0,-1 0 0,1 0-1,-1 0 1,0 0 0,1 0 0,-1 0 0,0 0 0,0 0 0,1 0 0,-1 0 0,0 0 0,0 0 0,-2-1 0,-7-7 1148,6 6-1090,1 1 0,-1 0 0,0 0 0,0 1 0,0-1 0,-1 1 0,1 0 0,-5-1 0,-3-2 197,-32-2 614,0-1-258,41 6-734,1 1 0,-1 0 0,1-1 0,-1 1 0,0 0 0,1 1 0,-1-1 0,0 0 0,1 1-1,-5 1 1,-15 1 189,10-2-25,0 1 0,0 0 0,0 0 0,-17 6 0,12-2 68,0 1 0,0 1 0,-20 11 0,13-6-56,20-11-172,0 0-1,-1 0 1,1 0 0,0 1 0,0-1 0,0 1 0,1 0-1,-7 7 1,-34 31 95,-11 14-34,47-45-76,1 1 0,-1 0 0,2 0 0,-1 0 1,2 1-1,-7 17 0,3-4 75,6-20-70,1 1-1,0-1 1,0 1 0,0-1 0,1 1-1,0 0 1,0 6 0,0-7-5,1-1 0,-1 1 0,0-1 0,0 0 0,0 1 0,-1-1 0,-2 6 0,2-6 0,0 0 1,0 1 0,1-1-1,0 1 1,0 0 0,0-1-1,0 8 1,0-8 4,1 0-1,-1-1 1,0 1 0,-2 7-1,2-8-1,0 1 0,0 0 0,0 0 0,0 8-1,1-3 10,-1 0-1,1 0 1,-1 0 0,-1 0-1,-4 14 1,5-18-18,0 0 1,0 1 0,1-1-1,-1 0 1,1 0 0,0 1-1,1 6 1,1 10 18,-2-14-10,1 0 1,0-1-1,0 1 1,5 14 0,-5-18-4,-1 0 0,1 0 0,-1 0 0,1 0 0,-1 0 0,-1 0 0,0 6 0,1-6-4,-1-1 0,1 0 0,0 1 0,0-1 0,0 1 0,0-1 0,1 1 0,0-1 0,0 4 0,29 62 217,-27-60-193,-2-5-29,1 0 0,0 1 0,0-1 0,0 0 0,0 0 0,0-1 1,6 7-1,13 20 33,-7-18-18,-7-7 3,-1 1-1,0 0 0,0 0 0,9 11 1,-9-6-2,0 0-1,15 17 1,-7-15-11,19 15 64,-30-25-57,0-1 0,1 1-1,-1 0 1,1-1-1,-1 0 1,1 0 0,0 0-1,0-1 1,-1 1-1,1-1 1,0 0 0,1 0-1,-1 0 1,0 0-1,0-1 1,0 0-1,5 0 1,15 7 82,-12-6-52,1-1-1,-1-1 1,0 0-1,0 0 0,1-1 1,21-8-1,43-17 39,-56 19-45,-17 7-23,0 0 0,0-1-1,0 1 1,-1-1 0,5-2 0,0-1 29,0 1-1,1 0 1,10-3 0,-8 4 6,-1-1 1,0-1-1,14-7 1,-2-3 29,-10 6 61,27-14 0,-37 22-123,0 0 0,1 0-1,-1-1 1,0 1 0,0-1 0,0 1 0,-1-1 0,4-2 0,9-8 80,-7 6-4,1 0 0,-1 0 0,-1 0 1,9-10-1,8-7 105,-21 20-191,1 1 0,-1-1 0,0 0 1,0 0-1,0 0 0,0 0 0,0 0 0,-1 0 1,1-1-1,-1 1 0,1-6 0,1 3 7,1-1 0,-1 1-1,1 0 1,6-8-1,8-14 19,26-62-44,-32 51 11,-2 3 13,-8 31-7,0 0 0,0 0 1,-1 0-1,1 0 1,-1 0-1,-1 0 1,1-8-1,0 8 4,-1 1 0,1-1 0,0 0 0,2-7 0,-2 8 6,1-1 1,-2 0-1,1 1 1,0-9-1,-1-62 377,0 72-379,0-1 1,-1 1-1,0 0 1,0 0 0,0-1-1,0 1 1,0 0-1,0 0 1,-3-3-1,3 4-4,-1-1-1,1 0 0,-1 0 0,1 0 0,0-1 0,0 1 0,1 0 0,-1 0 0,0-4 0,1 4-3,0-1 0,-1 1 0,0-1 0,0 1-1,0 0 1,0-1 0,-3-4 0,1-1 1,-16-19-4,15 17-2,2 5-2,0-1-1,-1 1 1,0 0 0,0 0 0,0 0-1,-1 1 1,-7-9 0,-21-23 9,18 26-5,0 0 0,-25-14-1,27 17 6,7 3-7,5 4-2,-1 0 0,1 0 1,-1 0-1,0 0 0,0 0 0,1 0 0,-1 0 0,0 1 1,0-1-1,0 0 0,0 1 0,0-1 0,0 0 1,0 1-1,0-1 0,-1 1 0,0-1 0,-6-2-58,7 2 55,1 1-1,0 0 1,-1-1-1,1 1 1,0 0-1,-1 0 1,1 0-1,0-1 1,-1 1-1,1 0 1,-1 0-1,1 0 1,-1 0-1,1 0 1,0 0-1,-1 0 1,1 0-1,-1 0 1,1 0 0,-1 0-1,1 0 1,0 0-1,-1 0 1,-16 9-499,12-7 354,1 0 1,-1 0-1,1 0 0,-1 1 0,-3 4 0,-78 53-5153,59-43 1896,21-14 1709,0 0-1,0 1 0,-6 5 0,-6 4-2561,5 1 177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45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143 283 112,'11'-5'2191,"-10"4"-1982,1 1 1,-1-1 0,0 1 0,0-1 0,0 1-1,0-1 1,0 0 0,0 0 0,0 1 0,1-3-1,-1 2-64,0 0 0,0 0-1,0-1 1,0 1 0,-1 0-1,1 0 1,0-1 0,-1 1-1,1 0 1,-1-1-1,1 1 1,-1-1 0,0 1-1,0-1 1,0 1 0,1-1-1,-2-1 1,1 16 417,0-8-234,0-11 1187,0 7-1509,1-1 0,-1 0 1,0 0-1,0 0 0,0 1 0,0-1 1,0 0-1,0 0 0,0 1 0,0-1 1,0 0-1,0 0 0,0 1 0,0-1 1,0 0-1,0 0 0,0 0 0,0 1 1,-1-1-1,1 0 0,0 0 0,0 1 1,0-1-1,0 0 0,0 0 0,0 0 1,-1 0-1,1 1 0,0-1 0,0 0 1,0 0-1,-4 0 34,3 0-24,0 0 0,0 0 1,1 0-1,-1 0 0,0 0 0,0 0 0,0 0 0,1 0 0,-1 0 0,0 1 0,0-1 0,1 0 1,-1 0-1,0 1 0,0-1 0,1 1 0,-1-1 0,0 0 0,1 1 0,-1-1 0,0 1 0,1 0 1,-1 0-1,-6 6 74,1-1 0,-1 0 0,-11 8 0,-9 7 162,8-6-117,15-12-118,0 0 0,0 1 0,0-1-1,-3 4 1,1 0 15,5-6-30,0 0 0,1-1 0,-1 1 0,1 0 0,-1-1 0,1 1 0,-1 0 0,1 0 0,-1 0 0,1 0 0,0 0 0,0-1 0,-1 1 0,1 0 0,0 0 0,0 0 0,0 0 0,0 0 0,0 0 0,0 0-1,0 0 1,0 0 0,1 1 0,-2 1 0,1 0 0,0-1-1,-1 1 1,0 0 0,0 0-1,-1 3 1,1-4 0,0 1-1,0 0 1,0 0 0,1-1-1,-1 1 1,1 4 0,0-5 1,-1 1 1,1-1-1,0 0 0,-1 1 1,1-1-1,-1 1 1,1-1-1,-3 4 1,2-4-1,0 0 1,0 1-1,1-1 1,-1 0-1,1 1 1,-1-1-1,1 1 1,0 3-1,-1-2 5,1 1 0,-1-1-1,0 0 1,-1 6 0,0-5-4,1 1 0,0-1 1,0 0-1,0 9 0,1-11-3,0-1 0,1 1-1,-1 0 1,1-1-1,-1 1 1,3 3 0,-2-3-1,0 0 0,0 0 1,0-1-1,-1 1 0,1 0 1,0 5-1,-1-5 1,0 1 0,1-1-1,0 1 1,0-1 0,0 0-1,0 1 1,3 4 0,-1 1 0,16 18-1,-18-22-2,1-1-1,0 1 0,1-1 0,-1 0 1,1 0-1,0 0 0,0 0 1,0 0-1,0-1 0,6 6 0,-3-4 1,0-1-1,0 1 1,0-1-1,0 0 1,1 0-1,12 4 1,-15-6-2,0-1 1,1 1-1,-1-1 0,0-1 1,1 1-1,-1 0 1,0-1-1,1 0 0,-1 0 1,1 0-1,-1-1 1,0 1-1,5-2 0,-4 0 6,-1 0-1,1-1 0,-1 1 1,0-1-1,0 1 0,0-1 0,7-7 1,16-11 41,-24 19-41,-1 1 0,1-1-1,-1 1 0,0-1 1,0 1-1,0-1 0,0 0 1,0 0-1,0 0 0,0 0 1,0 0-1,1-4 0,1-3 6,-4 8-6,0-1-1,1 1 1,-1-1 0,1 1 0,0 0 0,0-1 0,-1 1 0,1 0 0,0-1 0,2-1 0,0 1 6,-1-1 0,0 1 0,0-1 0,0 1 0,0-1 0,0 0 0,-1 0 0,1 0 0,-1 0 0,2-6 0,-3 9-6,0 0 0,0-1-1,0 1 1,0-1 0,0 1 0,0-1 0,0 1 0,0-1 0,0 1 0,-1 0 0,1-1 0,0 1 0,0-1 0,0 1 0,-1 0-1,1-1 1,0 1 0,0-1 0,-1 1 0,1 0 0,0 0 0,-1-1 0,1 1 0,-1-1 0,1 1-1,-1 0 1,1 0 0,-1-1-1,1 1 1,-1-1 0,1 1 0,0 0-1,-1-1 1,1 1 0,0-1-1,0 1 1,-1-1 0,1 1-1,0 0 1,0-1 0,0 1-1,-1-1 1,1 1 0,0-1-1,0 0 1,0 1 0,0-1-1,0 1 1,0-1 0,0-1-1,0 1 0,0 0 0,-1 0 0,1 0 0,-1 0 0,1-1 0,-1 1-1,1 0 1,-1 0 0,1 0 0,-1 0 0,0 0 0,0 0 0,1 0 0,-3-1 0,-17-14-7,6 5 4,11 8 3,0 1-1,0 0 1,0 0-1,0 0 1,-1 0-1,1 1 1,-1-1 0,-6-1-1,-31-5-2,21 5 2,13 2 0,5 0-1,0 0 0,-1 1 0,1-1 0,-1 1-1,1 0 1,0 0 0,-1 0 0,1 0 0,0 0 0,-1 0-1,1 1 1,0-1 0,-1 1 0,-3 1 0,-20 3-21,22-5 22,1 0-1,-1 0 1,0 1 0,1 0-1,-1 0 1,1 0 0,-1 0-1,1 1 1,-6 2 0,7-3 1,0 0 1,1 0 0,-1-1-1,0 1 1,0-1 0,1 1-1,-1-1 1,-3 1 0,2 5 5,1-6-43,3-3 7,9-10-12,17-19-1,6-3-339,55-75 0,-33 29-376,-21 32 499,-23 34 244,-1 0 0,-1 0 0,0 0 1,13-33-1,-18 20 50,-2 24-26,-1 2-7,0-1-1,0 1 0,0 0 1,0 0-1,-1 0 0,1-1 1,-1 1-1,1 0 0,-1-1 1,0 1-1,0 0 0,0-1 1,0 1-1,0-1 1,0 1-1,-2-4 0,-1 0 62,2 5 29,0-1 1,1 1-1,-1-1 0,0 1 1,1-1-1,-1 1 1,1-1-1,0 1 1,-1-1-1,1 1 1,0-1-1,0 1 1,0-4-1,0 5-60,0-1 1,0 1-1,0 0 0,0 0 0,0-1 1,0 1-1,-1 0 0,1-1 1,0 1-1,0 0 0,0 0 1,0-1-1,-1 1 0,1 0 0,0 0 1,0 0-1,-1-1 0,1 1 1,0 0-1,0 0 0,-1 0 0,1 0 1,0-1-1,0 1 0,-1 0 1,1 0-1,0 0 0,-1 0 1,1 0-1,0 0 0,-1 0 0,1 0 1,0 0-1,0 0 0,-1 0 1,1 0-1,0 0 0,-3 0 2118,3 8-146,-1 19-1519,0-17-359,1 0 0,0 0 0,0 0-1,4 18 1,-2-20-62,0-2-1,0 0 0,-1 0-1,0 0 1,0 10 0,0-8 8,-1 0 1,2-1-1,-1 1 0,1-1 0,3 9 0,4 20 173,-4-8 82,14 47 0,36 96 256,-45-125-534,2 3-32,-7-33-7,5 29 0,-1-2-8,9 12 10,-17-49-12,0-1-1,0 1 1,0 0-1,-1-1 1,0 1-1,0-1 1,-1 7-1,0 5-34,10-16-59,-16-1 71,0 0-132,10-7-75,-2 6 61,-1 0-1,0 0 1,1-1-1,-1 1 1,0 0-1,0 0 1,1-1-1,-1 1 1,0 0 0,0-1-1,-1-1 1,1 1-16,0-10-1996,1 1 1,3-15-1,-1 14 225,-2 1 0,1-16 0,-2 1-883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14:45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89 289 980,'0'-18'7691,"0"19"-6855,0 10 267,-1 4-365,0-10-531,1 0 1,0 0 0,0 0-1,0 0 1,1 0 0,-1 0 0,3 6-1,-2-7-70,3 4 66,-1 0-1,0 0 0,-1 0 1,0 0-1,0 0 0,1 15 1,-3-19-145,0 0 0,1-1 0,0 1 1,0 0-1,0-1 0,0 1 0,0-1 0,4 7 1,4 13 217,-6-11-140,-2-7-67,0-1-1,0 1 0,1-1 1,3 7-1,-1-2 98,0 0 0,4 16 0,-4-12-21,-3 8 4,-1-18-131,0 0 0,0-1 0,0 1 0,0 0 1,0 0-1,1 0 0,1 3 0,4 9 28,-4-11-26,0 1 1,0-1 0,0 1 0,-1 0-1,1-1 1,-1 1 0,1 9 0,-2-14-20,0 0 1,-1 1-1,1-1 1,0 0 0,0 1-1,0-1 1,0 0 0,0 0-1,0 1 1,1-1 0,-1 0-1,0 0 1,0 1 0,0-1-1,0 0 1,0 1 0,0-1-1,0 0 1,0 0-1,1 0 1,-1 1 0,0-1-1,0 0 1,0 0 0,1 1-1,-1-1 1,0 0 0,0 0-1,0 0 1,1 0 0,-1 0-1,0 1 1,0-1-1,1 0 1,-1 0 0,0 0-1,0 0 1,1 0 0,-1 0-1,1 0 1,-1 0-1,0 0 1,0 0 0,1 0-1,-1 0 1,0 0-1,0 0 1,1 1-1,-1-1 1,0 0-1,0 0 1,0 0 0,1 0-1,-1 0 1,0 0-1,0 1 1,0-1-1,0 0 1,1 0-1,-1 0 1,0 0 0,0 1-1,0-1 1,0 0-1,0 0 1,0 0-1,1 1 1,-1-1-1,0 0 1,0 0 0,0 1-1,0-1 1,0 0-1,0 0 1,0 1-1,0-1 1,0 0-1,0 0 1,0 1 0,0 9 321,1-14 682,-1 2-902,0 0 0,0 0 0,0 0 0,-1 0 0,1 0 0,0 1 0,-1-1 0,0-3 0,-2 1-71,0-1 0,1 0 0,-1 1 1,1-1-1,0 0 0,-1-8 0,-10-21-30,7 21-12,1 1 0,1 0-1,0-1 1,1 0 0,-3-16-1,3 10-12,-10-30 0,3 9 17,8 29 7,0 0 1,-6-15-1,6 22 5,0-1-1,0 0 0,1 0 0,0 0 0,0 0 0,0 0 0,0-10 0,-5-27 10,4 31-14,1 1-1,-1-14 1,1 2-9,0 16 7,1 1 1,-1 0-1,2 0 0,-1-1 0,0 1 0,1 0 0,2-7 0,-1 6-3,0-1 0,-1 1-1,1-1 1,-1 1 0,-1-1-1,1-8 1,-1 13 3,1-1 0,-1 0 0,1 1 0,-1-1 0,1 0 0,0 1 0,0-1 0,1 1 0,-1 0 0,0-1 0,3-1 0,3-9 25,-6 10-19,1 0 0,-1 0 0,1 1 0,-1-1 1,1 1-1,0-1 0,0 1 0,0 0 0,0-1 0,4-1 0,8-10-22,-14 13 14,1 0-1,0 0 0,0 0 0,0 0 0,0 0 0,0 0 0,1 0 0,-1 0 0,0 1 0,0-1 1,1 0-1,-1 1 0,0-1 0,1 1 0,-1-1 0,0 1 0,1 0 0,-1-1 0,1 1 0,-1 0 1,0 0-1,1 0 0,-1 0 0,1 0 0,2 1 0,1 1-13,0 0 1,0 0-1,0 0 1,0 1-1,6 4 1,-7-5 14,-1 1 4,0-1 0,0 1 0,0 0 0,0 0-1,0 1 1,-1-1 0,5 7 0,10 13 0,-16-21-6,1 0-1,0 0 1,-1 1 0,1-1-1,-1 0 1,0 1 0,0-1-1,0 1 1,1 3 0,4 8 6,-6-12 1,1 0 0,0-1 1,-1 1-1,0 0 0,1 0 0,-1 0 0,0 0 0,0 0 0,0-1 0,0 1 0,0 0 0,-1 2 0,1 7 32,-1-6-25,0 1 1,1 0-1,-2 0 0,1-1 1,-1 1-1,0 0 0,0-1 1,-5 9-1,-1 0-4,0-1-1,-13 16 0,-11 19-22,20-28 6,10-17 10,-1 0 1,1 0-1,-1-1 0,1 1 1,-1-1-1,0 1 1,-3 2-1,-14 13-14,-24 23-196,20-14-986,22-26 893,0 1 0,1-1 0,-1 0 0,0 1 0,0-1 0,0 0 0,0 0 1,0 0-1,0 0 0,0-1 0,0 1 0,0-1 0,-4 1 0,-25-1-4822,20-1 1900,9-4-75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48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21 1620,'9'0'1275,"-7"0"-318,-2-1-721,0 0 1,0 0 0,-1 1-1,1-1 1,0 0 0,0 0-1,0 0 1,1 1 0,-1-1-1,0 0 1,0 0-1,0 1 1,1-1 0,-1 0-1,1-1 1,-1 2-217,0 0 1,1 0-1,-1 0 0,0 0 0,1 0 1,-1 0-1,0 0 0,1 0 1,-1 0-1,0 0 0,0 0 0,1 0 1,-1 0-1,0 0 0,1 0 0,-1 0 1,0 0-1,0 0 0,1-1 1,-1 1-1,0 0 0,0 0 0,1 0 1,-1-1-1,0 1 0,0 0 0,1 0 1,-1 0-1,0-1 0,0 1 1,0 0-1,0-1 0,1-2 2695,-1 33-1475,-5-14-712,4-14-433,0 1 1,0-1-1,1 0 1,-1 0-1,0 0 0,1 1 1,0-1-1,-1 4 1,0 10 440,-1 0 0,0 0 1,-7 25-1,-1 2-35,3-18-104,-1 0 0,-15 30 1,8-18 85,11-29-363,0 0 0,-1 0 1,-5 8-1,-11 18 180,-3 28 19,15-48-261,8-13-54,0 0 0,0 0 0,0 0 0,0 0 0,0 1-1,1-1 1,-1 0 0,0 0 0,1 0 0,-1 1 0,1-1 0,-1 0-1,1 1 1,0-1 0,0 0 0,-1 2 0,1-2-3,0 0 0,0 0 0,0 0 1,0 0-1,0-1 0,0 1 0,0 0 0,-1 0 1,1 0-1,0 0 0,-1-1 0,1 1 1,0 0-1,-1 0 0,1-1 0,-1 1 0,1 0 1,-1-1-1,0 1 0,1 0 0,-1-1 1,-1 2-1,-1 3 69,4-9-58,-1 1-48,0 0 0,0 1-1,-1-1 1,1 1 0,-1-1-1,0 1 1,-1-4-1,1 3-103,0 1-1,0-1 1,0 0-1,1 1 1,-1-1 0,1 0-1,-1-3 1,1-21-1473,-1 8-529,1 1-1,3-20 0,4 5-1309,-5 4-233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48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34 108,'-64'-20'5597,"57"19"-5306,1-1 1,-1 1 0,0 0 0,0 0 0,0 1 0,0 0 0,0 0 0,0 1 0,1 0 0,-1 0 0,-8 2 0,5 1-119,1 1-1,-1-1 1,-16 12-1,17-10-76,7-5-71,0 0 0,1 1 0,-1 0-1,1-1 1,-1 1 0,1 0 0,-1 0 0,1 0 0,-1 2-1,-8 9 113,0-3-10,-1 2 151,-19 23 0,14-12 8,1 0 0,0 1 0,2 0 0,-18 46 0,18-31-13,5-17-80,1-1 0,-7 35 1,8-7 125,0 58 1,-2-32-90,9-60-205,0-1 1,1 0-1,4 16 1,1 3 4,-3-8-18,-2-10-3,0 0 0,1-1 0,1 1 0,0-1-1,11 24 1,-8-25 4,-4-7-3,-1-1 1,1 1-1,1-1 1,-1 0-1,1 0 1,-1 0-1,1 0 1,1 0-1,-1-1 1,9 7-1,5 2 42,-13-10-22,-1 1-1,0-1 1,1-1 0,0 1 0,9 4-1,-5-4 1,0-1 0,0 1-1,0-1 1,0-1-1,0 0 1,0 0 0,0 0-1,0-1 1,11-2-1,64-9 123,-64 7-112,-1 0 1,0-1 0,0-1-1,-1-1 1,19-10 0,-8-2-28,-10 5-27,-5 6 6,-7 4 5,1-1-1,-1 0 1,10-8 0,1-4 15,-1-1 1,-1-1 0,0 0-1,14-25 1,10-29 214,-34 62-154,-1-1-1,-1 0 1,0 0 0,3-19 0,-4 12 33,1-3 132,2-47 1,-8 45-68,-6-37 1,5 37-96,-3-2 57,0 1-1,-21-49 1,13 35 72,7 21-93,-1 2 1,-1-1 0,0 1-1,-1 0 1,-22-26 0,18 25-82,1 1 1,-2 1-1,0 0 1,-1 1-1,-25-18 1,3 16-45,25 10 4,9 5-10,0 0 0,0 0-1,0 0 1,-1 0 0,1 1 0,0-1 0,0 1-1,0 0 1,-1 0 0,1 1 0,0-1 0,0 1-1,-5 1 1,-5 3-708,0 0 0,-18 9-1,32-14 723,-6 4-626,-1 0 1,1 0 0,0 1-1,0-1 1,1 1 0,-9 10-1,-13 20-5362,16-16 2722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1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61 1096,'-1'-4'567,"0"0"0,-1 0 0,1 0 0,-1 0-1,0 1 1,0-1 0,0 1 0,-1-1 0,1 1 0,-1 0 0,1 0-1,-1 0 1,-6-5 0,4 7-39,3 1-426,1 0-1,0-1 1,0 1 0,0 0 0,-1-1 0,1 1 0,0-1 0,0 1 0,0-1-1,-2-1 1,1 4-69,1-1 0,-1 1 0,0-1 0,0 0 1,0 1-1,0-1 0,0 0 0,0 0 0,0-1 0,0 1 0,-4 1 0,-9 4 21,9-2-25,0 1 0,0-1 0,-6 7 0,-6 5 78,7-6 31,1 0-1,0 1 0,1 1 0,-16 23 1,-27 57 749,37-64-656,7-12-137,-1 0 0,2 1 1,0 0-1,1 1 0,1-1 1,-4 22-1,7-20-28,0-7-3,1 0 0,-7 19 1,2-8 46,-5 38 0,8-42-78,3-13-23,0 0-1,0 1 0,0-1 1,0 0-1,1 0 0,2 8 0,2 23 31,-5-32-30,0 0 0,0 0 1,1 0-1,-1 0 0,1-1 0,0 1 1,0 0-1,1 0 0,-1-1 0,1 1 1,0-1-1,0 1 0,1-1 0,-1 0 1,1 0-1,0 0 0,0 0 0,0 0 1,1-1-1,6 7 0,-7-8 3,0 0 1,0-1-1,1 1 0,-1 0 1,0-1-1,1 0 0,-1 0 0,1 0 1,-1 0-1,1 0 0,-1-1 1,1 1-1,0-1 0,6-1 1,-2 1 6,1-1 0,-1 0 1,1 0-1,-1-1 0,11-4 1,3-2 48,-1-1 1,0-1-1,-1-1 0,-1 0 1,1-2-1,-2 0 1,30-27-1,-44 36-61,8-7 19,0 0 0,-1-1 0,0 0 0,-1-1 0,18-27 0,-15 17 67,-8 15-32,0-1 0,0 1 0,-1-1 0,6-18 0,-6 10 31,-1 0 0,0-1 0,0-26 0,-2 24-44,-1 11-32,0 1 0,0-1-1,0 1 1,-3-14 0,0 6 11,-1 0 0,-1 1 0,-1-1-1,-7-16 1,6 19 31,5 8-28,0 1 0,0 0 1,0-1-1,-1 1 1,0 0-1,0 1 1,0-1-1,-5-5 1,-17-13 165,18 14-157,0 1 0,-1 1 1,1 0-1,-2 0 0,-14-8 1,-10-5-100,23 13 11,-1 0 0,-23-9-1,28 13 51,4 1 1,0 0 0,1 0 0,-1 1 0,0-1 0,0 1 0,0-1 0,0 1 0,0 0 0,0 0 0,0 0 1,-2 0-1,0 3 6,4-3-8,0 1 0,-1-1 0,1 0 1,0 0-1,-1 1 0,1-1 0,-1 0 0,1 0 0,0 0 0,-1 0 0,1 1 0,-1-1 0,1 0 1,-1 0-1,1 0 0,-1 0 0,1 0 0,0 0 0,-1 0 0,0 0 0,0 0 0,0 0 0,0 0 0,-1 0 0,1 1 0,0-1 0,0 0-1,0 1 1,0-1 0,-1 1 0,1-1 0,0 1 0,0 0 0,0-1 0,0 1 0,0 0 0,1 0-1,-1 0 1,-1 1 0,-10 7-6,11-8 4,0 0 0,0 0 1,-1 0-1,1 1 1,0-1-1,0 0 1,0 0-1,0 1 0,1-1 1,-1 1-1,0-1 1,0 3-1,-8 12-13,0-5 14,1 0 0,0 1 0,1 1 1,0-1-1,1 1 0,0 0 0,1 1 1,-7 25-1,-6 9-37,14-28 37,0 0 1,2 0-1,-1 21 0,4-25-8,1 0 0,0-1 0,1 1-1,7 25 1,-4-20 3,-4-17 8,0 1-1,0 0 0,0-1 1,1 1-1,0-1 0,0 0 1,0 0-1,0 0 0,1 0 1,-1-1-1,1 1 0,0-1 1,0 0-1,6 3 0,-2-1 0,1 0 0,0 0 0,0-1-1,0 0 1,1-1 0,12 4 0,-15-6 17,0-1 0,-1 1 0,1-1 0,0 0 0,0-1 1,-1 1-1,12-4 0,9 0 69,-14 2-53,0 0 0,0-1 0,0-1 0,-1 0 0,1-1 0,-1 0 0,20-11 0,25-13 15,5-3-49,-41 20-3,-16 10 1,1-1 0,-1 0-1,0 0 1,8-7 0,2-2-4,-13 12 7,-1-1-1,1 0 1,-1 0 0,0 0-1,1 0 1,-1 0-1,0-1 1,2-1-1,3-12 14,-6 13-12,1 0 1,0 0 0,0 0-1,0 0 1,0 0 0,0 0-1,2-2 1,12-23 53,-10 18-33,-5 8-19,1 0-1,-1 0 1,0 0-1,1-1 0,-1 1 1,0 0-1,0 0 1,0 0-1,0-1 0,0 1 1,0 0-1,0 0 1,0-1-1,0 1 0,-1 0 1,1 0-1,0 0 1,-1 0-1,1-1 0,-1 1 1,1 0-1,-1 0 1,0 0-1,1 0 0,-3-1 1,2 0-4,0 1 0,0 0 0,0-1 0,-1 1 1,1 0-1,0 0 0,-1 0 0,1 0 0,-1 1 0,1-1 1,-1 0-1,0 0 0,1 1 0,-1-1 0,0 1 0,-2-1 1,1 1-3,1 0 0,-1 0 0,1 0 1,-1 0-1,0 1 0,1-1 0,-1 1 0,1 0 1,-1-1-1,1 1 0,0 0 0,-1 0 1,1 1-1,0-1 0,0 0 0,0 1 1,0-1-1,0 1 0,0 0 0,0 0 0,0 0 1,-2 4-1,-14 10 33,12-6-28,3-6-8,1 0-1,-1 0 0,1 0 0,0 0 1,1 1-1,-1-1 0,-1 9 1,3-10 1,1 0 0,-1 0 0,1-1 0,0 1 0,0 0 0,0 0 1,0-1-1,1 1 0,-1-1 0,4 5 0,1 3-5,-2-3 3,-3-4 2,1 0 0,-1 0 0,1 0 0,0 0 0,0-1 0,0 1 0,1-1 0,2 3 0,8 7-9,-4-4 11,-1-1 0,-1 1 0,1 0-1,-1 0 1,8 14 0,-12-17 3,-2-4 3,0 1 0,-1-1 0,1 1 0,0-1-1,-1 1 1,1 0 0,-1-1 0,1 1 0,-1 0 0,0-1 0,1 1 0,-1 2 0,0-4-3,0 1 0,0 0 1,0-1-1,0 1 1,0-1-1,0 1 1,1 0-1,-1-1 0,0 1 1,0-1-1,1 1 1,-1-1-1,0 1 0,1-1 1,-1 1-1,1-1 1,-1 1-1,1-1 1,0 1-1,-1-1 0,0 0 1,1 0-1,-1 1 1,0-1-1,0 0 1,1 0-1,-1 1 0,0-1 1,0 0-1,1 0 1,-1 1-1,0-1 1,0 0-1,0 1 0,0-1 1,1 0-1,-1 1 1,0-1-1,0 0 1,0 1-1,0-1 0,0 0 1,0 1-1,0-1 1,0 1-1,0-1 1,0 0-1,0 1 0,0-1 1,0 0-1,0 1 1,0-1-1,-1 0 1,1 1-1,0-1 1,0 1-1,-7 12 15,-8 26 1,14-37-18,0 0 1,0 0-1,0-1 1,0 1 0,0 0-1,0-1 1,0 1 0,-1-1-1,1 1 1,-1-1-1,1 0 1,-1 1 0,1-1-1,-3 1 1,1 0 0,1 0 1,-1-1-1,1 1 1,0 0 0,0 0-1,0 1 1,-3 3-1,3-4 1,-9 16 26,-18 36 1,23-42-29,5-10-2,0-1 0,0 1 0,0 0 0,0 0 0,1 0 0,-1 0 0,1 1 0,-1 2 0,1-4 1,0 0 1,-1 0-1,1-1 0,0 1 0,0 0 0,-1-1 0,1 1 1,0 0-1,-1-1 0,1 1 0,0 0 0,-1-1 0,1 1 0,-1-1 1,0 2-1,0-2 1,1 0 0,0 0 1,-1 0-1,1 1 0,0-1 0,0 0 1,0 0-1,-1 0 0,1 1 0,0-1 1,0 0-1,0 0 0,-1 1 0,1-1 1,0 0-1,0 1 0,0-1 0,0 0 1,0 1-1,0-1 0,0 0 0,0 0 1,0 1-1,-1-1 0,1 0 0,1 1 1,-1-1-1,0 0 0,0 1 0,0-1 1,0 0-1,0 1 0,0-1 0,0 0 1,0 0-1,1 1 0,0 1-3,0 0-1,1-1 0,-1 1 1,0-1-1,0 1 0,1-1 0,-1 0 0,0 0 0,1 0 1,0 0-1,-1 0 0,1 0 0,0 0 0,-1 0 1,1 0-1,0-1 0,0 1 0,-1-1 0,4 1 1,4 1-94,1-1 0,-1 0 0,1 0 1,-1-1-1,1 0 0,0-1 1,-1 0-1,13-3 0,75-10-1222,81-28-1694,-162 37 2739,30-7-620,44-18 1,-57 17 656,-16 7 142,-1-1 1,28-15-1,-39 18 128,0 1 0,0-1 0,-1 0 0,1 0 0,-1 0 0,0-1 0,0 0 0,0 0 0,-1 0 0,0 0 1,0 0-1,5-11 0,1 1 319,-8 14-286,0-1 0,0 1 0,0 0 0,0-1 0,0 1 0,0-1 0,0 0 0,-1 1 0,1-1 0,-1 0 0,1 1 0,-1-1 0,0 0 0,1-2 0,-1-4 264,0 5-200,0 0-1,1 0 1,-1 0-1,-1 1 1,1-1-1,0 0 0,-1 0 1,0 0-1,1 0 1,-1 1-1,0-1 1,0 0-1,-1 1 1,1-1-1,-2-2 1,-19-28 1377,10 18-813,10 13-583,0-1-1,0 1 1,0-1 0,0 1 0,-1 0 0,1 0 0,-1 0 0,-2-2 0,4 3-78,-1 0 0,1 1 0,-1-1 0,1 0 1,-1 1-1,1-1 0,-1 1 0,1-1 0,-1 1 0,0 0 0,1 0 1,-1 0-1,1 0 0,-1 0 0,0 0 0,1 0 0,-1 0 0,0 0 1,-1 1-1,2 0-22,-1 0 0,1-1 0,-1 1 0,1 0 0,-1-1 0,1 0 0,-1 1 0,0-1 1,-2 0-1,3 0-5,-1 0 1,1 0 0,-1 0-1,1 1 1,-1-1 0,1 0-1,-1 1 1,1 0-1,-1-1 1,1 1 0,0-1-1,-1 1 1,1 0 0,0 0-1,-2 1 1,-19 17 93,15-15-50,1 1 0,1 0 0,-1 0-1,1 1 1,0-1 0,-5 8 0,-16 19 199,19-23-159,-1 0-1,-6 10 1,7-9-40,2-2-19,0 0-1,0-1 1,-4 12 0,-1 6 13,8-19-42,-1 0 1,1 0-1,0 0 1,1 0 0,-1 0-1,0 10 1,2-15-3,0 1 1,0-1-1,-1 0 1,1 1-1,-1-1 1,1 0-1,-1 1 1,1-1-1,-1 0 1,-1 2-1,2-2 1,-1 0-1,0-1 0,1 1 0,-1 0 0,1 0 0,-1 0 0,1 0 0,0 0 0,-1 0 0,1 0 0,0 0 0,0 0 0,0 0 1,-1 0-1,1 0 0,0 0 0,1 0 0,-1 0 0,0 0 0,0 0 0,0 0 0,0 0 0,1 0 0,-1 0 0,1 1 0,0 0-2,-1 0-1,1-1 1,0 1-1,0-1 1,-1 1-1,1-1 1,0 0-1,1 1 0,-1-1 1,0 0-1,0 0 1,0 0-1,1 0 1,-1 0-1,1 0 1,-1 0-1,1 0 1,-1 0-1,1-1 0,-1 1 1,1 0-1,-1-1 1,1 0-1,0 1 1,0-1-1,-1 0 1,1 0-1,0 0 1,-1 0-1,4 0 0,2 0-15,-1 0-3,0 0 1,-1 0-1,1 0 0,0-1 0,-1 0 0,1 0 0,-1 0 0,7-3 0,26-13-537,-2-2 0,0-1 0,63-47 0,-80 51 236,0-2 1,33-37 0,-39 38 229,-2 5 32,-1-1 1,9-15 0,-12 15 45,64-117 173,-58 106-99,-8 16 1,-1 0 0,1-1 0,-2 0 0,1 0 0,3-14 0,-3 2 53,-1 7 96,-1 0 1,1-17-1,-2 26-133,-1 1-1,1-1 0,0 1 1,0-1-1,1-4 0,-1 7-31,0-1 0,0 0 0,0 0 0,-1 1 0,1-1 0,-1 0 0,0 0 0,0 0 0,0 0 0,0 1 0,-1-6 0,-2-3 158,1 1 0,0 0 0,1-1 0,-1-17 0,2-27 330,-9 64-550,8-6 20,1 0 0,-1 0 0,0 0 0,1-1 0,0 1 0,0 0 0,0 0 0,0 0 0,1 4 0,-1-3 4,0 0 1,0 0 0,0 0-1,-1 8 1,-2-4 4,0 0 0,-1 0 0,-6 12-1,5-12 8,1 0-1,0 0 1,-4 13-1,4-2 25,2-12-21,0 1 1,0-1-1,-1 1 0,0-1 1,-6 13-1,-1-5 19,1 0 51,-14 30-1,13-22-40,4-11-19,1 1-1,-5 22 1,7-24-19,2-5-5,0 0 0,0 0 0,-1-1 0,-3 10 1,-1-1-2,2 1 1,-4 18 0,6-22-16,0 1 13,0 0-1,2 0 1,-1 0 0,3 15-1,-1 1 13,-1-24-10,0 0-1,1 1 1,-1-1 0,1 0 0,0 0 0,0 0 0,1 0-1,2 5 1,-1-2-1,0 0-7,1-1 0,0 0 1,1 1-1,-1-2 0,1 1 1,0 0-1,1-1 0,-1 0 1,1 0-1,11 6 1,-12-8 2,1 0 0,0 0 0,0-1 0,1 0 0,-1 0 0,0 0 0,1-1 0,-1 0 0,1 0 0,0-1 0,11 0 0,-7-1 5,1-1 0,-1 1 1,0-2-1,0 0 1,20-7-1,-20 5 1,-1-1 0,1 0-1,11-9 1,4-2-20,-16 9 10,-1-1 0,0 1 1,0-2-1,-1 1 0,0-1 1,0 0-1,6-13 0,-9 14 9,-1 0 0,0 0 1,0-1-1,4-16 0,-2 4 7,-2-12-11,-1 26-1,-2 6-1,0 0 0,0 0 0,0-1-1,-1 1 1,1 0 0,-1 0 0,1 0 0,-1-1 0,0 1 0,0 0 0,0-1 0,0 1 0,0 0 0,0 0 0,-2-4 0,-27-55 36,28 59-33,0 0 3,0 0-1,0 0 0,0 1 0,0-1 1,-1 0-1,1 0 0,0 0 1,-4-2-1,-4 4-6,2 4-9,0-1 1,0 1-1,0 0 0,-6 5 1,1 0 1,8-7 4,1 1 0,0 0 1,-1 0-1,1 0 1,0 0-1,0 0 1,1 1-1,-5 5 0,-8 12-1,5-12-1,7-6 4,0 0 0,0 0 0,0 1 0,1-1 0,-1 0 0,-2 5 0,0 3 2,-1 0 1,2 0 0,-4 12-1,-11 17 8,15-24-11,-1 1-10,1 0-1,0 1 1,1-1 0,-1 27-1,5-38 13,-1-1 0,1 0 0,0 0-1,0 0 1,0 0 0,1 0 0,-1 0 0,1 0-1,1 0 1,4 8 0,-3-6-6,-2-5 7,-1 0-1,1 0 0,0 0 1,-1 0-1,1 0 0,0-1 1,0 1-1,0 0 1,0-1-1,0 0 0,1 0 1,-1 1-1,0-2 1,1 1-1,-1 0 0,1 0 1,-1-1-1,1 1 0,-1-1 1,1 1-1,4-1 1,6 0 5,0-1 0,25-4-1,-35 5-1,8-2 1,-1 0 0,0-1 0,0 0 0,0 0 0,0-1 1,-1-1-1,1 1 0,-1-2 0,0 1 0,-1-1 0,9-7 1,47-34-112,-37 28 25,12-11 31,-16 9 41,-10 10 56,0-1 0,-1-1 0,0 0 0,14-21 0,-13 15-27,-7 11-14,-1 1 1,0-1 0,8-17 0,-10 16 1,-1 4-4,0-1 0,0-1 0,-1 1 0,0 0 0,0 0 0,0-12 0,-1-29 41,0 47-44,0-1 1,0 1 0,0-1 0,0 1 0,0-1 0,0 1 0,0-1 0,-1 1-1,1-1 1,0 1 0,0-1 0,0 1 0,-1-1 0,1 1 0,0-1 0,0 1-1,-1-1 1,1 1 0,0 0 0,-1-1 0,1 1 0,-1 0 0,1-1 0,-1 1-1,1-1 1,-1 1 0,1 0 0,0 0 0,-1-1 0,1 1 0,0 0 0,-1-1 0,1 1 0,0 0 0,-1-1 0,1 1 0,0-1 0,0 1 0,0 0 0,-1-1 0,1 1 0,0-1 0,0 1 0,0-1 0,0 1 0,0 0 0,0-1 0,0 1 0,0-1 0,-1 0 0,1 0 0,0 0 0,-1 0 0,1 1 0,-1-1 1,1 0-1,-1 0 0,0 1 0,1-1 0,-1 0 1,0 1-1,0-1 0,1 1 0,-1-1 0,0 1 1,0-1-1,0 1 0,1 0 0,-1-1 0,0 1 1,-1 0-1,0-1-1,1 1 1,0-1-1,-1 1 1,1 0 0,-1-1-1,1 1 1,0 0-1,-1 0 1,1 0-1,-1 0 1,1 0 0,-1 1-1,1-1 1,0 0-1,-1 1 1,-1 0 0,-5 3-19,7-4 15,1 0 1,-1 1-1,0-1 0,0 1 0,0-1 1,0 1-1,0-1 0,1 1 0,-1-1 1,0 1-1,0 0 0,1-1 1,-1 1-1,0 0 0,1 0 0,-1-1 1,1 1-1,-1 0 0,1 0 0,0 0 1,-1 0-1,1 0 0,0 0 1,-1 0-1,1-1 0,0 1 0,0 0 1,0 2-1,0-2-1,0 0 0,0 0 0,0 0 1,0 0-1,-1 0 0,1 0 0,0 0 0,0 0 1,-1 0-1,1 0 0,-1 0 0,1 0 0,-1 1 1,0-2 2,1 1 0,0-1 1,0 0-1,0 1 1,-1-1-1,1 0 1,0 1-1,0-1 0,0 0 1,0 1-1,0-1 1,0 0-1,0 1 0,0-1 1,0 1-1,0-1 1,0 0-1,0 1 1,0-1-1,0 0 0,0 1 1,0-1-1,0 0 1,0 1-1,1-1 1,-1 1-1,0-1 0,0 0 1,0 0-1,1 1 1,-1-1-1,0 0 0,0 1 1,1-1-1,-1 0 1,0 0-1,1 1 1,0 0-1,-1 0 1,0 0 0,1 0-1,-1 0 1,0 0 0,1 0-1,-1 0 1,0 0 0,0 0-1,0 0 1,0 0 0,0 0 0,0 2-1,1 8-4,0-8 5,0-1 1,1 0-1,0 0 0,-1 0 1,1 0-1,0 0 0,0 0 0,0 0 1,3 2-1,-2-2-3,-1-1-1,1 1 1,-1 1-1,0-1 1,0 0-1,0 0 1,2 4 0,-1 0-12,-3-5 12,0 0 0,1 0 1,-1 0-1,0-1 0,1 1 0,-1 0 1,1 0-1,-1 0 0,1-1 1,0 1-1,-1 0 0,1-1 1,-1 1-1,1-1 0,0 1 1,1 0-1,1 1-8,0 1 0,0 0 0,0 0 0,0 0 0,0 0 0,4 7 0,-1-3 1,-6-6 11,1 0 0,-1-1-1,0 1 1,1 0 0,-1-1 0,0 1 0,0 0-1,0-1 1,1 1 0,-1 0 0,0 0-1,0-1 1,0 1 0,0 1 0,1 6 15,2-3-4,-2-4-12,-1 0 1,1 0 0,0 0 0,-1 0 0,1 0-1,-1 0 1,1 0 0,-1 1 0,1-1 0,-1 0-1,0 0 1,1 0 0,-1 1 0,0-1-1,0 0 1,0 0 0,0 0 0,0 1 0,0-1-1,-1 0 1,1 0 0,0 0 0,-1 1 0,1-1-1,-1 1 1,-16 37 24,13-27-4,-1 1 0,-11 17 1,7-19-9,8-9-11,-1 0-1,1 0 1,-1 0-1,1 1 1,0-1-1,-2 4 1,-19 55-48,21-57 35,0 0 0,1 0 0,-1 0 0,1 0 0,0 0 0,1 4 0,-1 0-2,0-8 11,0 1 0,1 0-1,-1 0 1,0-1 0,1 1 0,-1 0 0,0-1 0,1 1-1,-1-1 1,1 1 0,-1-1 0,1 1 0,0-1 0,-1 1 0,1-1-1,-1 1 1,1-1 0,0 0 0,-1 1 0,1-1 0,0 0 0,0 1-1,-1-1 1,1 0 0,0 0 0,0 0 0,-1 0 0,2 0-1,27 3-4,-5-5 11,1-1 0,-1-1-1,1-1 1,29-10-1,23-4-146,-44 10 17,63-24 0,-59 18 84,-21 9 40,-1-1 0,0-1 0,0-1 0,23-17 0,-12 4 1,36-37 0,-60 57 2,0-1 0,1 1 0,-1-1 0,0 0 0,-1 1-1,1-1 1,0 0 0,-1 0 0,0 0 0,0 0 0,2-7 0,15-25 13,-7 1-4,-11 33-8,1 0 0,-1 0-1,0 0 1,0-1 0,0 1-1,0 0 1,0 0-1,0-1 1,0 1 0,0 0-1,-1 0 1,1-1-1,0 1 1,-1 0 0,1 0-1,-1 0 1,-1-2-1,-3-14 34,5 16-33,0-1 1,0 1-1,-1-1 0,1 1 1,0-1-1,-1 1 0,1-1 1,-1 1-1,1-1 0,-1 1 1,0 0-1,0-1 1,1 1-1,-1 0 0,0 0 1,0-1-1,0 1 0,-1 0 1,1 0-1,0 0 0,0 0 1,0 0-1,-1 1 1,1-1-1,-1 0 0,1 1 1,0-1-1,-1 0 0,1 1 1,-1 0-1,1-1 0,-3 1 1,-9 0-20,11-1 14,-1 1-1,0 0 1,0 0 0,0 0-1,0 0 1,0 1 0,0-1-1,0 1 1,0 0 0,0-1-1,0 1 1,-4 3 0,-14 6-7,18-8 7,0-1 0,0 1 0,0-1 0,0 1 1,0 0-1,0 0 0,0 0 0,0 1 0,-4 4 0,2 0-10,0-1-1,1 1 1,0 0-1,-4 8 1,7-12 3,0-1 0,0 1-1,0 0 1,0 0 0,0-1 0,1 1-1,-1 0 1,1 0 0,0 0 0,0 0-1,0 0 1,0 0 0,1 0 0,0 3-1,21 56-295,-20-58 285,0 0 0,0 0 1,0 0-1,1 0 0,0-1 1,0 1-1,-1-1 0,2 0 1,-1 0-1,0 0 0,1 0 1,6 4-1,-4-3-8,0 0 1,-1 1-1,10 10 1,-1 0 4,0-1 0,18 15 0,-4-4 8,-26-23 19,0 1-1,0-1 1,0 1 0,0-1-1,0 1 1,0 0 0,-1 0-1,0 0 1,1-1 0,-1 1-1,0 1 1,-1-1 0,1 0-1,0 0 1,-1 0 0,0 0-1,1 0 1,-1 1 0,-1 3-1,0-6 0,1 1 0,-1-1 0,0 0 1,0 1-1,0-1 0,0 0 0,0 0 0,0 0 0,0 1 0,0-1 0,0 0 0,0-1 0,-1 1 0,1 0 0,0 0 0,-1 0 0,1-1 0,-2 1 0,-3 2-3,1-1 1,-1 0-1,-10 3 0,-28 4-52,-1 1-1,-66 26 0,71-23-401,27-10-668,0 0 0,1 2-1,0 0 1,-15 7 0,27-24-7769,9-2 5468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1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8 1520,'-24'-4'3806,"21"3"-2919,-1 1 1,1-1-1,-1 0 1,1 1 0,-1 0-1,-6 0 1,12 6-61,17-4 792,-12 2-1258,1 0 0,1-1 0,-1 1 1,0-2-1,10 3 0,46 5 655,59-1 28,-37-4-746,134-3-199,-123-3-99,-89 1-2,1 0 7,-1 0 0,0 0 0,0 1 0,0 0 0,11 3 0,-16-3-4,-2-1-2,17 0 17,-17 0-25,-1 0 13,0 0-1,1 0 1,-1 0 0,0-1-1,1 1 1,-1 0-1,0 0 1,0 0-1,1 0 1,-1 0 0,0 0-1,1 0 1,-1 0-1,0 0 1,0 0-1,1 1 1,-1-1 0,0 0-1,1 0 1,-1 0-1,0 0 1,0 0 0,1 0-1,-1 1 1,0-1-1,0 0 1,0 0-1,1 0 1,-1 1 0,0-1-1,0 0 1,0 0-1,1 0 1,-1 1 0,0-1-1,0 0 1,0 0-1,0 1 1,0-1-1,0 0 1,0 1 0,0-1-1,1 1 1,-22 0 238,20-1-216,-4 0 83,-2-1-686,0 1 1,1-1-1,-13-3 1,3 1-1444,14 3 1649,0-1 0,0 1-1,0 0 1,1-1 0,-1 0-1,0 1 1,0-1 0,0 0-1,0 0 1,1 0 0,-1 0-1,0 0 1,1 0 0,-2-2 0,-8-9-2655,0-2-264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2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60 1960,'-2'-1'1671,"-3"-3"-700,0 0-1,0 0 1,0 0-1,-4-6 1,2 3 150,6 7-1017,1 0 0,-1-1 0,1 1 0,0-1 1,-1 1-1,1-1 0,-1 1 0,1 0 0,0-1 1,-1 1-1,1-1 0,0 0 0,0 1 1,-1-1-1,1 1 0,0-1 0,0 1 0,0-1 1,0 0-1,0 1 0,0-1 0,0 1 0,0-1 1,0 0-1,0 1 0,0-1 0,0 0 0,0-10 5392,0 15-5080,9-2-282,4 11-146,0-7 17,-1 1 0,22 6-1,4 2 40,17 11 57,-26-14-92,30 20 1,-46-23-10,0 1 1,22 22 0,-17-15 7,-15-12-11,1-1 1,-1 1 0,1-1 0,-1 1-1,-1 0 1,1 0 0,-1 0 0,0 1-1,0-1 1,0 0 0,1 8-1,-3-12 3,0 1 1,0-1-1,0 1 0,0-1 0,1 0 0,-1 1 0,1-1 0,-1 0 0,1 1 0,-1-1 1,2 2-1,-1-2 0,0 0 1,-1 1 0,1-1-1,-1 0 1,1 0-1,-1 1 1,1-1 0,-1 0-1,0 1 1,0-1-1,1 2 1,-2 2 7,1-1 0,-1 1 1,0-1-1,0 1 0,0-1 0,-1 1 1,0-1-1,1 0 0,-4 4 0,-4 13 28,5-14-26,1-1-1,-1 0 1,-6 7-1,0 2-5,-2 2-4,-1 0 0,0-1 0,-1 0 1,-1-1-1,-19 15 0,17-18-48,0 0 0,-20 10 0,16-10-745,-28 20-1,42-26 281,-1-1-1,1 0 1,-1 0-1,-15 6 1,-3 3-1697,23-12 1756,0 0 1,0 0-1,0-1 0,0 1 1,-1-1-1,1 0 0,-6 2 1,-13-1-2258,0 4-327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90 240,'-1'0'145,"1"0"0,0-1-1,0 1 1,0 0 0,0-1 0,0 1 0,0 0 0,0 0-1,0-1 1,0 1 0,0 0 0,0-1 0,0 1-1,0 0 1,1-1 0,-1 1 0,0 0 0,0-1-1,0 1 1,0 0 0,0 0 0,1-1 0,-1 1 0,0-1-1,8-3 447,-6 3-157,-1 0-75,18-13 995,-18 13-1260,0 1-1,0-1 0,0 0 0,0 0 0,0 0 0,0 0 0,-1 0 0,1 0 0,0-1 0,0 1 0,-1 0 0,1 0 0,-1 0 1,1-1-1,-1 1 0,1-2 0,-2 2 50,1-1-1,0 1 1,0 0 0,0-1 0,1 1 0,-1-1-1,0 1 1,0-1 0,1 1 0,-1 0 0,1-1 0,-1 1-1,1 0 1,0-1 0,-1 1 0,1 0 0,0 0 0,2-2-1,0-6 1303,-3 9-1362,0 0 0,0-1-1,0 1 1,0 0 0,0 0-1,0 0 1,1-1 0,-1 1-1,0 0 1,0 0 0,0-1-1,0 1 1,0 0 0,0 0-1,0 0 1,1 0-1,-1-1 1,0 1 0,0 0-1,0 0 1,0 0 0,1 0-1,-1-1 1,0 1 0,0 0-1,0 0 1,1 0 0,-1 0-1,0 0 1,0 0 0,1 0-1,-1 0 1,0 0 0,0 0-1,0 0 1,1 0 0,-1 0-1,0 0 1,0 0 0,1 0-1,-1 0 1,0 0-1,1 0 1,-20 7 2056,16 7-1875,-6-2-45,2 1-1,-8 16 1,4-8-17,-35 83 396,-20 39-164,24-57-217,0 0-173,33-64-64,-17 38-23,18-45 28,1 0 1,0 0 0,-4 17-1,6-17 21,-1-1 0,-7 14 0,6-17 29,2 1 0,0 0 0,-7 25 0,10-24-21,1-9-9,0 1-1,0-1 1,0 1-1,0-1 1,-1 1-1,-2 4 1,2-7 7,1 1 1,0 0 0,-1-1 0,1 1 0,0 0 0,0 0 0,1 0 0,-1 0-1,0 5 1,1-7-5,0 0 0,0-1-1,0 1 1,-1 0 0,1 0 0,0 0-1,0 0 1,-1 0 0,1 0-1,0-1 1,-1 1 0,1 0 0,-1 0-1,1-1 1,-2 2 0,2-1-5,-1-1 1,1 1-1,-1 0 0,1-1 1,-1 1-1,1 0 1,0 0-1,-1-1 0,1 1 1,0 0-1,0 0 1,-1 0-1,1 0 0,0-1 1,0 2-1,0-1 3,0 5-146,0-20-33,-1 7-126,1 0-1,0 0 1,0 0-1,3-10 1,0 6-343,-1 9 383,-1-1 0,-1 1 0,1-1 0,0 0 0,-1 0 0,1 1 0,-1-6 0,1-1-486,0 1 1,0 0-1,1-1 0,0 1 1,1 0-1,3-8 1,-2 5-737,0 0 0,3-17 0,-3-6-1776,5 0 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6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 2272,'0'0'115,"0"1"0,0-1 0,1 1 920,-1-1-921,0 0 1,0 0 0,0 0 0,1 0 0,-1 1 0,0-1 0,0 0 0,0 0 0,0 0 0,0 0 0,1 0 0,-1 0 0,0 0 0,0 0 0,0 0 0,0 0 0,1 0-1,-1 0 1,0 0 0,0 0 0,0 0 0,0 0 0,1 0 0,-1 0 0,0 0 0,1-2 1149,0 2-1149,-1 0 0,0 0 0,0 0 0,0 0 0,0 0 0,0-1 0,0 1 0,0 0 0,0 0 0,0 0 0,0 0 0,0-1 0,0 1 0,0 0-1,0 0 1,0 0 0,0 0 0,0-1 0,0 1 0,2 1-864,0 0 1387,0 0-30,5 4-185,0 0 0,0 0 0,-1 0 1,1 1-1,-1 0 0,-1 0 0,1 1 0,7 10 1,-5-5-15,1-1 1,12 12-1,5 6 61,-25-27-443,8 8 119,-1 1 0,0 0 1,11 22-1,-15-26-94,0 0-1,0 0 1,6 8 0,-5-9-14,0 0 1,-1 1-1,4 9 1,2 4 33,-5-12-36,-1 0 1,0 1-1,5 15 1,-6-8-3,2 1 0,10 23 0,0 4-17,-12-33-21,0-1-1,7 14 0,-6-9 5,-1-12 1,-3-2-3,1-1 0,-1 1 0,1 0 0,0 0 0,-1-1 0,1 1 0,-1 0 1,0 0-1,1 0 0,-1 0 0,0-1 0,1 1 0,-1 0 0,0 0 0,0 0 0,0 0 1,0 2-1,1-3-41,-1 0 1,1 0 0,-1 0 0,0 1 0,1-1 0,-1 0-1,1 0 1,-1 0 0,1 0 0,-1 0 0,1 0-1,-1 0 1,1 0 0,-1 0 0,1 0 0,-1 0 0,1 0-1,-1 0 1,0 0 0,1-1 0,-1 1 0,1 0 0,-1 0-1,1 0 1,-1-1 0,1 0 0,4-5-231,-3 4 87,0 0 1,0 0 0,0-1-1,0 1 1,-1-1-1,1 0 1,-1 1-1,2-6 1,-1 5 12,-1 0 1,1-1 0,0 1 0,0 0-1,0 0 1,5-5 0,4-6-374,38-70-1665,-8 11 1347,-26 48 670,15-35 1,-18 35 152,-3 9 26,13-19 1,-11 19 75,9-20 0,0-1 227,-13 26 45,-1-1 1,0-1-1,0 1 0,4-18 1,12-46 3913,-21 71-3844,0 0 0,0 0 0,-1 0 0,0 0 0,0 0 0,-1-6 0,1-3 365,0 13-716,0 0 1,0 0 0,0 0 0,-1 1-1,1-1 1,0 0 0,0 0-1,-1 0 1,1 0 0,0 0 0,-1 0-1,1 0 1,-1 0 0,1 1 0,-1-1-1,0 0 1,-1-1 0,1 0 77,-1-4 355,0 4 434,-2 5-913,0 0 1,0 1 0,0-1-1,0 1 1,1 0 0,0 0 0,0 0-1,0 0 1,-4 7 0,-3 9 18,-7 21 0,-5 10 30,2-14-27,1 2 0,-17 51 0,6-15-1,5-14-8,7-14-8,-10 30-36,19-57 13,7-18 10,1 0 0,0 0 0,0 0 1,0 0-1,0 0 0,0 0 0,0 0 0,1 1 0,-1-1 1,0 4-1,1-5-3,0 0 0,0 0 0,0 0 1,0 0-1,0 0 0,-1 0 0,1 0 1,0 0-1,-1 0 0,1 0 0,0 0 1,-1 0-1,1-1 0,-1 1 0,0 0 1,1 0-1,-2 1 0,0 0-15,2-1-41,-1-1 0,1 1 0,-1 0 0,1 0 0,0 0 0,0-1 0,0 1 0,-1 0 0,1 0 0,0 0 0,0 0 0,0 1 0,1 0-1206,-1-7 89,0-8-1998,0 8 2208,-1 1-1,1-1 1,1 0 0,-1 1-1,2-7 1,5-5-2516,-5-3-123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7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102 158 2144,'0'5'1671,"1"7"1282,-1-12-2936,0 1 1,0-1-1,0 0 1,1 0-1,-1 1 1,0-1-1,0 0 1,1 0-1,-1 1 0,0-1 1,0 0-1,1 0 1,-1 0-1,0 0 1,1 1-1,-1-1 1,0 0-1,1 0 1,-1 0-1,0 0 0,0 0 1,1 0-1,-1 0 1,0 0-1,1 0 1,-1 0-1,1 0 1,-1 0-5,0 0-1,1 0 1,-1 0 0,0 0 0,1 0 0,-1 0 0,0 0 0,0 0 0,1 0-1,-1 0 1,0 0 0,1 0 0,-1 0 0,0 0 0,0 0 0,1 1 0,-1-1 0,0 0-1,0 0 1,1 0 0,-1 0 0,0 1 0,0-1 0,0 0 0,1 0 0,-1 0-1,0 1 1,0-1 0,0 1-4,0-1 1,1 0-1,-1 0 0,0 1 0,0-1 0,0 0 0,1 0 0,-1 0 1,0 1-1,0-1 0,0 0 0,1 0 0,-1 0 0,0 0 0,0 0 1,1 1-1,-1-1 0,0 0 0,1 0 0,-1 0 0,0 0 0,0 0 1,1 0-1,-1 0 0,0 0 0,1 0 0,-1 0 0,1 0 0,9 2 175,-9-2-170,0 0 0,0 1-1,0-1 1,0 0 0,0 0 0,0 0-1,0 0 1,0 0 0,0 0 0,0 0-1,0 0 1,0 0 0,0 0 0,0-1-1,0 1 1,-1 0 0,1-1 0,0 1-1,2-1 1,9-6 143,27-11 0,-28 15-140,-1-2 0,1 0 0,-1 0 1,-1-1-1,11-7 0,6-6 5,12-11 15,-35 27 44,-1 1-1,0-1 1,0 0-1,0 1 1,0-1-1,-1 0 0,1 0 1,-1-1-1,0 1 1,0 0-1,0 0 1,0 0-1,-1-1 1,1 1-1,-1 0 1,0-4-1,0 6-46,0 1-1,0-1 1,-1 1-1,1-1 1,0 1 0,-1-1-1,1 1 1,-1-1-1,1 1 1,0 0-1,-1-1 1,1 1-1,-1-1 1,1 1-1,-1 0 1,1 0 0,-1-1-1,1 1 1,-1 0-1,0 0 1,1 0-1,-1-1 1,1 1-1,-2 0 1,-20-4 532,14 3-465,0-2 20,7 3-98,0-1-1,0 1 0,0 0 1,0-1-1,-1 1 0,1 0 1,0 0-1,0 0 0,0 0 1,0 0-1,0 0 0,0 0 1,0 0-1,-1 1 0,1-1-9,-17 3 402,-1 1 1,1 1 0,0 0-1,0 2 1,-31 15 0,28-10-77,13-8-193,2 0 0,-1 0 0,-8 7 0,-1 1-1,-18 16 79,32-25-214,-1 0-1,0 0 1,1 0 0,-1 1-1,1-1 1,0 1 0,0-1-1,-2 7 1,1 0-7,2-7-1,0 0 0,0 0 0,0 0 0,0 0-1,0 0 1,-3 4 0,2-3-2,0 1-1,0 0 0,0-1 1,1 1-1,0 0 0,0 0 1,0 0-1,0 0 1,1 0-1,0 0 0,0 0 1,0 0-1,1 0 0,2 9 1,4 4-5,-5-13 5,0 0 0,0-1-1,0 1 1,-1 0 0,1 0 0,0 9 0,-2-11 2,0 0 0,1 0 1,-1-1-1,1 1 0,0 0 1,-1 0-1,1 0 0,1-1 1,-1 1-1,0 0 0,1-1 1,-1 1-1,1-1 0,0 0 1,0 1-1,3 2 0,11 7 12,-15-11-14,1 1 0,0-1 0,0 1 0,0-1 1,0 0-1,0 0 0,0 0 0,0 0 0,0 0 0,1 0 0,-1 0 0,0-1 1,0 1-1,1-1 0,-1 0 0,0 0 0,4 0 0,21 1 1,-17 0 0,0 0-1,0-1 0,0-1 0,1 0 0,-1 0 0,0-1 1,12-4-1,118-54-53,-128 53 52,0-1 0,-1 0 0,18-15-1,-16 11 2,21-13-1,-25 19 2,-1-1 0,0 0 0,0 0-1,11-14 1,-12 8 33,0 0 41,-5 12-20,0-1 0,-1 1 0,1-1 0,0 1-1,-1-1 1,1 0 0,-1 0 0,0 0 0,0 1 0,0-1 0,1 0 0,-2-1 0,1 1 0,1-3 0,-1-14 3626,-10 26-3663,9-7-16,-1 1 0,1 0 0,-1 0 0,1-1 0,0 1 0,0 0 0,-1 0 0,1 0 0,0 0 0,0-1 0,0 1 0,0 0 0,0 0 0,0 0 0,0 0 0,0 0 0,0 0 0,1 1 0,-1-1-1,0 0-1,0 0 0,1 0 0,-1 0 1,0 1-1,0-1 0,0 0 0,0 0 1,-1 0-1,1 1 0,0-1 0,0 0 1,-2 2-1,-1 1 3,3-3-1,-1 0-1,0 0 0,1-1 1,-1 1-1,1 0 0,-1 0 1,1 0-1,0 0 0,-1 0 1,1 0-1,0-1 0,0 1 1,-1 0-1,1 0 0,0 0 1,0 2-1,0-1-1,0-1 1,0 1-1,-1 0 1,1 0 0,-1 0-1,0 0 1,1 0-1,-2 1 1,1-1 1,0 0 0,0 0 0,1 0 1,-1 0-1,0 0 0,1 0 1,0 1-1,-1 2 0,1-3-1,0 0 0,0 0 0,-1 0-1,1 0 1,-1-1 0,1 1 0,-1 0-1,-1 3 1,1-3-1,0 0 0,0-1 0,1 1 0,-1 0 0,0 0 0,1 0-1,0 0 1,-1 4 0,1 57-190,1-60 180,0 0 1,-1-1-1,1 1 0,1 0 1,-1 0-1,0-1 0,1 1 0,-1-1 1,1 1-1,0-1 0,0 0 0,0 0 1,0 1-1,0-1 0,0-1 0,0 1 1,5 3-1,-3-4-33,0 1 1,1-1-1,-1 0 0,0 0 1,1-1-1,-1 1 0,0-1 1,1 0-1,-1 0 0,1 0 0,-1-1 1,0 0-1,1 0 0,-1 0 1,0 0-1,6-3 0,2-2-35,0 0 0,0-1 0,0-1 0,-1 0 0,16-15 0,-7 7 41,2-3 16,-20 8 31,-2 11-9,0-1 1,-1 1-1,1 0 0,0-1 1,0 1-1,0-1 0,0 1 1,0 0-1,0-1 0,0 1 1,1-1-1,-1 1 0,0 0 1,0-1-1,0 1 0,0-1 0,0 1 1,1 0-1,-1-1 0,0 1 1,1-1-1,3-1 8,-5 3 1,1-1-9,0 0-1,0 0 1,0 0 0,-1 0 0,1 0 0,0 0 0,0 0 0,0 0 0,-1 0-1,1 0 1,0 0 0,0 0 0,0 0 0,0 0 0,-1 0 0,1 0-1,0 0 1,0 0 0,0 0 0,0 0 0,-1-1 0,1 1 0,0 0 0,0 0-1,0 0 1,0 0 0,0 0 0,0 0 0,-1 0 0,1-1 0,0 1-1,0 0 1,0 0 0,0 0 0,0 0 0,0-1 0,0 1 0,0 0-1,0 0 1,0 0 0,0 0 0,0-1 0,0 1 0,0 0 0,0 0 0,0 0-1,0 0 1,0-1 0,0 1 0,0 0 0,0 0 0,0 0 0,0-1-1,0 0 42,2 1-22,5 0-2,-5 0-8,-2 8-79,0-7 70,0-1 0,0 1 1,1-1-1,-1 1 0,0-1 0,1 1 0,-1-1 0,0 1 0,1-1 0,-1 1 1,0-1-1,1 0 0,-1 1 0,1-1 0,-1 0 0,1 1 0,-1-1 1,1 0-1,0 1 0,0-1-1,0 1 1,0-1 0,-1 1-1,1-1 1,0 1-1,0-1 1,0 1 0,-1 0-1,1-1 1,0 1-1,-1 0 1,1 0 0,-1-1-1,1 1 1,-1 0 0,1 0-1,-1 0 1,1 0-1,-1 0 1,0 0 0,0 0-1,1 2 1,0 0 0,-1 0 0,1 0 0,0 0 0,1 0 0,-1 0 0,0 0 1,1-1-1,0 1 0,-1 0 0,1-1 0,0 1 0,0-1 0,4 4 0,5 5-10,-9-8 8,1-1 0,0 0-1,0 0 1,0-1-1,0 1 1,0-1 0,1 1-1,-1-1 1,6 1-1,-3 0 2,-1-1 3,0-1-1,0 1 0,1-1 0,-1 0 0,0 0 1,0-1-1,1 1 0,-1-1 0,0-1 0,9-2 0,7-2 0,0-2 0,0 0-1,37-20 1,-45 18 5,-1-1-1,16-15 1,-21 17 3,0 1 0,-1-1 1,7-13-1,-1 1 10,-9 16-7,-1-1-1,0 0 1,0 0 0,-1 0 0,0 0 0,0 0 0,0 0 0,-1-1-1,0 1 1,-1-11 0,0 0 65,1 12-41,-1 0 0,0 1 0,0-1-1,-1 0 1,0 0 0,1 1 0,-2-1 0,-3-7 0,3 7-10,2 3-20,0 0 0,-1 0 1,1 0-1,-1 0 0,1 0 1,-1 0-1,0 0 0,0 1 1,0-1-1,0 1 0,0-1 0,0 1 1,0 0-1,-1 0 0,1 0 1,0 0-1,-1 0 0,1 0 1,-1 1-1,-2-1 0,-8-3 6,13 4-13,-1 0 0,0 0-1,0-1 1,0 1 0,0 0 0,0 0 0,1 0 0,-1 1-1,0-1 1,0 0 0,0 0 0,0 0 0,0 1 0,1-1-1,-2 1 1,-7 2-9,1-2 2,5-1 2,1 0 0,0 1 0,0-1 0,0 1 0,0-1 0,0 1 0,-1 0 0,-2 2 0,-61 31-1180,60-31 472,1 1 0,-1 0 0,1 0 0,0 0 0,0 0 0,1 1 0,-1 0 0,1 0 0,0 0 0,-4 8 0,5-9 353,-3 10-5095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6:59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220 330 872,'0'-5'1729,"-1"-7"5974,1 12-7606,0 0 1,0 0-1,0-1 1,-1 1 0,1 0-1,0-1 1,0 1-1,-1 0 1,1 0-1,0 0 1,0-1-1,-1 1 1,1 0-1,0 0 1,0 0-1,-1 0 1,1 0-1,0-1 1,-1 1-1,1 0 1,0 0-1,-1 0 1,1 0-1,0 0 1,-1 0-1,1 0 1,-1 0 0,-3 21 2749,2-18-2672,2-3-123,-1 1 1,0 0 0,1 0-1,-1-1 1,1 1-1,-1 0 1,1 0 0,-1 0-1,1 0 1,-1 0-1,1 0 1,0 0 0,0 0-1,0 0 1,-1 0-1,1 0 1,0 2 0,0-1 77,0 1 0,-1 0 1,1 0-1,-1 0 0,0-1 1,1 1-1,-4 5 0,-2 7 371,-15 40 540,17-45-919,0-1 0,-7 12 0,6-13-63,0 1-1,1 0 0,-4 13 0,5-7 1,2-11-49,1-1-1,-1 0 0,0 0 0,0 1 0,0-1 1,-1 0-1,1 0 0,-2 3 0,-9 8 26,9-10-23,-1 0 0,1 1-1,0-1 1,-4 8 0,0 5 12,-9 34 0,13-44-22,1 0 0,-1 0-1,-1-1 1,-4 9 0,5-11-3,0 1 0,0-1 0,1 1 0,0 0 0,0-1 0,0 1-1,1 0 1,-1 0 0,1 0 0,0 9 0,1-14 1,0 0-1,0 1 1,0-1 0,0 0 0,-1 1-1,1-1 1,0 0 0,0 0 0,0 1-1,0-1 1,0 0 0,0 0 0,0 1 0,0-1-1,-1 0 1,1 0 0,0 1 0,0-1-1,0 0 1,0 0 0,-1 0 0,1 1-1,0-1 1,0 0 0,-1 0 0,1 0-1,0 0 1,0 0 0,-1 1 0,1-1-1,0 0 1,0 0 0,-1 0 0,1 0-1,0 0 1,-1 0 0,1 0 0,0 0 0,0 0-1,-1 0 1,1 0 0,0 0 0,-1 0-1,0 0 1,-1 4-40,3-7 14,8-6-30,-9 7 49,1 0 1,-1 1 0,1-1 0,-1 0-1,0 1 1,0-1 0,0 0 0,0-3 0,1-10-32,20-34-81,-11 25 59,26-47 0,-6 15 0,-29 54 58,73-138-110,-37 74 107,3-4-4,-18 36 6,33-44-18,35-44-71,-88 117 90,1 1 1,0 0-1,-1 0 1,1 1-1,1-1 0,-1 1 1,0-1-1,5-2 1,-8 6 1,1-1-1,-1 1 1,0 0 0,0 0 0,0 0-1,1-1 1,-1 1 0,0 0 0,0 0 0,1 0-1,-1 0 1,0 0 0,1 0 0,-1-1-1,0 1 1,0 0 0,1 0 0,-1 0-1,0 0 1,1 0 0,-1 0 0,0 0 0,0 0-1,1 0 1,-1 0 0,0 0 0,1 1-1,-1-1 1,0 0 0,1 0 0,-1 0 0,0 0-1,0 0 1,1 0 0,-1 1 0,0-1-1,0 0 1,0 0 0,1 0 0,-1 1 0,0-1-1,0 0 1,0 0 0,1 1 0,-1-1-1,0 0 1,0 1 0,0-1 0,0 0-1,0 0 1,0 1 0,0-1 0,0 0 0,0 1-1,0-1 1,0 0 0,0 0 0,0 1-1,0-1 1,0 0 0,0 1 0,0-1 0,3 9-2,0-6 5,-3-3-2,1 1-1,-1-1 1,1 1 0,-1-1-1,0 1 1,1-1 0,-1 1-1,1 0 1,-1-1-1,0 1 1,0-1 0,1 1-1,-1 0 1,0-1-1,0 1 1,0 0 0,0-1-1,0 1 1,0 0 0,0-1-1,0 1 1,0 0-1,0-1 1,0 1 0,0 0-1,0-1 1,0 1 0,-1 1-1,-1 5 3,0 0 1,0 0-1,1 0 0,0 0 1,0 12-1,1-1 1,1-6-1,-1 0 0,-3 21 0,0-19-1,1-7 1,1 1 1,-1-1-1,1 12 1,0-4 7,-1 1-1,-6 30 1,4-32 21,1 1-1,-1 29 0,4-35-20,-1 0-1,-4 16 0,3-17-14,1 1 0,-1 13 0,2 81-726,11-109 582,-8 4 142,-1 0 0,1 0-1,-1 0 1,1 0 0,-1-1 0,0 1 0,0-1-1,0 1 1,1-4 0,8-9-11,4-6 3,0-2-1,15-32 0,-19 34 6,1 0 0,0 1 0,25-31 0,-23 36 5,-4 4 1,-1 1 0,11-16-1,1-7 1,1 2-1,2 1 1,41-41-1,-44 44 9,-18 23-2,1-1 0,-1 1 0,1 0 0,0-1 0,0 2 0,7-7 0,-9 9-2,-1 1-1,-1-1 0,1 1-1,-1 0 1,1 0 0,-1-1 0,1 1 0,-1-1 0,1 1 0,-1 0-1,1-1 1,-1 1 0,1-1 0,-1 1 0,0-1 0,1 1-1,-1-1 1,0 1 0,0-1 0,1 1 0,-1-1 0,0 0 0,0 1-1,0-1 1,0 1 0,0-2 0,0 2 0,0-4-4,0 4 4,1 0 0,-1-1 1,0 1-1,1 0 0,-1 0 0,0-1 1,1 1-1,-1 0 0,0 0 0,1 0 0,-1 0 1,1-1-1,-1 1 0,1 0 0,-1 0 0,0 0 1,1 0-1,-1 0 0,1 0 0,-1 0 0,1 0 1,0 0-1,-1 0 2,0 1 1,0-1 0,0 0-1,1 0 1,-1 0-1,0 1 1,0-1 0,0 0-1,0 0 1,0 0-1,1 1 1,-1-1 0,0 0-1,0 0 1,0 1-1,0-1 1,0 0 0,0 0-1,0 1 1,0-1-1,0 0 1,0 0 0,0 1-1,0-1 1,0 0-1,0 0 1,0 1 0,0-1-1,-1 1 13,1 1 2,0 0-1,0 0 1,0 0-1,-1-1 1,1 1 0,-1 0-1,0-1 1,-1 4-1,1-3 10,0 0 0,1 0 0,-1 0 0,0 0 0,1 0 0,-1 0 0,1 0 0,-1 5-1,2 0 46,-1 1-1,-1 0 0,1 0 1,-1 0-1,-1 0 0,0 0 1,-4 11-1,1-4 23,0 0 1,1 0-1,0 0 0,-1 16 0,-1-6 59,-13 39 0,10-39-44,-9 45-1,17-62-89,-4 21 38,-1 50 1,6 3-39,0-79-19,0 0 0,1 0 1,0 0-1,0 0 1,0 0-1,0-1 1,0 1-1,0 0 0,1 0 1,-1-1-1,1 1 1,0-1-1,0 1 1,0-1-1,0 0 0,4 4 1,-2-3-5,-1 0 0,1 0 0,0-1 0,0 1 0,0-1 0,0 0 0,0 0 0,0 0 0,1-1 0,5 2 0,0-2-12,-1 0 1,0-1-1,0 0 0,0 0 0,17-4 1,42-14-114,-23 5-2,-33 9 57,-1 0 0,-1 0 0,19-10 0,-14 6 18,-7 3 18,0 0 1,0-1-1,-1 0 0,0 0 0,0 0 0,7-9 1,6-5-36,-12 11 39,0-1 0,0 1 0,-1-2 0,-1 1 0,10-21 0,8-12-6,-21 38 40,0-1 1,-1 1-1,1-1 0,-1 0 1,1-7-1,1 0 3,-3 11-2,-1 1 1,0-1-1,0 1 0,1-1 1,-1 1-1,0-1 0,0 1 1,0-1-1,-1 1 0,1-1 1,0 1-1,-1-1 0,1 1 1,0-1-1,-1 1 0,0 0 1,0-3-1,0 3 1,0-1 1,0 0-1,0 0 0,1 0 1,-1 0-1,1 0 0,-1 0 1,1-4-1,0 3 2,-1 0 0,0 0 0,1 0 0,-1 0-1,0 0 1,0 0 0,-1 0 0,1 0 0,-1 0 0,1 1 0,-1-1-1,0 1 1,0-1 0,-3-2 0,3 3-2,0 0 0,0 0 0,0 0 0,0 0 0,0 0 0,-1 1 0,1-1 0,-1 1 0,1 0-1,-1-1 1,0 1 0,1 0 0,-1 1 0,0-1 0,-5 0 0,6 1 0,0 0 0,0 0-1,0 0 1,0 1 0,0-1-1,0 1 1,0 0 0,0-1-1,0 1 1,0 0 0,0 0 0,0 0-1,1 0 1,-3 2 0,-19 23-1,9-10 13,11-12-12,1-3-2,0 1 0,1 0 0,-1 0 0,1 0 1,-1 0-1,1 0 0,0 0 0,-1 0 0,1 0 1,0 1-1,0-1 0,1 0 0,-2 4 0,0 0-28,0 1 0,-1-1 0,-4 7-1,4-7 17,0 0 0,1 0 0,-1 0 0,-1 8 0,2-4-2,-1 0 30,0 1 0,1 0-1,0 0 1,1 0-1,0 0 1,1 0-1,0 0 1,3 15-1,0-14-11,0-1-1,0 0 0,1 0 1,1-1-1,8 15 0,-9-19-54,0 0 0,0-1 0,0 0 0,1 1 0,-1-2 0,1 1-1,7 4 1,-9-6-45,1-1 0,0 0 0,0 0 0,0-1-1,0 1 1,0-1 0,0 0 0,0 0 0,0 0 0,1 0 0,-1-1-1,5 0 1,27-2-823,-1-2 0,1-1-1,-1-2 1,40-13 0,-59 16 678,22-8-635,55-27 0,-39 16 425,-34 13 264,33-21 0,-40 22 158,-5 4 17,1-1 1,-1-1-1,0 0 0,-1 0 1,12-14-1,26-44 318,-38 53-152,9-24 804,-12 25-477,-3 7-264,0 1-1,0-1 1,-1 0 0,1 0 0,-1 0 0,0 1-1,0-1 1,-1-4 0,0-9 1075,1 17-1259,0-1-1,0 1 1,0-1-1,0 1 1,0-1-1,0 1 1,0-1-1,-1 1 1,1-1-1,0 1 1,0-1-1,0 1 1,-1-1-1,1 1 1,0-1-1,-1 1 1,1 0-1,0-1 1,-1 1-1,1-1 1,-1 1-1,0-1 1,1 1-4,0 0 1,-1 0-1,1-1 1,0 1-1,-1 0 1,1 0-1,0-1 1,-1 1-1,1 0 1,0-1-1,0 1 1,-1-1-1,1 1 0,0 0 1,0-1-1,0 1 1,0-1-1,0 1 1,-1-1-1,1 1 1,0 0-1,0-1 1,-11 0 816,8 0-753,-1 1 1,0 0-1,1 0 1,-1 1-1,0-1 1,1 1-1,-1 0 1,1 0-1,-1 0 1,1 0-1,0 0 1,-1 1-1,1 0 1,-5 2-1,1 1-30,0 0 0,0 0 0,0 0 0,1 1 0,0-1 0,-8 11-1,-38 47 293,37-41-273,2 0-1,-15 30 0,18-33-63,7-13-14,-1 1-1,1-1 1,0 1-1,1-1 1,0 1-1,0 0 1,0 0 0,0 9-1,2 60 20,0-73-30,0 0 0,0-1 0,1 1-1,0 0 1,-1 0 0,1-1 0,0 1-1,2 2 1,-1 0-13,-2-4 0,1 1-1,0-1 1,-1 0 0,1 1 0,0-1-1,0 0 1,0 0 0,0 0 0,0 0-1,0 0 1,0 0 0,0 0 0,0 0-1,0 0 1,1 0 0,-1-1 0,0 1 0,1 0-1,-1-1 1,1 1 0,-1-1 0,0 0-1,1 1 1,-1-1 0,1 0 0,-1 0-1,1 0 1,-1 0 0,1 0 0,-1 0-1,1 0 1,-1-1 0,1 1 0,-1 0-1,0-1 1,1 1 0,1-2 0,4-1-105,1-1 1,-1 1 0,1-2-1,-1 1 1,8-8-1,5-4-233,-2-1-1,16-21 1,15-13-61,-1 0 249,-21 21 142,-25 28 29,0 0-1,-1 0 0,0 0 1,1 0-1,-1 0 1,0-1-1,0 1 1,0 0-1,0 0 0,0-1 1,0-3-1,-1 3 3,1 1 0,0-1 0,-1 1 0,1-1 0,0 1 0,0 0 0,1-1 0,-1 1 0,2-2 0,5-12 61,-6 9 106,-5 9 325,0 3-409,0 0 0,0 1-1,-5 10 1,-6 13 223,4-9-49,-2 2 34,10-18-259,0-1 0,0 1 1,0 0-1,0-1 1,0 1-1,-1 7 0,-2 4 41,1 11 4,4-24-76,-2 0-2,1-1 0,0 1 0,1-1 0,-1 1 0,0 0 0,0-1-1,1 1 1,-1 0 0,1 0 0,-1 0 0,1-1 0,0 1 0,0 0 0,0 0-1,0 0 1,0 0 0,0-1 0,0 1 0,1 0 0,0 3 0,0-4-2,0 1 1,0-1 0,1 1 0,-1-1-1,0 0 1,0 0 0,1 1-1,-1-1 1,1 0 0,-1 0 0,1 0-1,0 0 1,-1-1 0,1 1-1,0 0 1,0-1 0,-1 1 0,5 0-1,2 0 4,1-1-1,16 1 0,-15-2 0,4 0-1,0 0-1,-1-1 1,1-1 0,-1-1-1,0 0 1,17-7 0,-9 3-1,23-10 1,-2-2 0,0-1 0,47-33 0,-82 49-2,3-2-4,0 0 0,-1-1 0,17-18 0,23-32 14,-47 56-8,4-8 8,0 1-1,0 0 1,4-12-1,8-12 11,-17 30-18,1 0 1,-1 0-1,1 0 0,-1 0 0,0 0 0,0 0 0,0-1 0,-1 1 0,1 0 0,-1-1 0,0 1 0,0 0 0,0-7 0,-1-3 6,2 10-5,-1 2-2,0 1 0,0 0 0,0 0 0,0-1 1,0 1-1,0 0 0,1 0 0,-1-1 0,0 1 0,0 0 0,0 0 0,-1-1 0,1 1 0,0 0 1,0 0-1,0-1 0,0 1 0,0 0 0,0 0 0,0-1 0,0 1 0,0 0 0,-1 0 0,1-1 1,0 1-1,0 0 0,0 0 0,-1-1 0,-1 0 3,0 0-1,-1 0 1,1 0-1,-1 0 1,1 0 0,0 1-1,-4-1 1,0 1-3,0 0 0,0 0-1,0 1 1,0 0 0,0 0 0,1 1 0,-1-1 0,0 1 0,1 1 0,-1-1 0,-5 4-1,6-3-5,0 0 0,1 1 0,0-1 0,0 1-1,0 0 1,0 0 0,1 0 0,-6 9-1,5-4-10,2-6 14,1 0 0,-1 0-1,1 0 1,0 1 0,0-1 0,1 1-1,-1 5 1,-2 13-23,2-21 25,1 1 0,-1-1-1,1 1 1,0-1 0,0 0 0,0 1-1,0-1 1,0 1 0,0-1-1,0 1 1,0-1 0,0 1-1,1-1 1,-1 0 0,1 1-1,0 1 1,1 16-36,0-5 1,0-6 3,2 5-80,0-1 1,1 0-1,11 21 1,-9-20 38,0 1 1,-1 0-1,5 16 1,0 1 10,-8-4 61,0-20-1,-2-6 2,0 0 0,0 1 0,0-1 0,-1 1 0,1-1 0,-1 1 0,1 0 0,-1-1 0,0 1 0,1-1-1,-1 1 1,0 0 0,0-1 0,0 1 0,0-1 0,-1 1 0,1 0 0,0-1 0,-1 3 0,-3 3-10,3-7 10,1 1-1,-1 0 1,0 0-1,1 0 1,0-1-1,-1 1 1,1 0-1,0 0 1,-1 0-1,1 0 1,0 0-1,0 0 1,0 0-1,0 1 1,0-1-1,-1 0 0,1-1-1,0 1 1,0 0 0,0 0 0,-1 0-1,1 0 1,0-1 0,-1 1 0,1 0-1,-1 0 1,1-1 0,-1 1 0,1 0-1,-1 0 1,1-1 0,-1 1 0,0-1-1,1 1 1,-1-1 0,0 1 0,1-1-1,-1 1 1,0-1 0,0 1 0,0-1-1,1 0 1,-1 0 0,0 1 0,0-1 0,-1 0-1,-4 1-1,0 0 0,0-1-1,-9 1 1,10-2 10,-7 1 4,1 0 10,1 0 0,-1 1 0,0 0 0,-20 4 0,25-3-17,0 0 0,0-1 0,0 0 0,0 0 0,-8-1 0,-1 4 67,14-3-197,0-1 1,0 1-1,-1-1 0,1 0 1,0 1-1,0-1 0,-1 0 1,1 0-1,0 0 0,-1 0 1,1 0-1,-2 0 1,14-6-2043,3 1 255,0 0-1,0-1 0,-1-1 0,20-12 1,-11 5-828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00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266 258 716,'0'-1'622,"0"-1"0,0 0 0,-1 1 0,1-1 1,0 0-1,-1 1 0,0-1 0,1 0 0,-2-2 0,1 2-255,0 1 1,0-1-1,0 0 1,1 0-1,-1 1 0,1-1 1,0 0-1,-1 0 1,1 0-1,0-2 0,0 3-244,0 1 0,0-1 0,0 0-1,-1 0 1,1 1 0,0-1 0,0 0 0,-1 0-1,1 1 1,0-1 0,-1 0 0,1 1-1,0-1 1,-1 0 0,0 0 0,0 0 58,0 1 1,1-1 0,-1 0 0,1 0-1,0 1 1,-1-1 0,1 0 0,-1 0 0,1 1-1,0-1 1,0 0 0,-1 0 0,1 0-1,0 0 1,0-1 0,0 1 499,-2 1-97,-2 0-420,1 0 0,-1 1 0,0 0 0,0 0 0,1 0 0,-1 0 0,0 0 0,1 1 0,0-1 0,-1 1 0,1 0 0,0 0 0,-5 4 0,-4 5 73,-22 25 1,13-14-4,13-14-200,1 1 0,0-1 0,0 2 0,-6 9 0,9-12-23,0-1 0,-1 1-1,0-1 1,-8 8 0,11-12-10,0 0 1,1 1 0,-1-1 0,1 0 0,0 1 0,-1-1-1,1 1 1,0-1 0,0 1 0,1 0 0,-1 2 0,0-2-2,0 0 1,0 0-1,0 0 1,0 0-1,-3 5 1,1-3-1,0 0 0,1 1 1,0-1-1,-2 8 0,-2 2 6,5-10-4,0 1-1,0-1 0,1 0 1,-1 0-1,1 1 0,2 9 1,-2-1-5,0-13-2,1 1 0,-1-1 0,1 0 0,-1 1 0,1-1 1,-1 1-1,1-1 0,0 0 0,-1 0 0,1 1 0,0-1 0,0 0 0,0 0 1,0 0-1,0 0 0,0 0 0,1 0 0,-1 0 0,0-1 0,0 1 0,1 0 0,-1-1 1,0 1-1,1 0 0,-1-1 0,0 0 0,1 1 0,-1-1 0,1 0 0,1 0 1,3 0-21,10 0-196,22-2-1,-33 1 148,1 0-1,-1 0 1,0-1-1,1 0 1,-1 0-1,0 0 1,8-5-1,75-48-1232,-82 51 1235,-1 0 0,0-1 0,0 0 0,0 0 0,4-5 0,11-12-93,-3 6 126,-1-1 0,-1-1 1,-1 0-1,0-1 0,20-37 0,-28 43 189,0 1 0,6-17 0,-9 19 9,-2 8-88,0-1 0,0 0 1,0 1-1,-1-1 0,1 0 0,-1 0 0,1-4 0,-1-26 1419,0 32-873,-2 8-575,-1-4-41,2-3-2,1 1 1,-1-1 0,1 0 0,-1 1-1,1-1 1,0 1 0,-1-1 0,1 0 0,0 1-1,-1-1 1,1 1 0,0-1 0,0 1-1,0-1 1,-1 1 0,1-1 0,0 1-1,0-1 1,0 1 0,0 0 0,0 0 0,0 0 0,0 0 0,-1 1 0,1-1 1,0 0-1,0 0 0,-1 1 0,1-1 0,-1 0 1,1 0-1,-1 0 0,0 2 0,0-2 3,0 0-1,0 1 0,1-1 0,-1 1 0,1-1 0,-1 0 0,1 1 0,-1-1 0,1 1 0,0-1 0,0 3 1,-1 3 13,0 1 0,-1-1 0,1 0 0,-1 0 0,-4 7 0,-1 11 34,-1 2 15,4-16-46,1 0 0,0 0-1,0 1 1,0 19 0,3-27-18,-1 0 0,0 0 0,1 0 0,-1-1 0,-2 6 0,2-6-1,0 1 0,0-1 0,0 1-1,1 0 1,-1 3 0,0 5-4,1-9 2,0 0 0,0-1 0,0 1 0,0 0 0,0 0-1,0-1 1,1 1 0,1 5 0,2-2-1,-4-5 3,1 0 0,-1-1-1,1 1 1,-1 0-1,1 0 1,-1 0-1,0-1 1,1 1 0,-1 0-1,0 0 1,0 0-1,1 0 1,-1 0 0,0 1-1,0-1 0,0-1 0,0 1 0,0-1 0,0 1 1,0 0-1,1-1 0,-1 1 0,0-1 0,0 1 0,1-1 0,-1 1 0,0-1 0,1 1 0,-1-1 0,0 1 0,1-1 0,-1 0 0,1 1 0,-1-1 1,0 1-1,1-1 0,-1 0 0,1 0 0,-1 1 0,1-1 0,0 0 0,-1 0 0,1 1 0,0-1 0,21 2-41,-16-3 35,-1 1 0,1-2 0,0 1 0,-1-1 0,1 0 0,-1 0 0,1 0 0,9-6 0,2-1-15,-8 4 5,-1 0 0,1-1 0,13-12 0,-4 4-17,-11 7 15,1 0 0,-1-1-1,-1 0 1,1 0 0,6-12 0,-7 10 15,2 0 1,-1 0-1,11-10 1,-14 16 0,0-1 0,0 1 1,-1 0-1,0-1 1,0 0-1,2-5 1,15-22-34,-14 24 12,0 0 0,0 0 0,7-15 0,11-32-117,-21 46 124,1-1 0,7-14-1,-10 20 17,0 1 1,0 0-1,-1-1 0,0 1 0,0 0 0,0-1 0,0-3 0,-1-1 16,1 7-4,0-1 2,0-2-6,0 3-14,1 5-39,0 4-46,17 6-36,-15-9 72,-2-2 47,21 18-53,-18-17 3,1 1 1,0 0-1,-1-1 0,7 4 0,-9-7-6,7 1-53,-8 0 117,-1-1 0,1 0 0,-1 1 0,1-1 0,-1 1 1,0-1-1,0 1 0,0-1 0,1 1 0,-2-1 0,1 0 1,0 1-1,0-1 0,0 1 0,-1-1 0,1 1 0,0-1 0,-1 0 1,0 1-1,1-1 0,-1 0 0,-1 3 0,-4 13 15,6-16-13,0 0-1,0 0 1,0 0-1,0 0 1,0 0-1,-1 0 1,1 0-1,0 0 1,0-1-1,-1 1 1,1 0-1,-1 0 1,1 0-1,-1 0 1,0 1-1,-3 4 4,-2 6 4,0 0 1,-11 15-1,11-18-5,5-6-1,0-1 0,-1 1 0,1-1 0,0 1 0,0 0 1,1-1-1,-1 1 0,1 0 0,-1 4 0,-3 10 2,0-7-3,4-9 0,-1 1-1,0 0 1,1-1 0,-1 1-1,1 0 1,-1-1 0,1 1 0,0 0-1,-1 3 1,1-2 2,0 0 0,-1 0 1,1 0-1,-1 0 0,0 0 0,-1 3 1,1-2-3,0-1 0,0 1 0,0 0 1,0-1-1,1 1 0,-1 5 0,1-5-4,0-1-1,1 0 0,-1 1 0,1-1 0,-1 1 1,1-1-1,0 1 0,0-1 0,1 0 1,-1 0-1,1 0 0,-1 0 0,1 0 0,0 0 1,0 0-1,0 0 0,1-1 0,-1 1 0,1-1 1,-1 1-1,1-1 0,0 0 0,0 0 1,3 1-1,0 0 8,-1 0-1,1-1 1,0 0 0,0 0 0,0-1 0,0 0-1,0 0 1,0 0 0,0-1 0,1 0 0,-1 0-1,8-1 1,10 0 13,-7 0-16,-1 0-1,1-1 0,-1-1 1,0-1-1,0 0 0,0-2 1,0 1-1,19-11 0,-23 8-7,0 0 0,0 0 1,-1-1-1,0-1 0,18-20 0,-26 27 7,9-10 17,-1-1-1,0 0 0,0-1 1,-2 0-1,0-1 0,14-33 0,-8 16 126,-11 25-129,1-1 0,-2 1 0,1-1 0,-1 0 0,0 0 0,-1 0 0,0 0 0,1-13 0,-3 17-19,1 0-1,-1 0 0,4-10 1,-2 12 1,-1-1 0,0 0 0,-1 0 0,1 0 0,0 0 0,-1 0 0,0 1 0,0-1 0,0 0 0,-1 0 0,0-6 0,0 8 7,-1-4 60,0 1 0,1-1-1,0 0 1,0 0-1,0-10 1,1 16-55,0-1 0,0 1-1,0-1 1,0 1 0,0 0-1,0-1 1,0 1 0,0-1 0,0 1-1,0-1 1,0 1 0,0 0 0,0-1-1,0 1 1,0-1 0,0 1-1,0 0 1,-1-1 0,1 1 0,0-1-1,0 1 1,0 0 0,-1-1-1,1 1 1,0 0 0,0-1 0,-1 1-1,1 0 1,0 0 0,-1-1 0,1 1-1,0 0 1,-2-1 0,-2-1 26,2 1-2,2 1-29,0-1-1,0 1 1,-1 0 0,1 0 0,0 0 0,0 0 0,-1 0 0,1 0 0,0 0 0,0-1 0,-1 1 0,1 0-1,0 0 1,-1 0 0,1 0 0,0 0 0,0 0 0,-1 0 0,1 0 0,0 1 0,0-1 0,-1 0 0,1 0-1,0 0 1,0 0 0,-1 0 0,1 0 0,0 0 0,0 1 0,-1-1 0,1 0 0,0 0 0,0 0 0,0 1-1,-1-1 1,1 0 0,0 1 0,-1-1-5,-15 12 19,0 0 0,1 1 0,1 0 0,-19 24 0,17-20 30,8-7-16,1-1 0,-8 16-1,-10 13 52,15-24-42,1 0 1,1 0 0,0 1 0,-7 23-1,-1-2 11,11-21-34,0-1-1,-3 20 1,6-23-10,1-8-1,1 0-1,0 1 1,0-1 0,0 0 0,0 1 0,1-1-1,-1 0 1,1 1 0,0-1 0,0 0-1,0 0 1,2 4 0,20 34 83,-22-39-84,1 1 1,1-1 0,-1 1-1,1-1 1,0 1 0,0-1 0,0 0 0,0 0-1,0-1 1,0 1 0,1 0 0,-1-1 0,0 0-1,1 0 1,5 1 0,-1 0-2,0-1 0,0 0 0,0 0 0,0 0 0,11-2 1,12-2-8,-4 1-48,0-2-1,32-7 0,103-31-1463,-148 37 407,1 0 0,26-16 0,-24 12-162,-13 7 899,4-1-780,-1-1 0,1 0-1,-1 0 1,0 0 0,-1-1-1,1 0 1,9-11-1,4 2-2609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01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69 324,'0'0'3018,"0"0"-2967,1-1-1,-1 1 1,0 0 0,0 0-1,0 0 1,0-1-1,0 1 1,0 0 0,0 0-1,0-1 1,0 1-1,0 0 1,0 0 0,0-1-1,0 1 1,0 0-1,0 0 1,0 0-1,-1-1 1,1 1 0,0 0-1,0 0 1,0-1-1,0 1 1,0 0 0,0 0-1,-1 0 1,1 0-1,0-1 1,0 1 0,0 0-1,-1 0-88,0 0 56,1 0 0,0 0-1,0 0 1,-1 0 0,1 0 0,0 0 0,0 0-1,-1 0 1,1 0 0,0 0 0,0 0-1,-1 0 1,1 0 0,0 0 0,-1 0-1,1 0 1,0 0 0,0 0 0,-1 0 0,1-1-1,0 1 1,0 0 0,0 0 0,-1 0-1,1 0 1,0-1 0,0 1 0,0 0-1,0 0 1,-1 0 0,1-1 0,0 1-1,0 0 1,0 0 0,0-1 0,0 1 0,0 0-1,0 0 1,-1-1 0,1 1 0,0 0-1,0-1 1,0 0 176,0 1-191,0 0 0,0 0 0,0-1 0,0 1 0,0 0 0,0 0 0,0-1 0,0 1 0,0 0 0,0 0 1,0 0-1,0-1 0,0 1 0,0 0 0,0 0 0,0 0 0,0-1 0,0 1 0,0 0 0,0 0 0,1 0 1,-1-1-1,0 1 0,0 0 0,0 0 0,0 0 0,0 0 0,1 0 0,-1-1 0,0 1 0,0 0 0,0 0 1,0 0-1,1 0 0,-1 0 0,0 0 0,0 0 0,0-1 0,1 1 0,-1 0 0,0 0 0,0 0 0,0 0 1,1 0-1,-1 0 0,0 0 0,0 0 0,1 0 0,4-2 19,-5 2-21,0 0 0,0 0 1,0 0-1,0-1 0,0 1 1,0 0-1,0 0 0,0 0 1,0 0-1,0 0 0,0 0 1,0 0-1,0 0 0,0 0 1,0 0-1,0-1 0,0 1 1,0 0-1,0 0 0,0 0 0,0 0 1,0 0-1,0 0 0,0 0 1,0 0-1,0 0 0,0 0 1,0-1-1,0 1 0,0 0 1,0 0-1,0 0 0,0 0 1,0 0-1,0 0 0,0 0 1,0 0-1,-1 0 0,1 0 1,0 0-1,0 0 0,0 0 1,0 0-1,0 0 0,0 0 1,0 0-1,0 0 0,0 0 1,-1-1-3,-6-5 383,5-8 457,12 12-524,-7-11 362,-2 13-681,-1 0 10,1 0 1,-1 0-1,0 0 1,0 0-1,1 0 1,-1 0-1,0 0 1,0 0-1,1 0 1,-1 0-1,0 0 1,0 0-1,1 0 1,-1 0-1,0 0 1,1 0-1,-1 0 1,0 0-1,0 0 1,0 0-1,1-1 1,-1 1-1,0 0 1,0 0-1,1 0 1,-1 0 0,0-1-1,0 1 1,0 0-1,0 0 1,0-1-1,1 1 1,-1 0-1,0 0 1,0-1-1,0 1 1,0 0-1,0 0 1,0-1-1,0 1 1,0 0-1,0-2 1038,0 24-536,0 18 406,0-40-903,0 1-1,0-1 1,0 1 0,0-1 0,0 1 0,0-1-1,0 1 1,0-1 0,0 0 0,0 1 0,-1-1 0,1 1-1,0-1 1,0 0 0,0 1 0,-1-1 0,1 1 0,0-1-1,-1 0 1,1 1 0,0-1 0,-1 0 0,1 0 0,-1 1-1,1-1 2,-1 1 0,1-1 0,-1 0 0,1 1 0,0-1 0,-1 0-1,1 1 1,0-1 0,-1 1 0,1-1 0,0 0 0,0 1 0,-1-1 0,1 1-1,0-1 1,0 1 0,0-1 0,0 1 0,-1-1 0,1 1 0,0-1-1,0 1 1,0 0 0,0 0 0,0 106 1228,1-106-1237,-1 0 0,1-1 1,-1 1-1,1 0 1,-1-1-1,1 1 0,-1-1 1,1 1-1,0-1 1,-1 1-1,1-1 0,1 1 1,-1-1 2,2 13 202,-1-12-165,-1 0 1,1 0 0,0 0 0,0 0 0,0 0 0,-1-1 0,1 1-1,2 0 1,7 3 167,-11-4-204,0 1 0,1-1 0,-1 0 0,1 1 0,-1-1-1,1 0 1,-1 1 0,1-1 0,-1 0 0,0 0 0,1 0 0,-1 0-1,1 1 1,-1-1 0,1 0 0,-1 0 0,1 0 0,0 0-1,-1 0 1,1 0 0,-1 0 0,1 0 0,-1-1 0,1 1 0,-1 0-1,1 0 1,-1 0 0,0 0 0,1-1 0,0 1 0,2-2 28,0 1 0,0 0 1,1-1-1,-1 2 0,0-1 1,6-1-1,-5 2-10,1-1 0,-1 0 0,0 0 0,0-1 0,1 1 0,-1-1 1,4-2-1,-1 1 11,-6 3-31,0 0 0,-1 0 1,1 0-1,0 0 0,-1-1 0,1 1 1,0 0-1,-1-1 0,1 1 1,-1 0-1,1-1 0,0 1 1,-1 0-1,1-1 0,-1 1 1,1-1-1,-1 1 0,1-1 0,-1 0 1,0 1-1,1-1 0,0 0 13,-1 0 0,1 0 0,0 0 0,0 1-1,-1-1 1,1 0 0,0 0 0,0 1 0,0-1-1,0 1 1,1-1 0,7-4 56,-7 4-22,0 0-34,5-4-6,-5 4-6,-1 1-29,0 0 25,-1-1 1,1 1-1,0 0 0,0 0 0,-1-1 1,1 1-1,0 0 0,-1-1 0,1 1 1,0-1-1,-1 1 0,1-1 0,-1 1 0,2-2 1,-2 1-1,1 1 0,-1-1 0,1 1 0,0-1 0,-1 1 0,1-1 0,-1 1 0,1-1 0,0 1 0,0 0 0,-1-1 0,1 1 1,0 0-1,0 0 0,1-1 0,7 0 6,0-5-4,-9 6-5,1 0 0,-1 0 1,0 0-1,0 0 0,0 0 1,0 0-1,0 0 0,0 0 1,1-1-1,-1 1 0,0 0 0,0 0 1,0 0-1,0 0 0,0 0 1,0 0-1,0-1 0,0 1 1,0 0-1,0 0 0,0 0 1,0 0-1,1 0 0,-1-1 1,0 1-1,0 0 0,0 0 0,0 0 1,0 0-1,0-1 0,0 1 1,0 0-1,-1 0 0,1 0 1,0 0-1,0 0 0,0-1 1,0 1-1,0 0 0,0 0 1,0 0-1,0 0 0,0 0 1,0 0-1,0-1 0,-1 1 0,1 0 1,0 0-1,0 0 0,0 0 1,0 0-1,0 0 0,0 0 1,-1 0-1,1 0 0,0 0 1,0-1-1,0 1 0,0 0 1,0 0-1,-1 0 0,1 0 0,0 0 1,0 0-1,-8 2 114,8-2-111,0 0 0,0 0 1,0 1-1,0-1 0,0 0 0,-1 1 0,1-1 0,0 0 0,0 0 0,0 1 0,0-1 0,0 0 0,-1 0 0,1 1 0,0-1 0,0 0 0,-1 0 0,1 0 0,0 1 0,0-1 0,-1 0 1,1 0-1,0 0 0,0 0 0,-1 0 0,1 0 0,0 0 0,-1 0 0,1 1 0,0-1 0,-1 0 0,1 0 0,0 0 0,0 0 0,-1 0 0,1-1 0,0 1 0,-1 0 0,-1 0 18,2 0-20,0 1-1,0-1 1,0 0 0,0 0-1,0 1 1,0-1-1,0 0 1,0 0-1,0 1 1,0-1-1,0 0 1,0 0 0,0 0-1,0 1 1,0-1-1,0 0 1,0 0-1,0 1 1,-1-1-1,1 0 1,0 0-1,0 0 1,0 0 0,0 1-1,0-1 1,-1 0-1,1 0 1,0 0-1,0 0 1,0 0-1,-1 1 1,1-1-1,0 0 1,0 0 0,0 0-1,-1 0 1,1 0-1,0 0 1,0 0-1,-1 0 1,1 0-1,-4 1 3,2 4-15,2-4 102,9-2-38,-5-2-34,3 0 2,-5 2-11,-2-5 4,0 1-8,9 2 22,-7-5 7,-2 5-29,0 7-17,0-2 11,-6-2 7,5 0-7,1 0 1,0 0 0,0 0-1,0 0 1,0 0 0,-1 0-1,1 0 1,0 0 0,0 0-1,0 0 1,0 0 0,0 0-1,-1 0 1,1 0 0,0 0-1,0 0 1,0 0 0,0 1-1,0-1 1,-1 0 0,1 0-1,0 0 1,0 0 0,0 0-1,0 0 1,0 0 0,0 0-1,0 0 1,-1 1 0,1-1-1,0 0 1,0 0 0,0 0-1,0 0 1,0 0-1,0 1 1,0-1 0,0 0-1,0 0 1,0 0 0,0 0-1,0 0 1,0 1 0,0-1-1,0 0 1,0 0 0,0 0-1,0 0 1,0 1 0,0-1-1,0 0 1,0 0 0,-2 2 5,1 0-1,-1-1 1,0 1 0,0-1 0,0 1 0,0-1 0,-1 0 0,-2 2-1,4-3 3,-21 18 69,18-15-81,0 1 0,0-1 0,0 0-1,0 0 1,-1-1 0,-5 3 0,4-2-3,-1 1 0,1-1 1,-1 1-1,1 0 0,0 0 1,-9 10-1,12-11-21,-1 1 1,1 0-1,0 0 0,0 0 0,-5 9 0,7-11-48,0-1 0,0 1 0,-1 0 0,1-1 0,-1 1-1,1-1 1,-4 3 0,3-3-75,0 0 0,1 1 0,-1-1 0,0 1 0,1-1 0,0 1 0,-3 3 0,1 0-581,-7 15-2561,10-13-764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14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78 151 760,'0'-7'1066,"-11"-13"11656,-11 19-8282,22 0-4431,0 1 0,0 0 0,0 0 0,0-1 0,0 1-1,0 0 1,0 0 0,0-1 0,-1 1 0,1 0 0,0 0 0,0-1 0,0 1 0,0 0 0,0 0 0,-1 0 0,1-1 0,0 1 0,0 0 0,0 0 0,-1 0 0,1 0 0,0-1 0,0 1 0,-1 0 0,1 0 0,0 0 0,0 0 0,-1 0 0,1 0-1,0 0 1,0 0 0,-1 0 0,1 0 0,0 0 0,0 0 0,-1 0 0,1 0 0,0 0 0,0 0 0,-1 0 0,1 0 0,-1 0-17,-3-6 73,-14-7 27,15 7 37,2 4-91,1 1-37,-1 0 12,0 0 0,0 0 0,0 0 0,1 0 1,-1-1-1,0 1 0,1 0 0,-1 0 0,1-1 0,-1 1 0,1-1 0,-1 1 1,1 0-1,0-1 0,0 1 0,0-1 0,0 1 0,0-1 0,0-1 0,0-3-3,0 5-7,-1-1 1,1 0 0,0 1-1,0-1 1,0 1 0,0-1-1,0 1 1,1-1 0,-1 0-1,0 1 1,1-1 0,-1 1-1,1-1 1,-1 1 0,1 0-1,0-1 1,0 1-1,0-1 1,-1 1 0,3-2 0,0-1 7,-2 1-11,3 2 1,-4 1-2,0 0 0,0 0 0,1 0 1,-1 0-1,0 0 0,0 0 0,1 0 0,-1 0 1,0 0-1,0-1 0,0 1 0,1 0 1,-1 0-1,0 0 0,0 0 0,0 0 1,0 0-1,1 0 0,-1-1 0,0 1 0,0 0 1,0 0-1,0 0 0,0 0 0,0-1 1,1 1-1,-1 0 0,0 0 0,0 0 0,0-1 1,0 1-1,0 0 0,0 0 0,0 0 1,0-1-1,0 1 0,0 0 0,0-1 1,-9 0-72,38 1-29,-27 0 91,0 0 6,4 0 8,1 0 1,-1-1-1,0 0 1,11-3-1,-6 3-7,-8 1-6,0 0 0,0 0 0,0 1 0,0-1 0,-1 1 0,1-1 0,0 1 0,5 2 0,0-1-43,-5-2 50,12 12 76,-12-12-54,3 1 11,7 13-21,-10-12-11,-3-1 0,1-1 1,-1 0-1,1 1 0,-1-1 1,0 1-1,1-1 0,-1 0 0,0 1 1,1-1-1,-1 1 0,0-1 1,1 1-1,-1-1 0,0 1 0,0-1 1,0 1-1,1 0 0,-1-1 1,0 1-1,0-1 0,0 1 1,0 0-1,0 49 27,-2-45-25,1-1 0,-1 1 0,0 0 0,0-1 0,-1 1 0,1-1 0,-6 6 0,-1 6 7,1 1-1,7-14-6,0 0 1,0-1-1,0 0 0,-1 1 0,1-1 0,-1 1 1,1-1-1,-1 0 0,-2 3 0,0 0-3,0 0 0,0 1 0,1 0 0,-1-1 0,-1 8 0,-2 1 1,6-6 4,1-7-2,0 0 1,0 0-1,0 0 0,0 0 0,-1 0 0,1 0 0,0 0 0,0 0 0,0 0 0,-1 0 0,0 1 0,-28 46 8,7-15-48,18-19 23,-1-8 12,3-5 6,1 0 0,0 0 0,-1 1-1,1-1 1,0 0 0,0 1 0,0-1 0,0 1 0,0-1-1,0 1 1,1 0 0,-2 3 0,2-5-2,0 1 0,0-1 1,0 1-1,0-1 0,0 1 1,-1-1-1,1 1 0,0-1 0,0 1 1,0-1-1,-1 1 0,1-1 1,0 1-1,-1-1 0,1 1 0,0-1 1,-1 0-1,1 1 0,-1-1 1,1 1-1,-1-1 0,-2 3 2,1 4 0,2-7-1,0 1-1,0-1 0,0 1 0,0-1 0,0 0 1,0 1-1,0-1 0,0 0 0,0 1 1,-1-1-1,1 0 0,0 1 0,0-1 0,0 0 1,0 1-1,-1-1 0,1 0 0,0 1 0,0-1 1,-1 0-1,1 0 0,0 1 0,0-1 0,-1 0 1,1 0-1,0 0 0,-1 1 0,1-1 0,0 0 1,-1 0-1,1 0 0,0 0 0,-1 0 0,1 0 1,-1 0-1,1 0 0,0 0 0,-1 0 0,-1-1 5,11 0-5,-7 1-7,-2 0 6,0 0 0,0-1 1,0 1-1,0 0 0,0 0 1,0-1-1,-1 1 0,1 0 0,0 0 1,0-1-1,0 1 0,0 0 1,1 0-1,-1 0 0,0-1 0,0 1 1,0 0-1,0 0 0,0-1 1,0 1-1,0 0 0,0 0 1,0 0-1,1-1 0,-1 1 0,0 0 1,0 0-1,0 0 0,0 0 1,0-1-1,1 1 0,2-1 2,0 0 0,0-1-1,0 1 1,0-1 0,-1 0 0,1 0-1,3-3 1,10-6 7,-16 10-9,8-3-54,0-1 0,0 0 0,-1-1 0,0 0 0,8-9 0,-13 13 59,1 0-1,-1 0 1,1-1-1,-1 1 1,1 1-1,3-3 1,-3 2 23,0 1 0,0-1 0,0-1 0,0 1 0,-1 0 0,4-4 0,27-21 61,-32 24-87,11-2 7,-1 0-4,0 4-4,-8 1-1,0 0 0,-1 0-1,1 0 1,0 0 0,0 1 0,0-1-1,4 2 1,-4-1-2,0 0 0,0 0-1,0-1 1,-1 1 0,1-1 0,0 0-1,5 0 1,6 1 8,-11 2-3,-3-3-2,0 0 1,0 1-1,0-1 0,0 0 1,1 0-1,-1 0 0,0 0 0,0 1 1,0-1-1,0 0 0,0 0 1,1 0-1,-1 0 0,0 0 0,0 1 1,0-1-1,1 0 0,-1 0 1,0 0-1,0 0 0,0 0 0,1 0 1,-1 0-1,0 0 0,0 0 1,0 0-1,1 0 0,-1 0 0,0 0 1,0 0-1,0 0 0,1 0 1,-1 0-1,0 0 0,0 0 0,21 0 91,-12 0-141,-8 0 49,1 0-1,0 1 1,0-1 0,0 0 0,-1 0 0,1 0-1,0-1 1,0 1 0,0 0 0,-1-1 0,1 1-1,0-1 1,0 0 0,-1 1 0,1-1 0,-1 0-1,3-1 1,2-4 6,-5 6-5,-1 0 0,1 0 0,-1 0 0,0-1 0,1 1 0,-1 0 0,0 0 0,1 0 0,-1-1 0,0 1 0,0 0 0,1-1 0,-1 1 0,0 0 0,0-1 0,1 1 0,-1 0 0,0-1 0,0 1 0,0 0 0,0-1 0,0 1 0,0-1 0,0 1 0,1-1 0,-1 0 1,0 0-1,0 1 0,0-1 1,0 0-1,0 0 0,1 1 1,-1-1-1,0 0 0,0 0 1,1 1-1,-1-1 0,1 0 1,-1 1-1,1-1 0,0 0 1,-1 0-1,1 0 0,-1 1 0,1-1 0,0 0 0,-1 0 1,0 0-1,1 0 0,-1 0 0,0 1 0,1-1 1,-1 0-1,0 0 0,0 0 0,0 0 0,1-1 0,-1-8-3,-1-12 48,1 21-42,0 0 0,0 0 0,0 1 0,-1-1-1,1 0 1,0 0 0,-1 0 0,1 0 0,-1 0-1,1 1 1,0-1 0,-1 0 0,0 0-1,1 1 1,-1-1 0,1 0 0,-3 0 0,3 0-3,0 1 0,0 0 0,0 0 0,-1 0 0,1 0 1,0-1-1,0 1 0,0 0 0,0 0 0,0-1 1,-1 1-1,1 0 0,0 0 0,0-1 0,0 1 1,0 0-1,0 0 0,0-1 0,0 1 0,0 0 0,0 0 1,0-1-1,0 1 0,0 0 0,0 0 0,0-1 1,0 1-1,0 0 0,0 0 0,1-1 0,-1 1-6,0 0-1,0-1 1,0 1-1,0 0 0,0-1 1,0 1-1,0 0 1,0 0-1,0-1 1,1 1-1,-1 0 0,-1-1 1,1 1-1,0 0 1,0 0-1,0-1 1,0 1-1,0 0 0,0-1 1,0 1-1,0 0 1,0 0-1,-1-1 0,1 1 1,0 0-1,0 0 1,0 0-1,0-1 1,-1 1-1,1 0 0,0 0 1,-7-6-199,7 6 151,-1-1 1,1 0-1,-1 1 1,1-1-1,-1 1 0,1-1 1,-1 1-1,0-1 1,1 1-1,-1 0 0,0-1 1,1 1-1,-1 0 0,0 0 1,0-1-1,-1 1 1,2 0 1,0 0 1,-1 0 0,1 0 0,-1 0-1,1 0 1,-1 0 0,1 0 0,-1 0 0,1-1-1,-1 1 1,1 0 0,0 0 0,-1 0-1,1-1 1,-1 1 0,1 0 0,0 0-1,-1-1 1,1 1 0,0 0 0,-1-1-1,1 1 1,0 0 0,0-1 0,-1 1-1,1-1 1,0 1 0,0 0 0,0-1-1,-1 1 1,1-1 0,0 1 0,0-1-1,0 1 1,0-1 0,0 1 0,0 0-1,0-2 1,-3-5-1605,-13-1-1274,14 8 2350,-1-1 1,1 0-1,-1-1 1,1 1-1,0 0 1,-1-1-1,1 1 1,-4-4-1,3-2-1543,-6 0-279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15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717 453 708,'0'-13'1171,"0"7"-678,1 0 0,-1 0-1,-1 0 1,-1-11 0,0 12-211,0-1 0,0 0-1,-1 1 1,1-1 0,-7-8 0,6 11-145,1-1 1,0 1-1,1-1 0,-1 1 1,-1-7-1,-6-10 346,2 11-233,1 1-1,-2-1 0,1 1 1,-1 1-1,-9-8 0,2 0 217,13 12-344,-1 0 1,1 1 0,0-1-1,-1 1 1,0-1 0,-4-2 0,-12-7 452,5 3 236,-19-10 0,29 17-588,-1 0-1,0 0 1,-1 0 0,1 1 0,0-1-1,0 1 1,-1 1 0,-6-1-1,2 0 211,-1 0 0,-17-4 0,22 3-303,1 1 1,-1 0 0,0 0 0,1 0-1,-1 1 1,0-1 0,1 2-1,-1-1 1,0 0 0,1 1 0,-1 0-1,-7 3 1,-11 5 416,18-8-432,1 1 0,-1 1 0,-8 4 0,-4 4 145,5-4-115,0 1-1,-22 19 1,-40 49 250,66-65-332,0 0-1,1 0 0,1 1 1,-1 0-1,-8 20 1,-27 64 238,38-86-267,1-1-1,1 1 1,-3 13 0,3-13-19,2-1-12,0-1 1,0 1 0,0 0 0,1-1 0,2 12 0,-1 6-8,-1-21 5,0-1 1,1 1-1,-1-1 0,1 0 1,1 0-1,-1 1 0,0-1 1,4 5-1,4 16 16,-5-10-4,1-1 1,9 20 0,-4-13-69,-1-1 0,2 0 0,1 0 0,1-1 0,19 23 0,-7-8 56,26 14 61,-46-43-59,0-1-1,0 0 1,0 0-1,1 0 1,7 4-1,18 12-15,-20-12 21,1 0 1,0-1-1,0-1 1,0 0 0,1 0-1,0-1 1,22 5-1,-14-4 24,-5-2-27,1-1-1,0-1 0,-1 0 1,1-1-1,0-1 1,0-1-1,29-4 1,22-9 17,-47 9 3,0-1-1,0 0 0,26-13 1,-38 15-17,-2 1 12,0-1 0,-1 0 0,1 0 0,10-9 0,8-6 122,-19 16-113,-1 0 0,0-1-1,0 0 1,0 0 0,0 0-1,6-9 1,10-6 52,-18 17-71,0 0-1,0-1 1,-1 1 0,1-1 0,-1 1 0,1-1-1,1-4 1,20-24 77,-16 22-52,-1 0-1,9-16 1,3-6 64,-13 21-48,0 1-1,-1-1 1,0 0-1,7-22 1,10-36 253,-20 56-196,-1 0 1,0 0-1,-1 1 1,-1-1-1,0 0 1,0 0-1,-1 1 0,-5-19 1,4 21-30,-1-4 52,-1 0-1,-9-18 1,6 15-23,-13-25 132,14 31-189,2 0 1,-6-13 0,2 2 16,-14-21-1,10 17-32,-28-37 25,-39-75 106,74 129-156,0 1 1,0 0 0,-1 1 0,0 0 0,0 0 0,-8-6-1,-5 0 28,-27-15 1,36 22-31,0 1 0,0 0 0,0 1 0,-1 0 0,1 0 0,-1 1 0,1 1 0,-1 0 0,0 1 0,0 0 0,0 1 0,-15 2 0,-2 3-41,0 1 1,0 2 0,-45 19-1,39-12-421,1 2 0,-62 44-1,71-42-922,-30 30 0,3-3-4384,34-27-171,13-13 3823,-6 7-2232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16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8 132,'-1'1'95,"1"-1"0,0 0 0,0 0-1,0 0 1,0 0 0,0 1 0,0-1 0,0 0 0,0 0 0,0 0 0,0 1-1,0-1 1,0 0 0,0 0 0,0 0 0,0 0 0,0 1 0,0-1 0,0 0-1,1 0 1,-1 0 0,0 1 0,0-1 0,0 0 0,0 0 0,0 0 0,0 0-1,0 0 1,1 1 0,-1-1 0,0 0 0,0 0 0,10 8 8121,-20-8-5565,11 0-2628,-1 0 1,0 0-1,1 0 1,-1 0-1,0 0 1,0 0-1,1 0 1,-1 0-1,0 0 1,1 0-1,-1 0 0,0 0 1,1 0-1,-1 0 1,0 0-1,0 0 1,1 1-1,-1-1 1,0 0-1,1 0 1,-1 0-1,0 0 0,0 1 1,0-1-1,1 0 1,-1 0-1,0 0 1,0 1-1,0-1 1,1 0-1,-1 0 1,0 1-1,0-1 0,0 0 1,0 1-1,0-1 1,0 0-1,1 1 1,-1 0 290,-2-1-88,-7 0 67,10 0-267,4 0-24,0-1 0,-1 1 0,1-1 0,-1 0 0,5-2 1,14-4-1,41-6 22,-59 12-24,-1 0 0,1 1 0,-1 0 0,1-1 0,5 2-1,0 0 1,11 5-1,-20-6 1,-1 0 0,0 0 0,0 0 1,0 0-1,0 0 0,0 0 0,0 0 0,0 0 0,0 0 1,0 0-1,0 1 0,1-1 0,-1 0 0,0 0 1,0 0-1,0 0 0,0 0 0,0 0 0,0 0 1,0 0-1,0 0 0,0 0 0,0 0 0,0 0 0,0 0 1,0 0-1,0 0 0,0 0 0,0 1 0,0-1 1,1 0-1,-1 0 0,0 0 0,0 0 0,0 0 1,0 0-1,0 0 0,0 0 0,0 0 0,0 0 0,0 0 1,0 1-1,0-1 0,0 0 0,0 0 0,-1 0 1,1 0-1,0 0 0,0 0 0,0 0 0,2 5-12,-2-5 12,1 1 0,-1-1 1,0 0-1,0 0 0,1 0 0,-1 0 0,0 0 0,0 0 0,1 1 0,-1-1 1,0 0-1,0 0 0,0 0 0,0 0 0,1 1 0,-1-1 0,0 0 1,0 0-1,0 1 0,0-1 0,0 0 0,1 0 0,-1 1 0,0-1 0,0 0 1,0 0-1,0 1 0,0-1 0,0 0 0,0 0 0,0 1 0,0-1 0,0 0 1,0 1-1,0-1 0,0 0 0,0 0 0,0 1 0,-1-1 0,1 0 1,0 0-1,0 1 0,0-1 0,0 0 0,0 0 0,-1 0 0,1 1 0,-1 0 1,1 0-1,-1 1 1,0-1-1,1 0 0,0 0 1,-1 1-1,1-1 1,0 1-1,0-1 0,-1 3 1,1-1 1,-1-1 1,0 1 0,0-1-1,0 1 1,-1-1 0,1 1-1,0-1 1,-1 0 0,0 0-1,1 1 1,-1-1 0,0 0-1,-3 2 1,-6 8 2,3-3 5,-1 1-1,-13 9 0,13-11-1,0 1-1,-11 11 0,13-12-5,0 0 0,-13 9 0,-10 12 17,19-16-17,10-12-12,10 0-5,-6 2 13,-2-3 1,-1 1-1,0-1 0,1 0 1,-1 1-1,1-1 1,-1 0-1,0 0 1,1 0-1,-1 1 1,1-1-1,-1 0 1,1 0-1,-1 0 0,1 0 1,-1 0-1,1 0 1,-1 0-1,1 0 1,-1 0-1,1 0 1,-1 0-1,1 0 0,18 3-32,-16-2 28,0 0 1,0-1-1,0 1 1,0-1-1,5 1 0,1-2 8,-7 1-1,0 0-1,1 0 0,-1 0 0,1 0 1,-1 0-1,0 0 0,5 2 0,-6-1-3,0-1-1,0 1 0,1 0 1,-1-1-1,0 1 0,1-1 0,-1 1 1,1-1-1,-1 0 0,0 0 1,1 1-1,-1-1 0,1 0 1,-1 0-1,2-1 0,-2 1 3,0 0-1,0 1 1,0-1-1,0 0 1,-1 0-1,1 0 1,0 0-1,0 1 1,-1-1-1,1 0 1,0 1-1,0-1 1,0 1-1,8 2 2,-8-3 18,1 1-7,-1 0-11,-1-1 1,1 0-1,-1 0 0,0 0 1,1 0-1,-1 0 0,1 0 1,-1 1-1,0-1 0,1 0 1,-1 0-1,1 1 0,-1-1 1,0 0-1,1 0 0,-1 1 0,0-1 1,0 0-1,1 1 0,-1-1 1,0 1-1,0-1 0,1 0 1,-1 1-1,0-1 0,0 1 1,0-1-1,0 1 0,0-1 1,1 0-1,-1 1 0,0-1 1,0 1-1,0-1 0,0 1 0,0-1 1,-1 1-1,2 7-39,-1-6 43,0-1-1,0 0 0,0 1 0,1-1 0,-1 1 0,-1-1 1,1 0-1,0 1 0,0-1 0,0 0 0,-1 1 1,1-1-1,-1 0 0,1 1 0,-1-1 0,1 0 0,-1 0 1,0 1-1,1-1 0,-1 0 0,0 0 0,0 0 0,0 0 1,-2 1-1,-20 16 82,18-13-71,-1-1 0,1 0 0,-11 5-1,8-4 5,1-1 0,-12 10 0,12-9 5,-1 0-1,1 0 1,-15 7-1,18-11-19,0 1 0,0 0 0,0 0 0,1 0 0,-1 1 0,-4 4 0,6-6-9,0 1 0,0-1-1,0 0 1,0 0 0,0 0 0,0 0-1,0 0 1,0-1 0,-1 1 0,1 0-1,0-1 1,0 0 0,-3 1-1,-9 1-186,10-1-14,0-1 0,0 1 1,0-1-1,0 0 1,0 0-1,0 0 0,-5-1 1,8 1 19,0-1 0,-1 1 0,1 0 1,-1-1-1,1 0 0,0 1 1,-1-1-1,1 0 0,0 1 0,0-1 1,0 0-1,-1 0 0,1 0 0,0 0 1,0 0-1,0 0 0,1 0 1,-1-1-1,0 1 0,0 0 0,0-3 1,0 0-351,0 0 0,0 0-1,1 0 1,0 0 0,-1 0 0,2-1 0,-1 1 0,0 0 0,3-7 0,6-9-1854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673 191 400,'-6'-13'1347,"1"0"0,-7-19 0,12 30-1264,-2-2 70,0 0 0,0 0 0,0 0 0,0 1 0,0-1-1,-1 1 1,1 0 0,-1-1 0,0 1 0,0 1-1,-6-6 1,-11-10 598,15 14-599,1 0-1,-1 0 0,0 1 0,-6-3 1,0-1 153,2 2-9,0 0 0,0 1 0,-1 0 0,-19-4 0,6 1 275,17 5-428,1 1 1,-1 0 0,1 0 0,-1 0 0,0 1 0,1 0 0,-11 1 0,0 2 388,-23 6 0,15-2-26,9-3-298,1 0 0,-1 1 0,1 1 1,0 1-1,1 0 0,-1 0 0,1 1 1,1 1-1,0 0 0,-15 15 0,9-5-59,8-9-55,1 0 0,0 1 0,-13 20-1,6-3 127,2 1 0,0 0 0,-17 56 0,26-69-96,0 1 0,1 0 1,1 0-1,-2 33 0,4-2 169,0-24-78,1 0 0,4 33 0,0-28-27,12 64 347,-5-36-289,0 2-79,-2-31-115,0-1 0,2 0 0,26 47 0,-27-58 10,1 0 0,0-1 0,1 0 0,0-1 0,2 0 0,28 23 0,-25-24-13,-5-3-22,0-1 1,0-1-1,21 11 1,-16-12-17,1-1 0,33 8 0,-41-13-8,0 1 1,1-1-1,-1-1 1,0 0-1,0 0 1,19-3 0,4-5 38,45-17 0,41-24 192,-84 33-118,-2-1 1,56-38 0,-37 21-39,-5 1 145,52-46 0,-69 54-68,-11 6 95,0 0 0,-1-1 0,25-38 0,-35 45-103,-1 0 1,0-1-1,-1 1 0,0-2 1,4-17-1,1 1 136,-8 21-159,-1 0-1,0-1 1,0 1 0,-1-1 0,0 0 0,-1 1-1,-2-21 1,-1 7 140,-1 0-1,-9-30 1,8 40-152,-1-1 1,0 1 0,-1-1-1,-1 2 1,0-1 0,0 1-1,-1 0 1,-1 1 0,-1 0-1,-14-13 1,9 10-18,-2 1 1,0 1-1,0 1 0,-1 0 1,-1 1-1,-32-12 1,35 17-63,0 0 0,-1 2 0,-25-4 0,-55 0 31,58 5-43,-14 2-207,-1 1-1,1 4 1,-1 1 0,1 3 0,-58 16-1,85-18-341,12-3-953,-27 9-1,9 0-2093,11-4-6332,9-1 1360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0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0 1012,'2'0'831,"60"7"9325,-68-7-9623,12 0-156,-6 0-372,-1 0 0,1 0 0,0 0 1,-1 0-1,1 0 0,-1 0 0,1 0 0,0 0 0,-1 0 0,1 0 0,0 1 0,-1-1 0,1 0 0,-1 0 1,1 0-1,0 1 0,0-1 0,-1 0 0,1 0 0,0 1 0,-1-1 0,1 0 0,0 0 0,0 1 1,-1-1-1,1 0 0,0 1 0,0-1 0,0 1 0,0-1 0,0 0 0,-1 1 0,1-1 0,0 0 0,0 1 1,0-1-1,0 1 0,0-1 0,0 0 0,0 1 0,0-1 0,0 0 0,0 1 0,0-1 0,1 1 0,-1 0 1,0-1 27,-1 1 1,1 0-1,-1-1 1,1 1-1,-1-1 1,0 1-1,1-1 1,-1 1-1,1-1 1,-1 1-1,0-1 1,-1 1-1,2 0 17,-4 12 653,2-10-602,2-3-59,-1 1-1,0 0 1,1 0 0,-1-1-1,0 1 1,1 0 0,-1 0-1,1 0 1,0 0 0,-1 0 0,1 0-1,0 0 1,-1 0 0,1 0-1,0 0 1,0 2 0,0-2 5,0 1 1,0-1-1,0 0 1,0 1-1,-1-1 1,1 1 0,0-1-1,-1 0 1,1 1-1,-1-1 1,1 0-1,-2 3 1,-2 3 125,-11 41 880,-3-18-481,14-17-374,2-7-98,0 1-1,0 0 1,0-1-1,-1 1 1,0-1-1,-1 0 1,1 0 0,-9 10-1,12-16-97,-2 2 31,0 0 1,0 1 0,0-1 0,0 0-1,0 1 1,0-1 0,1 1 0,-1 0-1,1-1 1,0 1 0,-2 4 0,2-4-14,0 0 0,0 0 0,-1 0 0,1-1 0,-1 1 0,0-1 0,-2 3 0,2-3-17,1 0 0,-1 0 0,0 0 0,1 1 0,0-1 0,-1 1 0,1-1 0,0 0 0,0 1 0,1 0 0,-1-1 0,0 1 1,1 0-1,-1-1 0,1 1 0,0 3 0,0-5 31,11-2-41,-12-1 6,2 1 1,-1 1 0,0 0 0,1-1-1,-1 1 1,1 0 0,-1-1 0,1 1 0,-1 0-1,1 0 1,-1 0 0,1-1 0,-1 1 0,1 0-1,-1 0 1,1 0 0,-1 0 0,1 0 0,-1 0-1,1 0 1,0 0 0,0 0 0,7 0-69,0-2 1,0 1-1,0-1 1,-1-1 0,11-3-1,2-1-595,-16 5 420,0 0 1,-1 0-1,1 0 0,0 0 0,-1 0 1,0-1-1,1 0 0,3-4 0,12-8-1721,-8 10 1257,-10 4 587,0 1 0,0-1 0,0 1-1,0-1 1,0 1 0,0-1 0,0 0 0,0 1-1,0-1 1,0 0 0,1-1 0,-1 1 38,0 0-1,0 0 1,0 1 0,0-1-1,0 0 1,0 1 0,0-1 0,0 1-1,0-1 1,1 1 0,1-1 0,15-6-1224,11-7 172,-27 13 1084,-2 1 39,1 0-1,0-1 0,0 1 0,0-1 1,-1 1-1,1-1 0,0 0 0,0 1 1,-1-1-1,1 0 0,0 1 1,-1-1-1,1 0 0,0-1 0,-1 1-17,0 0 19,0-4 13,0 4 37,11 0 57,-11-7 5766,0 21-4098,0 24-887,0-26-539,1-8-229,-1 0 0,0 0 1,0 1-1,0-1 0,-1 0 1,1 0-1,-2 5 0,0-2 27,0-1-1,1 0 0,-1 1 0,1 0 1,1-1-1,-1 1 0,1 10 0,1 8 189,-1-16-213,1 1 0,-1 0 0,-1-1 0,-2 17 0,0-12-12,0 1 0,2-1 0,-1 1 0,2 22 1,0-26-60,1-5-22,-1 0 1,0 0 0,-1 0 0,1-1 0,-2 8 0,0-6-1,0-2-7,1 1 1,0 0-1,0-1 0,0 1 0,0 0 0,1 0 1,0 6-1,0 69 222,0-79-231,0-22-113,-1 11 43,1 7-26,0-1 0,0 0 0,0 0-1,0 0 1,1 0 0,1-5 0,0 3-152,0 0 1,-1 0 0,1-1 0,-1 1 0,0-8 0,-1 5-326,1 0-1,0 0 0,3-10 0,1-17-1278,-5 31 1437,0 0 0,1 0 0,0-1 0,0 1 0,0 0 0,1 0 0,3-8 1,4-15-1269,-5 10 702,-1 5-130,-1 0-1,2-26 1,-4 32 572,1-1 0,0 1-1,3-12 1,-1 5-223,-1-13-801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1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661 382 1272,'0'-1'119,"0"0"-1,0 0 0,0 1 1,0-1-1,0 0 1,1 0-1,-1 0 0,0 0 1,1 0-1,-1 1 1,0-1-1,2-1 1,1-7 386,-10-18 1075,7 27-1568,0 0 1,0-1-1,0 1 0,0 0 1,0 0-1,0-1 0,0 1 0,0 0 1,0 0-1,0-1 0,0 1 0,0 0 1,-1 0-1,1 0 0,0-1 1,0 1-1,0 0 0,0 0 0,0 0 1,0-1-1,0 1 0,-1 0 1,1 0-1,0 0 0,0-1 0,0 1 1,-1 0-1,1 0 0,0 0 0,0 0 1,0 0-1,-1 0 0,1 0 1,0-1-1,0 1 0,0 0 0,-1 0 1,1 0-1,-1 0 0,1 0-1,0 0-1,0 0 1,-1 0-1,1 0 1,0 0-1,0 0 1,-1 0 0,1 0-1,0 0 1,0-1-1,-1 1 1,1 0-1,0 0 1,0 0-1,-1 0 1,1-1-1,0 1 1,0 0 0,0 0-1,0 0 1,-1-1-1,1 1 1,0 0-1,0 0 1,0-1-1,0 1 1,0 0-1,0 0 1,0-1-1,0 1 1,-1 0 0,1-1-1,0 1 1,0 0-1,0 0 1,0-1-1,0 1 1,1 0-1,-1-1 1,-1-1 35,1 0 0,0-1 0,-1 1 1,0 0-1,1 0 0,-1-1 0,0 1 0,0 0 0,0 0 1,-3-3-1,-5-15 216,6 9-23,-1 0 1,0 1 0,-9-20-1,-3-1 270,10 17-203,-2-1 0,0 1 0,-11-15 0,-12-11 586,28 37-748,0-1 0,0 0-1,0 1 1,0 0 0,-1 0 0,-6-5 0,-5-5 478,12 11-501,0 0 0,1 0 0,-1 0 0,0 1 0,-1-1 0,1 1 0,0 0 0,0 0 0,-7-2 1,-6-2 320,15 5-401,0-1 0,-1 1-1,1-1 1,0 1-1,0-1 1,0 1 0,-1 0-1,1-1 1,0 1 0,0 0-1,-1 0 1,1 0-1,0 0 1,0 0 0,-1 0-1,1 1 1,0-1 0,0 0-1,0 1 1,-1-1 0,1 1-1,-2 0 1,-15 5 517,7-3-170,0 1 0,0 0-1,-19 10 1,7-2 24,19-10-325,0 1 0,0 0 0,0 0 0,0 0 0,0 1 1,1-1-1,-6 9 0,-10 9 254,9-11-117,0 2-1,0 0 1,-14 24 0,1-2 121,10-13-64,-20 42-1,12-19-80,12-28-136,3-7-14,1 0 0,-7 20 0,3 0 18,2-11 9,-8 38 1,13-38-46,0-5-5,0-1-1,-5 13 1,4-12-12,0 0 0,1-1 0,0 1 1,1 0-1,0 0 0,2 20 0,14 76 38,-6-54-14,-6-43-22,0 1 0,6 16 1,-4-17 3,-1 1 1,2 12-1,-5-16-11,1-1 0,0 0 0,0 0 0,1 0 0,0 0 0,6 11 0,0-1 22,12 39 0,-6-15-17,-4-16-5,1 0-1,20 31 1,-29-52-9,5 6 12,-1 1 0,10 23 0,-14-30-6,0 0 1,1 0 0,0 0 0,0-1 0,0 1 0,9 6 0,-6-4-3,-5-5-5,0-1 1,0 1-1,0-1 1,0 0-1,0 0 1,0 0-1,0 0 1,0 0 0,5 1-1,12 7 9,-11-6-9,0 0-1,1 0 1,-1 0-1,1-1 1,10 1-1,-5-1-2,-12-1 4,0-1 0,1 0 0,-1 0-1,0 0 1,0 0 0,0 0 0,0 0 0,0-1-1,0 1 1,1-1 0,1 0 0,14-2 20,-10 2-9,-1 0-1,1 0 1,-1 0 0,1-1-1,-1 0 1,0-1 0,1 1 0,-1-1-1,0-1 1,7-4 0,22-11 60,-25 14-62,-1-1 0,19-12 0,3-7-12,-22 19 0,-1-1 0,0-1-1,0 0 1,12-14 0,-1 1 0,-15 17 1,-1 0 0,0 0 0,0-1 0,-1 1 0,1-1 0,5-9 0,-7 8-1,-2 5 1,1-1 0,-1 1 0,1 0 0,0 0 0,-1-1 0,1 1 0,0 0 1,0 0-1,0 0 0,-1 0 0,1 0 0,2-1 0,-2 0 2,0 1-1,0-1 0,1 1 0,-1-1 0,0 0 1,0 1-1,1-4 0,-1 3 2,0 0-1,0 0 1,0 0-1,0 0 1,0 0 0,0 0-1,4-2 1,-1-2 10,0 1 1,-1 0-1,1-1 0,-1 0 1,0 0-1,0 0 0,3-10 1,-2 4 3,0 5-5,-3 5-9,-1 1 1,1-1 0,0 0-1,-1 1 1,1-1-1,-1 0 1,1 1 0,-1-1-1,0-3 1,1 1 0,-1 1 1,1 0-1,-1 0 1,1 0-1,0 0 1,0 0-1,0 0 0,1 0 1,1-3-1,-1 3-2,-1 0 0,1 0-1,-1 0 1,0 0 0,0 0-1,0-1 1,0 1 0,0 0 0,-1-5-1,1-2 3,0 0-1,0 0 1,1 0-1,3-11 0,-4 10 4,1 0 0,-1 1-1,-1-1 1,-1-20 0,-1 3 21,3 8 16,-1 11-6,0 0-1,0-1 0,0 1 1,-1 0-1,-1-1 1,0 1-1,-3-10 0,2-8 77,-5 11-49,6 13-52,0 1 0,1-1 0,-1 0 0,1 0 0,0 0 0,0 0 0,0 0 0,1 0-1,-2-3 1,2 3-3,-1-1-1,1 1 0,-1 0 0,0 0 0,0 0 0,0 1 1,-1-1-1,1 0 0,-3-3 0,-4-9 8,-25-67 32,30 71-44,2 8-3,0 0-1,0-1 1,0 1-1,-1 0 1,-1-4-1,0 3 0,2 1 0,-1-1 0,0 0 0,-1-6 0,1 6 0,1 0 1,0 0-1,-1 0 0,-3-5 0,1 2 4,1 0 0,-1 0 0,2-1 0,-4-13 0,4 14 1,0 1 0,0-1 0,0 0 0,-1 1 0,0 0 0,0 0 0,-5-8 0,-14-19 47,4 11-74,15 19 16,1-1 1,-1 1-1,0-1 1,0 1-1,0 0 1,-6-4-1,0-1 3,-4 1-1,1 1 7,10 5-1,1 0 0,-1 0 0,0 1 0,1-1 0,-1 0 0,0 1 0,0-1 0,0 1 0,-3-1 0,-17 1 9,16 0-84,0 1 1,1-1 0,-1 1-1,0 0 1,1 0 0,-1 1-1,1 0 1,-1 0-1,1 0 1,0 1 0,0 0-1,0-1 1,0 2 0,-7 5-1,-18 15-2773,16-17-347,14-7 2971,0 0 0,-1 0 1,1 0-1,-1 0 0,1 0 1,0 0-1,-1 0 0,1 0 1,0 0-1,-1 0 1,1 0-1,-1 0 0,1 0 1,0 0-1,-1 0 0,1 0 1,0 0-1,-1 0 0,1-1 1,0 1-1,-1 0 0,1 0 1,0 0-1,-1-1 1,1 1-1,-4-7-3668,-5 0-37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2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21 868,'0'0'1539,"-2"0"-285,2 1-1211,-1-1 0,1 0 1,0 0-1,0 0 0,-1 0 0,1 0 1,0 0-1,-1 0 0,1 0 0,0 0 1,-1 0-1,1 0 0,0-1 0,0 1 1,-1 0-1,1 0 0,0 0 0,-1 0 0,1 0 1,0 0-1,0-1 0,-1 1 0,1 0 1,0 0-1,0 0 0,0-1 0,-1 1 1,1 0-1,0 0 0,0-1 0,0 1 1,0 0-1,-1 0 0,1-3 2481,0 2-2424,0 1 0,0 0 0,0-1 0,0 1 0,0 0 0,0-1 0,0 1 0,0 0 0,0-1 0,0 1 0,0 0 0,0-1 1,0 1-1,0 0 0,0-1 0,0 1 0,0 0 0,0 0 0,-1-1 0,1 1 0,0 0 0,0-1 0,0 1 0,-1 0 0,-8-6 2804,7 6-2498,-5 0-53,5 0-77,0 0-64,-2 0-125,-21 1 172,21 2-240,-3 0-6,5-3-14,0 1 0,1-1 0,-1 1 1,1 0-1,-1-1 0,0 1 0,1 0 1,0 0-1,-1 0 0,1 0 0,-1 0 1,1 1-1,0-1 0,0 0 0,0 0 1,-1 2-1,-8 7-4,9-9 5,1-1 1,-1 0-1,0 1 1,0-1-1,1 1 1,-1-1-1,1 1 1,-1-1-1,0 1 1,1-1-1,-1 1 1,1 0-1,-1-1 1,1 1-1,0 0 1,-1 0-1,1-1 0,0 1 1,-1 0-1,1 0 1,0-1-1,0 1 1,0 0-1,0 0 1,0 0-1,0 0 1,0-1-1,0 1 1,0 1-1,0-2 0,0 0 0,0 1 0,0-1-1,0 0 1,0 0 0,0 1 0,0-1-1,0 0 1,0 0 0,0 0 0,0 1-1,0-1 1,0 0 0,0 0-1,-1 1 1,1-1 0,0 0 0,0 0-1,0 0 1,0 1 0,0-1 0,-1 0-1,1 0 1,0 0 0,0 1 0,0-1-1,-1 0 1,1 0 0,0 0 0,0 0-1,-1 0 1,1 0 0,0 0 0,0 0-1,0 1 1,-1-1 0,1 0 0,0 0-1,-1 0 1,1 0 0,0 0-1,0 0 1,-1 0 0,1 0-1,0 0 1,0 0 0,-1 0-1,1 0 1,0 0 0,0 0-1,-1 1 1,1-1 0,0 0-1,0 0 1,0 0-1,0 0 1,-1 1 0,1-1-1,0 0 1,0 0 0,0 0-1,0 1 1,-1-1 0,1 0-1,0 0 1,0 1 0,0-1-1,0 0 1,0 0 0,0 0-1,0 1 1,0-1 0,0 0-1,0 0 1,0 1 0,0-1-1,0 0 1,0 1 0,0-1 1,0 1-1,0-1 0,0 1 0,-1-1 1,1 1-1,0-1 0,0 1 1,1-1-1,-1 0 0,0 1 0,0-1 1,0 1-1,0-1 0,0 1 1,0-1-1,1 0 0,-1 1 0,0-1 1,0 1-1,0-1 0,1 0 1,-1 1-1,0-1 0,1 0 0,-1 1 1,0-1-1,1 0 0,-1 1 1,0-1-1,1 0 0,0 1 0,2 0 24,1 11 104,4-8-59,-7-4-62,0 1 0,0-1-1,0 1 1,0 0 0,0-1 0,1 1 0,-2 0 0,1 0-1,0 0 1,0-1 0,0 1 0,1 2 0,-1-2-4,1 1 0,0-1 0,0 1 0,0-1 0,0 0 0,0 0 0,0 0 0,0 0 0,0 0 0,0 0 0,3 0 0,-2 0 0,0 0 0,-1 0-1,1 0 1,0 1 0,0-1-1,0 1 1,4 3 0,15 23 6,-10-15-19,-9-10 11,0 1 1,0-1 0,1 0-1,4 4 1,-6-6 1,-2-1-2,1 0 1,-1 1 0,1-1 0,-1 0 0,1 1 0,-1-1-1,1 0 1,-1 1 0,1-1 0,-1 1 0,1-1-1,-1 1 1,0-1 0,1 1 0,-1-1 0,0 1 0,0-1-1,1 1 1,-1-1 0,0 1 0,0 0 0,0-1 0,1 1-1,-1-1 1,0 2 0,0-1 0,0-1 0,0 1 1,0 0-1,0 0 0,0 0 0,1-1 1,-1 1-1,0 0 0,1 0 0,-1 0 1,0-1-1,1 1 0,-1 0 0,1-1 0,-1 1 1,1 0-1,-1-1 0,1 1 0,0-1 1,-1 1-1,1-1 0,0 1 0,-1-1 0,2 1 1,-1 0-11,0-1 0,-1 0 0,1 1 0,0-1 0,-1 1 0,1-1 0,-1 1 0,1-1 0,-1 1 0,1-1 0,-1 1 0,1-1 0,-1 1 0,1 0-1,-1-1 1,0 1 0,1 0 0,-1 0 0,0-1 0,0 1 0,0 0 0,1-1 0,-1 1 0,0 1 0,0 0 24,0 1-1,-1-1 1,1 1-1,-1-1 1,1 1-1,-1-1 1,0 1-1,0-1 1,0 0-1,0 1 1,0-1-1,0 0 1,-1 0-1,1 0 1,-4 4-1,-1-1 38,0 0-1,0 0 0,-14 9 1,18-13-49,0 0 1,1 0-1,-1-1 1,0 1-1,0 0 1,0-1-1,0 1 1,0-1-1,-3 1 0,3-1 1,0 0 0,0 0 0,0 1 0,0-1 0,0 1 0,0-1-1,0 1 1,1 0 0,-4 1 0,2 0 3,0-1 0,1 1-1,-1-1 1,0 0 0,0 0 0,0 0 0,0-1-1,-5 1 1,-7 2 21,-36 4 27,45-6-105,1-1 1,-1 1-1,1-1 0,-1 0 1,1-1-1,-1 1 0,1-1 1,-1 0-1,1-1 1,-8-2-1,12 4-29,1-1 0,-1 1 0,0 0 0,0-1 0,1 1 0,-1-1 0,0 1 0,1-1 1,-1 1-1,1-1 0,-1 1 0,1-1 0,-1 0 0,1 1 0,-1-1 0,1 0 0,-1 1 0,1-1 0,0 0 0,0 0 0,-1 1 0,1-1 0,0 0 0,0 0 0,0 0 0,0 1 0,0-1 1,0 0-1,0 0 0,0 0 0,0-1 0,1-3-826,0 0 1,0-1-1,3-8 1,-1 5 272,0-2-343,-2 6 397,0 0 1,1 1-1,-1-1 0,4-6 1,6-9-1834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420 501 556,'0'8'5079,"0"-9"-5065,0 1 0,0 0 0,0 0-1,0-1 1,0 1 0,0 0 0,0 0 0,0-1-1,0 1 1,1 0 0,-1 0 0,0 0 0,0-1-1,0 1 1,0 0 0,0 0 0,1 0 0,-1 0-1,0-1 1,0 1 0,0 0 0,1 0 0,-1 0-1,0 0 1,0 0 0,0 0 0,1-1 0,-1 1-1,0 0 1,0 0 0,1 0 0,-1 0 0,0 0-1,0 0 1,1 0 0,-1 0 0,0 0 0,0 0-1,0 0 1,1 0 0,-1 0 0,0 0 0,0 1-1,1-1 1,-1 0 0,0 0 0,0 0 0,0 0-1,1 0 1,-1 0 0,0 1 0,0-1 0,0 0-1,1 0 1,-1 0 0,0 0 0,0 1 0,0-1-1,0 0 1,0 0 0,0 0 0,1 1 0,-1-1-1,0 0 1,0 0 0,0 1 0,0-1 0,0 0-1,0 1 1,0-2-2,1 0-1,-1 1 0,1-1 1,-1 1-1,1-1 1,-1 1-1,1-1 0,-1 1 1,1-1-1,-1 1 1,1 0-1,0-1 0,-1 1 1,1 0-1,1-1 0,-1 1 15,34-29 141,-24 21-149,-1-1-1,14-15 1,4-3-10,-26 25-6,1 0 1,-1 0-1,0-1 0,0 1 0,3-6 0,5-6 4,-1 5-3,-6 6-3,0 0 1,0 0-1,0 0 1,-1 0-1,1-1 0,2-3 1,7-13 3,-9 16-5,0-1 0,0 0 0,0-1 0,4-9 0,-4 3 1,-2 7-1,0 1 0,0-1 1,1 1-1,3-7 0,-3 4 4,0 0 0,0 1 0,0-1 0,-1 0 0,0 0 0,0 0 0,0 0 1,-1 0-1,-1-10 0,1 1 13,-1 12 2,1 0-1,-1 1 1,0-1 0,0 0-1,0 1 1,0 0 0,-1-1-1,1 1 1,-1-1 0,-2-2-1,-22-29 322,23 30-277,1 3-16,0 0 0,0 0 0,0 1 0,0-1 0,-1 0 0,1 1 0,-4-3 0,-4-2 102,5 2-40,-1 0-1,1 1 0,0 0 0,-1 0 0,0 0 1,1 1-1,-10-3 0,-4 0 304,-21-2-1,29 5-256,4 2-63,1 0 1,0 1-1,-1-1 0,1 1 0,0 0 0,0 1 1,-1-1-1,1 1 0,-6 3 0,-7 2 179,-49 22 768,62-27-923,-1 1 0,1 0-1,0 1 1,0 0 0,0 0-1,1 0 1,0 1-1,-1-1 1,-7 11 0,-51 44 819,49-42-732,1 0 0,0 2 0,1-1 0,2 1 0,-1 1 0,-8 22 0,-35 116 973,49-135-765,-5 38 0,8-42-199,1 3 121,1 1 1,1 33-1,1-13-41,0-2-102,0 0-1,10 50 1,-5-59-122,19 60 0,-17-58-35,-7-27-23,0-1 1,0 1 0,1-1 0,0 0 0,0 1-1,5 8 1,0-3 4,28 50 96,-30-52-95,1-1 1,-1 0 0,2 0 0,-1-1-1,1 0 1,0 0 0,1-1 0,0 0-1,11 9 1,-11-9 1,-1-3-4,-1 0 1,1 0 0,-1 0 0,1-1 0,0 0 0,1 0 0,-1 0-1,0-1 1,10 1 0,3 1 9,0-2-1,28 0 1,-33-3 24,31-5 1,-8 0-3,-9 1 1,1-1 1,43-15-1,-62 18-49,14-4 17,-15 4 6,0 1 0,0-1 1,-1-1-1,13-6 0,4-5 64,-16 10-38,0-1 0,-1 0 0,0-1 0,0 1-1,9-11 1,4-5 41,-5 6-13,-2 0 1,19-26 0,-12 14 13,11-18 103,-16 16 205,19-50 0,-27 58-219,-1 0-1,-2-1 0,6-28 1,-9 37-133,-1 9-31,-1 0 1,0 1 0,-1-1 0,1 1 0,-1-1 0,0 0 0,0 0 0,-1-5-1,-1-2 14,-1-1 8,2 1 0,-2-18 1,2 13-6,-2 0 1,0 1-1,0 0 1,-2-1 0,-10-25-1,1 2 13,-41-103 145,53 138-180,-1 1 0,0-1 0,0 1 0,-6-7 0,-2-4 11,5 6-8,-1 1 0,0-1 1,-1 1-1,0 0 0,-13-9 0,0 0-4,0 2 0,-29-16 0,41 27-6,1 0-1,-2 0 1,1 0-1,0 1 1,-1 1-1,1 0 1,-1 0-1,0 1 1,-11 0-1,-4 1-77,1 2 0,0 1-1,0 1 1,1 1 0,-1 1 0,1 1-1,-30 14 1,33-12-522,-33 23 0,40-24 284,6-4-275,0 1 0,1-1 0,0 2-1,0-1 1,0 1 0,0-1 0,1 2 0,0-1 0,-7 12 0,12-17 179,-1 0 0,1 0 0,-1 0 1,1 0-1,-1 0 0,0 0 0,1 0 0,-1 0 0,0 0 0,0 0 0,0-1 0,1 1 1,-3 1-1,12 6-7195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21 1184,'0'0'73,"0"0"0,1 1 0,-1-1 0,0 0 0,1 0 0,-1 0 0,0 0 0,1 0 0,-1 0 0,0 0 0,1 0 0,-1 0 0,0 0 0,1 0 0,-1 0 0,0 0 0,1-1 0,-1 1 0,0 0 0,0 0 0,1 0 0,-1 0 0,0 0 0,1-1 0,-1 1 0,0 0 0,0 0 0,1-1 0,-1 1 0,0 0 0,0 0 0,0-1 0,1 1 0,-1 0 0,0-1 0,0 1 0,0 0 0,0-1 0,1 0 0,-1 0 774,1 1-241,0 0-562,-1 0 0,0 0 0,0 0 0,1 0 0,-1 0-1,0 0 1,1 0 0,-1 0 0,0 0 0,0 0 0,1 0 0,-1 0 0,0 0 0,1 1-1,-1-1 1,0 0 0,0 0 0,1 0 0,-1 0 0,0 0 0,0 1 0,0-1 0,1 0-1,-1 0 1,0 0 0,0 1 0,0-1 0,1 0 0,-1 0 0,0 1 0,0-1-23,0 0 0,0 1 0,-1-1 0,1 0 1,0 0-1,0 0 0,0 1 0,0-1 0,-1 0 1,1 0-1,0 0 0,0 0 0,-1 1 0,1-1 1,0 0-1,0 0 0,-1 0 0,1 0 0,0 0 1,0 0-1,-1 0 0,1 0 0,0 0 0,-1 0 1,1 0-1,0 0 0,0 0 0,-1 0 0,1 0 1,-1 0-1,0 0 209,2 0-6,16 0 868,-23 0 971,-6 0 4379,12 0-6400,0 0-1,0 0 0,0 0 0,0-1 1,0 1-1,0 0 0,0 0 1,0 0-1,0-1 0,0 1 1,0 0-1,0 0 0,0 0 0,0-1 1,0 1-1,0 0 0,0 0 1,0 0-1,0 0 0,0-1 1,-1 1-1,1 0 0,0 0 0,0 0 1,0 0-1,0-1 0,0 1 1,0 0-1,0 0 0,-1 0 1,1 0-1,0 0 0,0-1 0,-10 0 563,10 1-589,0 1-1,-1-1 1,1 0-1,0 0 1,-1 0-1,1 0 1,0 0-1,-1 0 0,1 0 1,0 0-1,0 0 1,-1 0-1,1 0 1,0 0-1,-1 0 1,1 0-1,0 0 1,-1-1-1,1 1 1,0 0-1,-1 0 0,1 0 1,0 0-1,0 0 1,-1-1-1,1 1 1,0 0-1,0 0 1,-1-1-1,1 1 1,0 0-1,0 0 1,0-1-1,-1 1 0,1 0 1,0-1-1,0 1 1,0 0-1,0-1 1,0 1-1,-11-2 174,10 2-173,0 0 0,0 0 0,0 0 0,0 0-1,1 0 1,-1 0 0,0-1 0,0 1 0,1 0 0,-1-1 0,0 1-1,0 0 1,0-1 0,-8-2 96,8 3-17,-1 0-60,0 0-26,1 0 1,-1 0-1,1 0 1,-1 0-1,1 0 1,-1 1 0,0-1-1,1 0 1,0 1-1,-1-1 1,1 1-1,-3 1 1,-20 8 36,19-8-46,-1-1-1,1 1 1,-8 5 0,-6 2-25,17-8 25,0 0 0,0 0 0,0 0-1,-1 1 1,1-1 0,0 0 0,0 1 0,0-1 0,1 1 0,-4 4 0,-21 20 1,22-22 1,-1 0 0,1 1 0,-1-1 0,1 1-1,1 0 1,-1 0 0,1 0 0,0 1-1,-4 8 1,-11 20 18,14-20-13,4-11-4,-1 0 1,0 1 0,0-1-1,-1 0 1,-2 6-1,0-2 2,1-1-1,0 1 0,1 0 1,-1 0-1,1 0 1,1 0-1,-1 0 0,1 1 1,0 11-1,1-16-2,-1 1-1,1 0 0,-1 0 0,0-1 1,0 1-1,-2 4 0,2-6-1,0 0-1,1 0 1,-1 1-1,0-1 1,1 0-1,-1 0 0,1 0 1,0 0-1,0 1 1,0-1-1,0 0 1,0 0-1,0 0 1,1 1-1,-1-1 1,2 4-1,0-1-1,0 0 0,-1 1 1,0 0-1,0-1 0,0 1 0,0 0 0,-1 8 0,0-10 2,1-1 1,-1 1-1,1-1 1,0 0-1,0 1 1,0-1-1,0 0 1,1 0-1,1 4 1,-1-4 0,0-1-1,-1 1 1,0 0 0,0 0 0,0 0 0,0 0 0,0 0-1,0 6 1,-1-6-1,1 0-1,0-1 1,0 1-1,0 0 1,0 0-1,0-1 1,0 1-1,1-1 1,0 1 0,-1-1-1,1 0 1,0 1-1,0-1 1,4 3-1,1 3-4,0 2 3,-5-8 3,4 1 3,-5-2-2,-1 0 0,1-1 0,0 1 0,0 0 0,0-1 0,0 1 0,1-1 0,-1 1 0,0-1 0,0 0 0,0 1 0,0-1 0,0 0 0,1 0 0,-1 0 0,0 1 0,0-1 1,0-1-1,1 1 0,-1 0 0,2-1 0,0 1 2,14-5 10,-10 2-4,-6 2-8,0 1 1,0-1 0,0 1 0,0-1-1,0 0 1,0 1 0,0-1-1,-1 0 1,1 0 0,0 0 0,1-1-1,8-8 9,-9 9-9,1 0 0,0 0-1,-1 0 1,0 0 0,1-1-1,-1 1 1,0-1 0,1 1 0,-1-1-1,0 1 1,0-1 0,0 0-1,0 1 1,-1-1 0,1 0-1,0 0 1,-1 0 0,1 1-1,-1-1 1,0 0 0,1 0 0,-1 0-1,0-3 1,0 4-1,0 1 0,0-1 0,0 0 0,0 0 0,0 1 0,0-1 0,0 0 0,1 1 0,-1-1 0,0 0 0,0 1 0,1-1 0,-1 0 0,0 1 0,1-1 0,-1 1 0,1-1 0,0 0 0,0 0 0,-1 1 0,1-1 0,-1 0 0,1 1 0,-1-1 0,0 0 0,1 0 0,-1 1 0,0-1 0,1 0 0,-1 0 0,0 1 0,0-1 0,1 0 0,-1 0 0,0 0 1,0 1-1,0-2 0,-1-3 2,1 0 0,-1 1 0,0-1 1,-2-5-1,2 5-5,0 0 1,0 1-1,0-1 1,0-7-1,1 7 1,0 0 0,-1 1-1,1-1 1,-1 0 0,0 0-1,0 1 1,0-1 0,-3-6 0,2 2 9,0-4-4,-2 6-1,-12-21-18,15 26 14,0 0 0,-1 0 0,1 1 0,0-1 0,-1 1 0,1-1 0,-1 1 0,0 0 0,1-1 0,-1 1 0,0 0 0,-2-1 0,0 0-2,-1 1 0,1 0 0,0 0 0,-1 0 0,1 0 0,0 1 0,-1-1 0,1 1 0,-1 0 0,-6 1 0,-3 2-6,12-3 10,1 0-1,-1 0 1,0 1 0,0-1-1,1 0 1,-1 1-1,0 0 1,1-1 0,-3 2-1,-62 39-273,64-39 165,0-1 0,0 1 0,0-1 0,0 1 0,1 0 0,-1 0 0,1 0 0,-1 0 0,1 0 0,0 0 0,-1 0 0,0 3 0,2-5 75,0 0 0,0 1 0,0-1 0,0 0 0,0 0 0,0 0 0,0 1 0,-1-1 0,1 0 0,0 0 0,0 1 0,0-1 0,0 0 0,0 0 0,-1 0 0,1 0 0,0 1 0,0-1 0,0 0 0,0 0 0,-1 0 0,1 0 0,0 0 0,0 1 0,-1-1 0,1 0 0,0 0 0,0 0 0,0 0 0,-1 0 0,-1 2-238,3-2-311,0-1 0,-1 1 0,1 0 0,0 0 1,0 0-1,0-1 0,0 1 0,0 0 0,0-1 0,-1 1 0,1-1 0,0 1 0,0-1 0,-1 1 0,2-2 0,2-3-239,4-2-1277,-5 5 1646,8-11-1226,0 0-377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7:25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760 228 756,'1'-9'1372,"-2"0"0,-1-17 1,1 23-1156,0-1 0,-1 0 0,1 0 0,-1 1 1,1-1-1,-1 1 0,0 0 0,-1-1 0,-1-2 1,-10-12 478,9 11-348,-1-1-1,0 1 0,-1 0 0,1 0 1,-1 0-1,-10-6 0,8 8-74,-13-11 591,18 13-715,1 1-1,-1-1 1,0 1 0,0 0 0,0 0-1,0 1 1,0-1 0,0 1-1,-4-1 1,-17-7 892,14 5-176,-1 0 1,1 0-1,-23-4 0,28 7-697,-1 1 1,1 0-1,-1 0 1,0 0-1,1 0 1,-1 1-1,1 0 0,0 1 1,-11 3-1,-67 22 472,74-22-571,1 0-1,-1 0 0,1 1 0,1 0 0,-16 13 0,4-3 16,11-8-52,1-1 0,0 2 0,1-1 0,-14 19 0,-21 43 93,27-43-63,3-5 5,-9 26 1,-1 1 10,9-17-28,2 0 1,0 1-1,-7 46 1,5-24 13,6-20-10,-3 42 1,7-51-36,1-1 2,1-1 1,1 1-1,1-1 0,1 1 0,7 37 1,6 27 30,14-6-20,-22-58-13,1-1 1,1 0 0,1 0 0,1-1 0,1-1 0,1 0-1,0 0 1,2-1 0,1-1 0,35 35 0,-42-47-12,-1 0 0,2 0 1,-1-1-1,1 0 0,0-1 0,0 0 1,1 0-1,0-1 0,0-1 1,22 6-1,-25-8-3,0 0 9,0 0 0,0-1 0,0 0 0,0 0 1,0-1-1,0 0 0,16-2 0,12-5 51,-21 5-35,0 0 0,0-2 0,-1 0-1,0 0 1,1-1 0,-2-1 0,15-8-1,-1-3 27,8-4 60,45-37 0,-21 14 62,-36 28 14,36-34 0,-43 35 19,23-18 0,-29 25-32,-1 0 1,12-15-1,-6 6 80,-5 5 47,-1 0 1,10-17 0,-11 16-139,-5 7-86,0 0 0,0 0 0,-1 0 0,1-1-1,1-9 1,-2 7-19,0-3 29,0 0 0,-2-1 1,1 1-1,-3-19 0,1 1 51,0 15-59,0 0 0,-5-19-1,1 9-2,2 8 11,-13-33 0,4 12 34,-24-61 274,26 76-297,0 1 79,-20-31 1,6 11 6,18 30-142,-4-8 39,-1 1 1,0 0-1,-2 0 1,-25-29-1,-6 2 27,-41-39 33,74 73-134,-3-2-5,-50-21-80,61 33 34,0 1 1,0-1-1,0 1 0,0 0 0,0 0 0,0 0 0,0 1 1,-5-1-1,-6-2-306,4 2-38,0 1 1,0 0-1,0 0 0,1 1 1,-14 3-1,-2-1-528,16-1 196,0-1 0,1 2 0,-16 5 1,-14 4-2804,-48 9-9639,62-14 8439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4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165 144 1724,'2'-2'389,"0"0"0,0 1 0,0-1 0,0 0 0,-1 0 0,1 0-1,-1 0 1,1-1 0,-1 1 0,1-3 0,0 2-136,-1 0 1,1 1-1,-1-1 1,1 0-1,0 1 0,0 0 1,0-1-1,0 1 1,1 0-1,3-3 0,-3 2 191,1 1 0,-1-1 0,0 0 0,5-6 0,-6 6-128,2-1 0,-1 1 0,0 0 0,1 0 1,3-2-1,9-5 940,-11 8-733,1-1 0,-1 0 0,-1 0 0,1-1 0,7-6 0,-11 9-371,-1 1-103,0-1 0,0 1 0,1 0 0,-1-1 0,0 1 0,0 0 0,1-1 0,-1 1 0,0 0 0,1-1 0,-1 1 0,0 0 0,1 0 0,-1 0 0,0-1 0,1 1 0,-1 0 0,0 0 0,1 0 0,-1 0 0,1 0 0,-1-1 0,0 1 0,1 0 0,-1 0 0,1 0-1,-1 0 1,1 0 0,-1 0 2,0 0 0,0 0 0,0 0-1,1 0 1,-1 0 0,0 0-1,0 0 1,0 0 0,0 0 0,0 0-1,0 0 1,0-1 0,0 1-1,1 0 1,-1 0 0,0 0 0,0 0-1,0 0 1,0 0 0,0 0-1,0-1 1,0 1 0,0 0 0,0 0-1,0 0 1,0 0 0,0 0 0,0 0-1,0-1 1,0 1 0,0 0-1,0 0 1,0 0 0,0 0 0,0 0-1,0 0 1,0-1 0,0 1-1,0 0 1,0 0 0,0 0 0,0 0-1,0 0 1,-1 0 0,1 0-1,0-1 1,0 1 0,0 0 0,0 0-1,0 0 1,0 0 0,0 0 0,0 0-1,-1 0 1,1 0 0,0 0-1,-7 4 144,5-3 91,0 1-186,0-1-81,0 1-1,0 0 0,0 1 1,1-1-1,-1 0 0,0 0 1,1 1-1,0-1 0,-1 1 1,1-1-1,-1 5 0,-9 16 67,-1 6 1,2-4-28,-23 31 53,17-27-50,-1-1 1,-2 0 0,-26 30-1,12-18-33,31-38-27,1 0-1,-1 0 1,0 0 0,1 1-1,0-1 1,-2 5 0,2-5-1,0-1 1,0 1-1,0 0 1,0 0-1,0-1 1,0 1-1,-1 0 1,-1 1-1,1-1 3,0 0-1,1 1 0,-1-1 0,1 0 0,-1 1 0,1-1 0,-1 4 0,-9 12 8,4-12-9,4-2-6,2-1 2,-6-2-22,5-1-31,2 0 29,0-1 0,0 1 0,1 0 0,-1-1 0,0 1 0,0 0 0,0-1 0,0 1 0,0 0 0,0-1 0,0 1-1,0 0 1,-1-1 0,1 1 0,0 0 0,0-1 0,0 1 0,0 0 0,0 0 0,0-1 0,-1 1 0,1 0 0,0-1 0,-1 1 0,0-1-224,-1 0 0,1-1 1,-1 1-1,1 0 0,0-1 0,-1 1 1,1-1-1,0 1 0,0-1 0,0 1 1,0-1-1,0 0 0,0 0 1,1 1-1,-1-1 0,1 0 0,-1 0 1,1 0-1,0 0 0,-1 0 1,1-3-1,1-5-1755,0 1 1,0 0-1,4-14 0,-4 17 946,1-21-2976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4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35 336,'-8'-5'1035,"0"1"1,-1 0-1,1 0 0,-1 1 1,0 0-1,0 1 0,-15-3 0,-1 2 694,-38 2 0,59 1-1549,-5 0 100,-1 2 0,1-1 0,0 1 0,0 0 1,-1 1-1,2 0 0,-1 1 0,0-1 0,1 2 0,-1-1 1,1 1-1,1 1 0,-13 9 0,4-4 21,-8 6 69,-11 23 255,29-33-463,0 0 0,0 1 1,-9 15-1,-7 8 225,13-17-212,1 0 0,0 0 0,0 1 1,-8 28-1,1-7-6,5-9-57,1-1-1,-6 36 1,4-18-27,-9 67 85,19-105-162,0 16 13,0 1 0,2-1-1,0 0 1,7 33 0,-5 14-5,1-48 3,0 0 1,12 32-1,-12-43-7,0-1 0,0 1 0,1-1 1,0-1-1,1 1 0,0-1 0,10 11 1,-13-15-8,0-1 0,0 1 0,-1 0 0,4 5 0,-5-6-2,1 0-1,0 0 0,0 0 0,0 0 1,0-1-1,1 1 0,2 2 1,4 1 5,-1 0 0,1-1 1,0 0-1,0 0 1,0-1-1,1-1 1,0 1-1,0-2 1,-1 1-1,2-1 1,-1-1-1,0 0 0,0 0 1,0-1-1,0 0 1,1-1-1,-1 0 1,12-3-1,-21 3-8,15-3 11,0-2 0,0 0 0,-1 0-1,20-13 1,-6 3-2,-22 12-1,1 0-1,0 0 1,-1-1 0,11-10 0,5-5 32,-13 11-4,1 0 0,11-15 0,3-9 97,-13 16 28,19-21-1,-30 37-152,3-3 21,0 0-1,0-1 1,0 1-1,-1-1 1,0 0-1,5-8 1,-4 5-2,1-1 1,0 1-1,7-9 0,8-11 3,-4-1-17,21-51-1,-35 72-11,2 1 1,-1-1 1,0 0 0,-1 0-1,1 0 1,-2 0 0,1-1 0,0-10-1,-2 10 11,1 1-1,3-16 0,-2 15 2,-1 1 0,2-16-1,-4-7-76,0 1 0,-10-53 0,7 61 94,-1 1 0,-1 0 0,-10-24 1,6 24 54,5 8-39,-13-22 1,16 32-40,0-1 1,0 1-1,1-1 0,-2-6 0,2 7-2,0 0-1,0 1 0,0-1 1,0 0-1,-1 1 0,1-1 1,-3-3-1,-2-1 5,0 0 0,-1 0 0,0 1-1,-11-9 1,15 13-12,-1-1 0,0 1 0,0 0-1,0 0 1,0 0 0,0 1 0,0-1-1,0 1 1,0 0 0,-1 0 0,1 1-1,-5-1 1,-6 1-146,0 1-1,0 0 1,0 1 0,0 0-1,-18 6 1,-48 21-2726,66-23-414,-21 14 0,33-18 2482,0 0-1,0 0 0,1 1 0,-1-1 0,0 1 0,-2 3 1,-6 8-2417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7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343 186 1980,'0'0'141,"0"-1"-1,0 0 1,0 1 0,0-1-1,0 1 1,0-1 0,-1 1-1,1-1 1,0 1-1,0 0 1,0-1 0,-1 1-1,1-1 1,0 1-1,0-1 1,-1 1 0,1 0-1,-1-1 1,1 1 0,0-1-1,-1 1 1,0-1-1,1 1-56,-1 0-1,1 0 0,0-1 0,-1 1 1,1 0-1,0-1 0,-1 1 0,1 0 1,0-1-1,0 1 0,-1 0 1,1-1-1,0 1 0,0 0 0,0-1 1,0 1-1,-1-1 0,1 1 0,0-1 1,0 1-1,0 0 0,0-1 0,0 0-40,0 1 0,0 0 0,0 0 0,0 0 0,0-1 0,0 1 0,0 0 0,-1 0 0,1 0 0,0-1-1,0 1 1,0 0 0,0 0 0,0 0 0,0-1 0,-1 1 0,1 0 0,0 0 0,0 0 0,0 0 0,-1 0 0,1 0-1,0-1 1,0 1 0,0 0 0,-1 0 0,1 0 0,0 0 0,0 0 0,0 0 0,-1 0 0,1 0 0,0 0 0,-1 0-10,1 0 0,0 0 0,0 0 0,-1 0 0,1 0 0,0 0 0,0 0 0,0 0 0,-1 0 0,1 0 0,0 0 0,0-1 0,0 1 0,-1 0 0,1 0 0,0 0 0,0 0 0,0 0 0,-1 0 0,1-1 0,0 1 0,0 0 0,0 0 0,0 0 0,0-1 0,0 1 0,-1 0 0,1 0 0,0 0 0,0-1 0,0 1 0,0 0 0,0-1 0,0 1 4,0 0 1,0 0-1,0-1 1,0 1-1,0 0 1,0 0-1,0-1 0,0 1 1,-1 0-1,1 0 1,0-1-1,0 1 1,0 0-1,0 0 1,0 0-1,-1-1 0,1 1 1,0 0-1,0 0 1,0 0-1,-1-1 1,1 1-1,0 0 1,0 0-1,0 0 0,-1 0 1,1 0-1,0 0 1,0 0-1,-1-1 1,1 1-1,0 0 1,-1 0-1,1 0 0,0 0 1,0 0-1,-1 0 1,1 0-1,0 0 1,0 0-1,-1 1 1,1-1-1,-1 0-68,-1 0 361,0 1-77,-18 18 364,14-14-464,1 0 0,-1 0 0,1 0 0,0 1 0,1 0 0,-6 8 0,-2 2 182,-5 7 407,-19 35 1,23-36-423,-2 12 84,4-7-190,-1-4 85,-18 45-1,11-14 61,-15 70 1,31-75-289,2-47-69,-7 44 71,8-42-66,0-1 1,0 1 0,0 0-1,0-1 1,1 1 0,0 0-1,0-1 1,0 1 0,0 0-1,3 5 1,-1 6 36,0-12-36,-2-3-7,-1 0 1,1 1 0,-1-1 0,1 0 0,-1 1-1,0-1 1,1 1 0,-1-1 0,0 1 0,1-1-1,-1 0 1,0 1 0,0-1 0,1 1 0,-1 0-1,0-1 1,0 1 0,0-1 0,0 1 0,0-1 0,0 1-1,0 0 1,0-1 0,1 0-1,-1 1 1,0-1 0,0 0 0,0 1-1,0-1 1,0 0 0,0 1-1,1-1 1,-1 0 0,0 0-1,0 1 1,0-1 0,1 0 0,-1 0-1,0 0 1,1 1 0,-1-1-1,0 0 1,0 0 0,1 0 0,-1 1-1,0-1 1,1 0 0,-1 0-1,0 0 1,1 0 0,-1 0-1,17 1 57,-13-1-44,-1-1-1,1 1 0,0-1 0,-1 0 0,1 0 0,0 0 0,3-3 0,77-56 99,-36 18-115,-41 38 4,-2 0 0,1 0 0,-1-1-1,0 1 1,0-1 0,0 0-1,0 0 1,3-7 0,25-33 12,-11 16 17,15-40 83,-27 57-73,-8 9-34,0 1 0,0 0 0,0 0 0,0-1 0,0 1 0,-1-1 0,1 0 0,-1 1 0,0-1 0,1-3 0,1-7 25,-3 9-1,1-1-1,0 0 0,0 1 0,1-1 0,3-6 0,-1 1 72,0 1 0,-1-1 0,3-13 0,-3 13-25,-2 5-28,0 0 0,-1-1 0,1 1 0,-1 0 0,0-1 0,-1 1-1,1 0 1,-1 0 0,-3-10 0,2 7-14,1 0 1,-1 0 0,1-10-1,1 12-21,-1 1 0,0-1 0,-2-9 0,1 9 0,1 0-1,0 0 1,-1-13-1,3-1 7,-1 12-14,1 1-1,-1-1 1,-1 1 0,1-1 0,-3-8 0,-6-7 15,7 19-17,1 0 0,-1 0 0,0-1 0,1 1 0,0-1 0,-1-8 1,2 9 10,-1 1 0,1-1 1,-1 1-1,0-1 1,0 1-1,0-1 0,-1 1 1,1 0-1,-1-1 1,0 1-1,0 0 1,0 0-1,0 0 0,0 1 1,0-1-1,-1 0 1,0 1-1,1-1 1,-1 1-1,0 0 0,-5-3 1,4 3-4,1 0 1,-1 1-1,0-1 0,0 1 1,0-1-1,0 1 0,0 0 1,0 1-1,0-1 1,0 1-1,0-1 0,0 1 1,0 0-1,0 1 0,0-1 1,-1 1-1,1 0 1,0 0-1,-6 3 0,-34 9 0,37-11-8,-1 0-1,1 0 0,-1 1 0,1 0 0,0 0 0,0 0 1,-10 8-1,9-5-5,-3 2-1,1 0 0,1 0 1,-1 1-1,1 1 0,-12 16 1,5-1 32,1 1 0,-19 46 1,29-59 12,2-7-28,0 0 0,1 1 0,0-1 0,0 1 0,1 0 0,-1 0 0,0 9 0,1 12 7,1-18-59,-1 0 1,1 0-1,1 0 1,2 19 0,1-17 21,0 1 0,1 0 0,8 16 0,-10-23 13,1 0 0,-1-1 0,1 0 0,0 1-1,1-1 1,-1-1 0,1 1 0,0-1 0,9 7 0,-7-7-3,0-1-1,0 1 1,0-2 0,1 1 0,-1-1-1,1 0 1,-1 0 0,1-1-1,10 0 1,2-2 2,0-1 0,0-1 0,28-8 0,-46 10 3,18-4 13,-1-1-1,0-1 1,20-11 0,49-33 130,-84 49-128,16-14 12,-19 15-31,0 0 1,1 0-1,-1 0 1,0 0-1,-1 0 1,1 0-1,0 0 0,0 0 1,0 0-1,-1-1 1,1 1-1,-1 0 1,1-1-1,0-1 1,-1 3 2,0 0 1,0 0 0,0-1-1,0 1 1,0 0 0,0 0-1,0 0 1,0-1-1,0 1 1,0 0 0,0 0-1,0-1 1,0 1 0,0 0-1,0 0 1,0-1 0,0 1-1,1 0 1,-1 0 0,0 0-1,0 0 1,0-1 0,0 1-1,0 0 1,1 0 0,-1 0-1,0 0 1,0-1 0,0 1-1,1 0 1,-1 0 0,0 0-1,0 0 1,1 0 0,-1 0-1,0 0 1,0 0 0,0 0-1,1 0 1,-1 0 1,1 0 0,-1 0 0,0 0 0,0-1-1,1 1 1,-1 0 0,0 0 0,0 0 0,1 0 0,-1 0 0,0 0 0,0 0 0,1-1 0,-1 1 0,0 0-1,0 0 1,0 0 0,1-1 0,-1 1 0,0 0 0,0 0 0,0-1 0,0 1 0,0 0 0,1 0 0,-1-1-1,0 1 1,0 0 0,0 0 0,0-1 0,0 1 0,0 0 0,0 0 0,0-1 0,0 1 0,0 0 0,0-1-1,0 1 1,0 0 0,0-1 2,0 1-1,0 0 1,0-1-1,0 1 0,0 0 1,0 0-1,-1-1 1,1 1-1,0 0 1,0 0-1,0-1 1,0 1-1,0 0 0,0 0 1,-1 0-1,1-1 1,0 1-1,0 0 1,0 0-1,-1 0 1,1-1-1,0 1 0,0 0 1,0 0-1,-1 0 1,1 0-1,0 0 1,0 0-1,-1 0 0,1 0 1,0-1-1,-1 1 1,1 0-1,0 0 1,0 0-1,-1 0 1,1 0-1,0 0 0,0 0 1,-1 1-1,1-1 1,0 0-1,-1 0-2,1 0 2,-1 0 0,1 0 0,0 0-1,0 0 1,0 0 0,0 0 0,0 0 0,0 0 0,0 0 0,0-1 0,0 1 0,-1 0-1,1 0 1,0 0 0,0 0 0,0 0 0,0 0 0,0 0 0,0 0 0,0 0 0,0 0-1,0 0 1,0 0 0,0-1 0,0 1 0,0 0 0,0 0 0,0 0 0,0 0 0,0 0-1,0 0 1,0 0 0,-1 0 0,1 0 0,0-1 0,1 1 0,-1 0 0,0 0-1,0 0 1,0 0 0,0 0 0,0 0 0,0 0 0,0 0 0,0-1 0,0 1-1,0 0 1,0 0 0,0 0-1,0 0 1,0 0-1,0 0 1,0 0 0,0 0-1,0-1 1,0 1 0,0 0-1,0 0 1,0 0-1,0 0 1,0 0 0,0 0-1,0 0 1,0 0-1,0-1 1,0 1 0,0 0-1,0 0 1,0 0 0,0 0-1,0 0 1,0 0-1,0 0 1,0 0 0,0 0-1,-1 0 1,1-1 0,0 1-1,0 0 1,0 0-1,0 0 1,0 0 0,0 0-1,0 0 1,0 0 0,0 0-1,0 0 1,-1 0-1,1 0 1,0 0 0,0 0-1,-2 0-1,1 0 0,-1 0 0,1 0-1,-1 0 1,1 0 0,-1 1 0,1-1-1,-1 1 1,1-1 0,-1 1 0,1-1-1,-3 3 1,-2 0 23,4-3-24,1 1-1,0-1 1,-1 1 0,1-1-1,0 1 1,-1 0-1,1 0 1,0-1-1,0 1 1,0 0-1,-1 0 1,1 0-1,0 0 1,0 1 0,1-1-1,-1 0 1,0 0-1,0 1 1,0-1-1,1 0 1,-1 1-1,1-1 1,-1 2 0,1-2-9,0 0 0,0 0 1,0-1-1,-1 1 1,1 0-1,0 0 1,0-1-1,-1 1 1,1 0-1,0 0 1,-1-1-1,1 1 1,-1 0-1,1-1 0,-1 1 1,0 0 4,1 0 1,-1 0-1,0-1 1,1 1-1,-1 0 0,1 0 1,0 0-1,-1 0 1,1 0-1,0 0 0,-1 0 1,1 0-1,0-1 1,0 1-1,0 2 1,0-2 3,0 0 0,0-1 0,0 1 0,0 0 0,0 0 0,1 0 1,-1 0-1,0 0 0,1 0 0,-1-1 0,0 1 0,1 0 0,-1 0 1,1 0-1,1 1 0,-2-2 6,1 1 0,-1-1 0,1 1 0,-1 0 0,1 0 0,-1-1 0,0 1 0,1 0 0,-1 0 0,0 0 0,0-1 0,1 1 0,-1 0 0,0 0 0,0 1 0,0 0-6,1 0-1,-1-1 1,0 1-1,1-1 1,0 1 0,-1-1-1,1 1 1,0-1-1,0 1 1,0-1 0,0 0-1,0 1 1,2 1-1,18 14-114,-1-3 88,6 7 67,-25-20-37,0 0 0,-1 0 0,1 0 0,0 0 1,0 1-1,0-1 0,-1 0 0,1 1 1,-1-1-1,1 0 0,-1 1 0,0-1 0,1 1 1,-1-1-1,0 1 0,0-1 0,0 1 1,0 1-1,0 38 4,-1-38 4,0-1 0,0 1 1,0-1-1,0 0 1,-1 1-1,1-1 1,0 0-1,-4 3 0,-1 5 3,0-1-1,5-8-11,0 1 0,0-1 0,1 0-1,-1 0 1,1 0 0,-1 0 0,1 0 0,-1 1 0,1-1 0,-1 0 0,1 0 0,0 1 0,0 1 0,0-2-1,0-1 1,0 1-1,0-1 1,0 0-1,0 1 1,0-1-1,0 1 1,0-1 0,0 1-1,0-1 1,-1 1-1,1-1 1,0 0-1,0 1 1,0-1 0,-1 1-1,1-1 1,0 0-1,0 1 1,-1-1-1,1 0 1,-1 1-1,-4 7-7,3 15 4,2-22-27,0 1 1,0-1 0,1 0-1,-1 0 1,0 0-1,1 0 1,-1 0 0,1 0-1,-1 0 1,1 0-1,-1-1 1,1 1 0,0 0-1,0 0 1,-1 0-1,1-1 1,0 1 0,0 0-1,0-1 1,0 1-1,0 0 1,0-1-1,0 1 1,0-1 0,0 0-1,0 1 1,0-1-1,0 0 1,0 0 0,0 1-1,2-1 1,1 0-159,1 1 0,0-1 0,0 0 0,0 0 0,-1 0 0,7-2 0,-3 1-230,1 0 1,-1 0 0,1 1-1,11 1 1,6 0-280,-2-1 281,23 0-335,47-6 0,-8-1 176,-73 6 515,-9 0 50,0 1-1,0-1 1,-1 1 0,1-1-1,0-1 1,0 1 0,-1 0-1,1-1 1,4-3-1,16-5 8,-21 10 51,0-1 1,0 0-1,0 0 0,0-1 0,-1 1 0,1-1 1,0 1-1,-1-1 0,1 0 0,0 0 1,-1 0-1,0 0 0,3-4 0,-3 2 107,0 2 24,0-1 0,-1 0 0,0 1 0,0-1 0,0 0 0,0 0 0,1-6 0,-2 8-115,0 0 1,0 1 0,1-1-1,-1 0 1,0 0 0,0 0-1,0 1 1,1-1 0,-1 0-1,1 0 1,-1 1 0,0-1-1,1 0 1,-1 1 0,1-1-1,0 0 1,0 0-41,-1 1-1,1 0 1,-1-1-1,0 1 0,0 0 1,1-1-1,-1 1 1,0 0-1,1-1 1,-1 1-1,0-1 1,0 1-1,0 0 1,0-1-1,1 1 1,-1-1-1,0 1 1,0-1-1,0 1 1,0 0-1,0-1 1,0 1-1,0-1 1,0 1-1,0-1 1,0 1-1,0-1 1,-1 1-1,1 0 1,0-1-1,0 1 1,0-1-1,-1 1 1,-2-7 294,2 6-241,0-1-1,0 1 0,1 0 0,-1 0 0,1-1 0,-1 1 0,1-1 0,0 1 1,-1-1-1,1 1 0,0 0 0,0-1 0,0 1 0,0-3 0,0 1 35,-1 0 1,1-1-1,-1 1 0,0 0 0,0 0 0,0 0 0,0 0 0,0 1 0,-1-1 0,-2-3 0,-20-26 902,19 25-910,2-2-46,1 6-23,-8 2 42,5 1-82,1 1-1,-1 0 0,0 0 1,0 0-1,0 0 0,1 1 1,-1 0-1,1 0 0,-1 0 1,1 1-1,0-1 0,0 1 1,0 0-1,0 0 0,0 1 1,-6 6-1,-4 8 119,0-1 1,-17 31-1,19-29-175,11-16 67,-1 0 0,0 1 0,1-1 1,-3 8-1,4-8-1,-1-1 1,0 1-1,0 0 1,-1 0-1,1-1 1,0 1-1,-4 3 1,3-3-1,0 0 1,1 0-1,-1 0 1,1 1-1,-1-1 1,-1 7-1,-4 8-4,5-5-4,1-4 3,-2-6 1,3-2 1,-1-1 0,1 1 1,-1-1-1,1 1 1,-1-1-1,1 1 0,0 0 1,-1-1-1,1 1 0,0-1 1,0 1-1,-1 0 1,1-1-1,0 1 0,0 0 1,0-1-1,0 1 1,0 0-1,0-1 0,0 1 1,0 0-1,0-1 0,0 1 1,0 0-1,0 0 1,3 2-4,-2-2 3,-1 0 0,1-1-1,0 1 1,-1 0 0,1 0-1,-1-1 1,0 1 0,1 0 0,-1 0-1,0 0 1,1 0 0,-1-1-1,0 1 1,0 0 0,0 0-1,1 0 1,-1 0 0,0 0 0,-1 1-1,2-2-1,-1 1-1,0 0 1,0-1-1,1 1 1,-1 0 0,0-1-1,1 1 1,-1-1-1,1 1 1,-1 0-1,1-1 1,-1 1-1,1-1 1,-1 0-1,1 1 1,-1-1 0,1 1-1,0-1 1,-1 0-1,1 1 1,1-1-1,18 8-69,-19-8 66,5 1-21,0 0-1,0-1 0,0 0 1,-1 0-1,1 0 0,0-1 1,0 0-1,-1 0 0,1 0 1,0-1-1,8-3 0,-4 2-38,-3 0 15,-1 0 1,1 0 0,-1 0-1,0-1 1,-1 0 0,1 0-1,6-5 1,-1-1-44,18-18-105,-12 9 115,44-49-64,-36 39 120,-7 6 5,23-39-1,-12 18 20,15-31-14,0-1 12,-23 44 53,-1 0 1,-2-1-1,-1-1 0,17-48 0,-21 50 86,-10 25-62,0 1-1,0-1 1,0 0-1,-1 0 1,0 0-1,-1 0 0,2-9 1,-3 14-45,0 1 1,0 0-1,0-1 1,1 1-1,-1 0 1,0-1-1,1 1 1,-1 0-1,1 0 1,-1-1-1,2-1 1,-1 2 5,0 0 0,-1 0 0,1 0 0,-1 0 1,1 0-1,-1 0 0,1-1 0,-1 1 0,0 0 1,0 0-1,1-2 0,-2 2-16,0 1 0,0 0 0,0-1 0,0 1 0,1 0 0,-1 0 0,0 0 0,0 0 0,0 0 1,0 0-1,0 0 0,0 0 0,1 0 0,-1 0 0,0 1 0,-1-1 0,-2 1 3,-11 19 13,-34 41 5,23-27-23,-5 9 57,2 2 0,-39 81-1,33-57-22,23-45-24,-13 45-1,5-12 9,15-42-23,0 1-1,1 0 1,1 1-1,1-1 1,0 1-1,1-1 1,1 22 0,0-36-11,0 0 0,1 1 0,-1-1 1,1 0-1,-1 0 0,1 0 0,-1 1 1,1-1-1,0 0 0,0 0 0,0 0 1,3 3-1,5 12-13,-6-9 10,-3-6 5,1-1 0,-1 0 1,0 0-1,1 0 0,-1 0 0,0 0 1,1 0-1,-1 0 0,1 0 0,0 0 1,-1-1-1,1 1 0,0 0 0,0 0 1,-1 0-1,1-1 0,2 2 0,48 24-17,-43-23 17,-1-1 0,1 0 0,0-1 0,0 0 0,0 0-1,0-1 1,12 0 0,-7 0 2,1-1 3,0-1 0,0 0-1,25-7 1,-8 2 0,-21 5-8,0 0 0,0-1 0,0-1 0,0 1 0,-1-2 0,1 1 1,10-8-1,-19 11 3,18-10-19,-1-2-1,20-16 1,-12 6 5,-18 17 14,-1 0 1,0-1-1,0 0 1,0 0-1,7-12 1,19-30 6,-30 45-1,0 1 1,-1-1-1,0-1 1,0 1-1,0 0 1,0 0-1,0-1 1,-1 1-1,0-1 1,0 1 0,0-1-1,-1-6 1,0 11-4,0-1 0,0 0 0,0 0 0,0 0 0,0 1 0,0-1 0,0 0 1,-1 0-1,1 0 0,0 1 0,-1-1 0,1 0 0,-1 1 0,1-1 0,-1 0 0,1 1 1,-1-2-1,0 2-1,1-1 1,-1 1 0,1-1 0,-1 1 0,1-1 0,0 0 0,-1 1-1,1-1 1,0 0 0,-1 1 0,1-1 0,0 0 0,0 1 0,0-1-1,0 0 1,-1 1 0,1-2 0,0 2-1,0-1 0,0 1 1,0-1-1,-1 1 0,1 0 0,0-1 1,0 1-1,-1 0 0,1-1 0,0 1 1,-1 0-1,1-1 0,-1 1 0,1 0 1,0 0-1,-1-1 0,1 1 0,-1 0 1,1 0-1,0 0 0,-1 0 0,1 0 1,-1-1-1,1 1 0,-1 0 0,-10-1 6,6 1-12,0 0-1,0 0 1,0 1 0,0-1-1,0 1 1,0 0-1,0 1 1,0-1-1,0 1 1,0 0-1,1 0 1,-1 1 0,1-1-1,0 1 1,-1 0-1,1 0 1,-4 5-1,-13 11-8,18-17 13,0 0-1,0 1 1,1-1 0,-1 1-1,1 0 1,-1-1-1,-1 5 1,-4 6-1,6-9 1,0 1 1,-1-1 0,1 0-1,-5 5 1,-2 0 1,5-7 0,1 1-1,0 1 1,1-1 0,-1 0 0,0 1 0,-1 3 0,-2 3-3,2 1 0,-1-1 1,-4 21-1,0-8-3,7-19 4,0-1 0,1 1 0,-1-1 0,1 1 0,0-1 0,0 1 0,1 0-1,-1 5 1,1 55-14,0-61 14,1 0 1,0 0-1,0-1 0,1 1 1,-1 0-1,1 0 0,-1-1 1,1 1-1,0-1 1,0 1-1,0-1 0,0 0 1,0 0-1,0 0 0,1 0 1,-1 0-1,1 0 0,0-1 1,-1 1-1,1-1 1,0 1-1,0-1 0,0 0 1,4 0-1,5-1-7,0-1 1,1-1-1,-1 0 0,24-7 1,45-23 7,-61 23 4,5-2 3,0-1 0,-1-1 0,-1-1 0,23-19 0,-26 17-10,-2 0-1,30-33 0,-29 28 4,-14 16 0,-1 1 0,0-1 0,0-1 0,6-8 0,2-6 3,-9 17-1,-1 0-1,0 0 0,0-1 1,0 1-1,0-1 1,0 1-1,-1-1 1,0 0-1,0 0 1,0 0-1,1-6 1,-2 8 0,0 0 0,1 0 0,-1 0 0,0 0 0,1 0 0,0 0 0,-1 0 0,3-2 0,-3 2 0,1 0 0,0 0-1,0 0 1,-1 0 0,1 0 0,-1 0 0,1 0 0,-1-3 0,1-6-16,-1 9 16,0-1 0,1 0 1,-1 1-1,0-1 0,0 0 1,-1 1-1,1-1 0,-1 0 1,1 1-1,-2-3 0,0 1 4,1 3 1,0-1 0,0 0 1,1 1-1,-1-1 0,0 0 0,1 0 0,-1 0 0,1 1 0,-1-1 0,1-3 0,-9 3 33,5-1-41,-3 0-5,5 3 0,2 10-42,-5 6 0,4-14 37,0 0 0,0 0 1,0 1-1,1-1 0,-1 0 1,1 1-1,-1 2 1,1-4 5,0 0 1,0 0 0,0 0 0,0 0-1,0 0 1,-1 0 0,1 0 0,0-1-1,0 1 1,-1 0 0,1 0 0,-1 0-1,1 0 1,-2 0 0,0 6-22,7 3-16,-4-1 18,-1-8 19,-1 0 0,1 0 1,0 0-1,0 0 0,0 0 1,0 0-1,1 1 0,-1-1 0,0 0 1,0 0-1,1 0 0,-1 0 0,0 0 1,1 0-1,0 1 0,0 0-5,1 1-1,-1 1 0,0-1 1,0 0-1,0 0 0,0 0 1,-1 1-1,1-1 0,-1 0 1,0 6-1,0-8 7,0 1-1,1 0 1,-1 0 0,1-1-1,-1 1 1,1 0 0,0 0-1,1 2 1,-2-3 3,1 0 0,-1 0 0,1 0-1,-1 0 1,1 0 0,-1 0 0,0 0 0,1 0 0,-1 1 0,0-1 0,0 0 0,0 0 0,0 0-1,0 0 1,0 1 0,0-1 0,0 0 0,-1 2 0,-1 1 0,1 1 0,-1-1 0,1 1 0,0-1 0,0 1 1,1 0-1,-1-1 0,1 10 0,0-7 3,0-1-1,-1 1 1,0-1 0,0 0-1,-1 1 1,-2 7 0,1 1-2,3-14 0,0 0-1,0 0 0,0 0 1,0 0-1,0-1 0,0 1 1,-1 0-1,1 0 1,0 0-1,0-1 0,-1 1 1,1 0-1,0-1 0,-1 1 1,1 0-1,-1 0 1,1-1-1,-1 1 0,1-1 1,-1 1-1,1 0 1,-2 0-1,1 0-6,1 0 0,0 0 0,-1 0-1,1 0 1,0 0 0,0 1 0,-1-1 0,1 0 0,0 0 0,0 0 0,0 0-1,0 0 1,1 1 0,-1-1 0,0 0 0,0 0 0,1 0 0,0 2 0,-1-3 8,1 0-9,-1 1 0,1-1 0,0 0 0,-1 1 0,1-1 0,-1 0 1,1 1-1,-1-1 0,0 1 0,1-1 0,-1 1 0,1-1 0,-1 1 0,0 0 0,1-1 0,-1 1 1,0-1-1,0 1 0,1 0 0,-1 0 0,0 0-5,1 0 0,-1-1 0,1 1 0,-1 0 0,1-1 0,0 1 0,-1-1 0,1 1 0,-1-1 0,1 1 0,0-1 0,1 1 0,-2-1-6,2 1-1,-1 0 1,0 0-1,1 0 0,-1 0 1,1-1-1,0 1 0,-1 0 1,1-1-1,-1 1 0,1-1 1,0 0-1,0 0 0,-1 1 1,4-1-1,31-1-102,-22 0 57,16 0-293,0-2-1,-1-1 0,44-11 0,-24 4-223,-25 4 378,0-1 0,-1 0 1,34-19-1,0 1 61,-50 23 145,0-1 1,0 0-1,-1 0 1,1-1-1,-1 0 1,10-10-1,6-15 45,-20 29-38,-1 0-1,0 0 1,0-1-1,0 1 1,-1-1 0,1 1-1,0-1 1,0 0-1,-1 1 1,1-1 0,-1 0-1,1 1 1,-1-4 0,1-25 337,-2 18-124,1 9-162,-1-1 1,0 1 0,0 0 0,0 0-1,0 0 1,-1-1 0,1 1 0,-1 0-1,-3-5 1,-3-5 182,4 9-189,0 0-1,0 0 1,0 0 0,0 1-1,0-1 1,-1 1-1,1 0 1,-6-2-1,1 0-4,8 4-49,-1 1-1,1-1 1,-1 1-1,1 0 1,-1 0-1,1 0 0,-1 0 1,1 0-1,-1 0 1,0 0-1,1 0 1,-2 1-1,2-1 3,-2 7-38,-1-4 33,4-3 3,0 0 0,-1 1 0,1-1 0,-1 0 0,1 1 0,0-1 0,-1 1 0,1-1 0,0 0 0,-1 1 0,1-1 0,0 1 0,-1-1 0,1 1 0,0-1 0,0 1 1,0 0-1,0-1 0,0 1 0,0-1 0,-1 1 0,1 1 0,0-1 0,0 1 1,0-1-1,-1 0 0,1 1 1,0-1-1,-1 1 0,0-1 0,1 0 1,-2 3-1,1-3-1,0 0 0,1 0 0,-1 0 0,1 0 0,-1 1 0,1-1 0,-1 0 0,1 1 0,0-1 0,0 2 0,-1 8-12,2 0 0,0 0 0,0 0 1,1-1-1,3 12 0,-2 12 2,6-13 0,-7-17 8,0 1 0,-1-1 0,1 0 0,-1 1 0,0-1 0,0 1 0,0 6 0,0-7-1,0-1 0,0 0 0,0 0 0,0 0 0,0 0 0,0 0 0,1 0 0,0 0 0,-1 0 0,1 0-1,5 4 1,-4 7-16,-1-12 19,-2-2 0,1 1 1,-1-1-1,0 0 0,1 0 0,-1 1 0,0-1 1,1 0-1,-1 0 0,0 1 0,0-1 0,1 0 0,-1 1 1,0-1-1,0 0 0,0 1 0,1-1 0,-1 0 1,0 1-1,0-1 0,0 1 0,0-1 0,0 0 0,0 1 1,0-1-1,0 1 0,0-1 0,0 0 0,0 1 1,0-1-1,0 1 0,0-1 0,0 0 0,0 1 1,0-1-1,0 1 0,-1-1 0,1 0 0,0 1 0,0-1 1,0 0-1,-1 1 0,1-1 0,0 0 0,-1 0 1,1 1-1,0-1 0,0 0 0,-1 0 0,1 1 0,-1-1 1,1 0-1,0 0 0,-1 0 0,0 1 0,-1 3 2,1-1 2,-6 0 8,0-1 1,1 1-1,-9 1 0,-13 5 12,23-7-30,0 0 0,0-1 0,-1 0 0,-9 1 0,11-1-5,0-1 1,0 1 0,0 0 0,0 0 0,0 0-1,0 0 1,1 0 0,-1 1 0,-3 2-1,4-3-69,0 0 0,1 0-1,-1 0 1,0 0 0,0 0-1,-4 0 1,-11 4-1294,17-4 1253,1-1-1,0 0 0,0 0 1,-1 1-1,1-1 0,0 0 0,0 0 1,-1 0-1,1 0 0,0 1 1,-1-1-1,1 0 0,0 0 1,0 0-1,-1 0 0,1 0 1,0 0-1,-1 0 0,1 0 1,0 0-1,-1 0 0,1 0 1,0 0-1,-1 0 0,1 0 1,0 0-1,0 0 0,-1 0 1,1 0-1,0-1 0,-1 1 1,1 0-1,0 0 0,0 0 1,-1 0-1,1-1 0,0 1 0,0 0 1,-1 0-1,1 0 0,0-1 1,0 1-1,-1-1-254,1 0-1,0 1 1,0-1-1,0 0 1,0 1-1,0-1 0,0 0 1,0 0-1,0 1 1,0-1-1,0 0 1,0 1-1,0-1 1,0 0-1,1 1 1,-1-1-1,1 0 1,8-12-2741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81 2188,'-3'0'522,"1"0"0,-1 0 0,0 0 0,1 1 0,-1-1 0,1 1 0,-1-1 0,1 1 0,-1 0-1,-4 2 2907,9-3-2826,75-7 599,-52 6-1170,0-2 0,37-8 0,13-2 29,-61 10-10,0 0 0,0 0 0,17-8 0,-4 3 274,-8 4 42,-3 3 97,-15 1-416,0 0-1,0 0 1,1 0 0,-1 0 0,0 0-1,1 0 1,-1 0 0,0-1 0,3 0-1,0-2 172,3 1 14,-5 2 222,-2-1-451,0 1-1,0 0 0,0 0 1,0 0-1,0-1 0,0 1 1,0 0-1,0 0 0,0-1 1,0 1-1,0 0 0,0 0 0,0-1 1,0 1-1,0 0 0,0 0 1,0 0-1,0-1 0,0 1 1,0 0-1,-1 0 0,1-1 1,0 1-1,0 0 0,0 0 1,0 0-1,0 0 0,-1-1 0,1 1 1,0 0-1,0 0 0,-2 0-251,1 0-1,-1 0 0,0 0 0,1 0 1,-1 0-1,1 1 0,-1-1 0,1 1 1,-1-1-1,1 1 0,0-1 0,-3 2 0,3-1 73,1-1 0,-1 0 0,1 0-1,-1 0 1,1 0 0,-1 0-1,1 0 1,-1-1 0,1 1-1,-1 0 1,1 0 0,-1 0 0,1 0-1,-1-1 1,1 1 0,-1 0-1,1 0 1,-1-1 0,1 1-1,0 0 1,-1-1 0,1 1 0,-1 0-1,1-1 1,0 1 0,0-1-1,-1 1 1,1-1 0,-6-4-2545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8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353 337 1468,'0'-19'9974,"0"19"-9947,0 1 0,0-1-1,0 0 1,0 1-1,0-1 1,0 1-1,0-1 1,0 0 0,0 1-1,-1-1 1,1 0-1,0 1 1,0-1-1,0 0 1,-1 1-1,1-1 1,0 0 0,-1 1-1,1-1 1,0 0-1,0 1 1,-1-1-1,0 0 1,1 1 8,0-1-1,-1 0 1,1 1 0,-1-1-1,1 0 1,-1 1-1,1-1 1,0 1 0,-1-1-1,1 1 1,0-1 0,0 0-1,-1 1 1,1-1 0,0 1-1,0 0 1,0-1-1,0 1 1,-1-1 0,1 1-1,0-1 1,0 1 0,0 0-1,0 2 83,0 0-1,-1-1 1,1 1-1,-1 0 1,0-1-1,1 1 1,-1-1-1,-1 1 1,1-1-1,-2 3 1,-7 19 703,10-23-809,-4 19 680,-1 0 1,-1 0-1,-15 34 1,14-42-462,-9 18 361,1 0 1,-12 34-1,23-52-416,-1 0-1,-9 16 0,9-18-54,0 1-1,-5 14 0,2-6 49,0-1 0,-13 23 0,12-24-64,-3 3 11,-7 16 74,14-27-143,1 0-1,-1-1 1,0 1 0,-9 9 0,-8 13 63,17-23-90,3-4-7,-1 0 0,1 0 0,-1 0 0,-4 4 0,-4 7 26,11-14-37,-1 0-1,0 0 0,1 1 1,-1-1-1,0 0 0,1 0 1,-1 0-1,0 0 0,0-1 1,-1 2-1,-1 4 49,4-12 56,-1 0-88,-1 2-17,1 1 0,0-1 0,0 1 0,1-1 0,1-6 0,2-7-17,-1 8-7,-1 0-1,9-17 0,-9 22 12,0-1 0,0 0-1,-1 0 1,3-10 0,-3 10 1,0 0-1,0 0 0,1 0 1,4-9-1,8-18-40,-11 23 46,1 1-1,0-1 1,5-8 0,1 5 2,-6 6 3,0 1 0,-1-1 0,1 0-1,3-8 1,0-5 3,-4 9 10,1 1 0,0-1 0,1 1 0,6-10 0,-9 17-9,4-8-49,1 0-1,-2 0 0,7-12 0,-3 1-60,13-21 0,-8 17 45,-1 3 72,24-30 1,-1 1 161,-5 5-194,1 1 0,2 1 0,3 3 0,0 0 0,3 3 0,48-37 1,-18 30-51,-45 30 50,-21 13 19,-1 0-1,1 0 1,-1 1-1,1 0 0,0 0 1,0 0-1,0 0 1,7 0-1,3-1-8,-12 1 12,-1 1 0,1 0 0,0 0 0,-1 0 0,1-1 0,0 2-1,0-1 1,-1 0 0,1 0 0,0 0 0,-1 1 0,1-1 0,2 2-1,-2-1 2,0-1 0,0 1-1,0-1 1,1 1-1,-1-1 1,0 0-1,3 1 1,-3-1-1,0 0 0,-1 1 0,1-1 0,0 1 0,0-1 0,0 1 0,0 0 0,-1-1 0,1 1 0,0 0-1,-1 0 1,1 1 0,-1-1 0,1 0 0,-1 0 0,0 1 0,1-1 0,-1 1 0,0-1 0,0 1 0,0 0 0,0-1 0,0 1 0,0 0 0,-1 0 0,2 2 0,-1 0 0,0 0 1,0 0-1,0 0 1,0-1-1,-1 2 1,1-1-1,-1 0 1,0 0-1,0 0 1,-1 0-1,1 0 1,-2 5-1,-3 3 4,-1-1 0,0 0 0,0 0 1,-1-1-1,-1 1 0,1-1 0,-11 9 0,-5 8 8,-4 6 5,-1-1-1,-49 41 0,46-45-14,19-17-10,0 0 0,-21 14 0,-53 38 4,18-9-145,55-44 88,12-9 51,-1 1 1,1-1 0,-1 0-1,0 0 1,0 1 0,0-1-1,0 0 1,-4 1 0,6-2 2,-1 1 1,0-1 0,0 0 0,1 1 0,-1-1 0,0 0 0,0 0 0,1 0 0,-1 1-1,0-1 1,0 0 0,0 0 0,0 0 0,1 0 0,-1 0 0,0-1 0,0 1-1,0 0 1,1 0 0,-1 0 0,0-1 0,0 1 0,1 0 0,-2-1 0,9-7-75,-4 5 46,-3 2 29,0 1 1,0 0-1,1-1 0,-1 1 1,0 0-1,0 0 1,1-1-1,-1 1 0,0 0 1,1 0-1,-1 0 0,0-1 1,1 1-1,-1 0 1,0 0-1,1 0 0,-1 0 1,0 0-1,1 0 0,-1-1 1,0 1-1,1 0 0,-1 0 1,0 0-1,1 0 1,-1 0-1,1 0 0,-1 1 1,0-1-1,1 0 0,-1 0 7,2 8-58,1-3 50,-1-1 8,1 0 1,-1 1 0,0-1-1,0 0 1,-1 1 0,0 0-1,1-1 1,-1 1 0,-1 0-1,1 7 1,-1-10 2,1 1 0,-1-1 0,1 1 0,-1-1 0,1 1 0,1 4 0,0-5-1,-1 1 1,0 0-1,-1 0 1,1 0-1,-1 0 1,1 6 0,0-5-2,-1 0 0,1 0 1,0-1-1,2 8 1,-2-7-3,0 0 1,0-1 0,0 1-1,0 7 1,-1 6 0,-1-13 1,1 0 0,0 0 0,0 0 0,0 1 0,0-1-1,1 0 1,1 7 0,2-5 0,-4-6-1,1 1 0,0 0 0,-1 0 0,1 0 0,-1 0 0,0-1 0,1 1 0,-1 0 0,0 0 0,1 0 0,-1 0 0,0 0 0,0 0 0,0 0 0,0 1 0,1 1 0,-1 0 0,1 0 1,0 0-1,0-1 0,0 1 0,1 0 1,-1-1-1,1 1 0,-1-1 0,1 1 1,0-1-1,0 0 0,0 0 0,0 0 1,0 0-1,0 0 0,1 0 0,4 2 1,-1 1 4,-6-4-5,1 0 0,-1-1-1,1 1 1,-1-1 0,1 1 0,0-1 0,-1 1 0,1-1 0,0 1 0,-1-1 0,1 0 0,0 1 0,0-1 0,-1 0 0,1 0 0,0 1 0,0-1 0,0 0 0,-1 0 0,1 0 0,1 0 0,12 1-1,-10 0 0,0-1 1,-1 0-1,1 0 0,0 0 1,-1 0-1,5-1 0,7-4 1,0-1-1,-1 0 1,0-1-1,0 0 1,25-19-1,-9 6 4,-25 17-7,0-1-1,-1 0 1,1 0 0,-1 0-1,0 0 1,0-1 0,0 1-1,5-11 1,10-6-11,-5 7 11,-11 10 5,18-25 28,-13 19-18,-7 9-4,0 0 0,0 0 0,0 0 0,0 0 0,0 0 0,-1 0 0,1 0 0,0 0 0,0 0 0,-1 0 0,1 0 0,-1-1 1,1 1-1,-1 0 0,1-3 0,-1 4-4,0-1 1,0 1 0,0-1 0,0 1-1,0-1 1,0 1 0,1-1 0,-1 1 0,0-1-1,0 1 1,0 0 0,1-1 0,-1 1-1,0-1 1,1 1 0,-1 0 0,0-1 0,1 1-1,-1 0 1,0-1 0,1 1 0,0 0-1,-1-1 1,0 1-1,1 0 0,-1-1 1,1 1-1,-1 0 1,0-1-1,1 1 1,-1 0-1,0-1 0,0 1 1,1-1-1,-1 1 1,0 0-1,0-1 1,0 1-1,0-1 1,1 1-1,-1-1 0,0 1 1,0-1-1,0 0 191,-2 1-175,2 0-18,-1-1 0,1 1 1,-1 0-1,1 0 0,0 0 0,-1 0 1,1 1-1,0-1 0,-1 0 0,1 0 1,0 0-1,-1 0 0,1 0 0,0 0 1,-1 1-1,1-1 0,0 0 0,-1 0 1,1 0-1,0 1 0,0-1 0,-1 0 0,1 0 1,0 1-1,0-1 0,-1 0 0,1 1 1,0-1-1,-1 12 27,2-11-26,-1 0 0,0 1 1,0-1-1,0 0 0,0 1 0,0-1 0,0 0 0,-1 0 0,1 1 0,0-1 0,-1 2 0,-5 8 16,2-6 9,1 1-1,0 0 1,0 0-1,1 0 1,-1 0-1,2 0 1,-1 1-1,0-1 1,0 13-1,-3-5-63,4-13 31,1 0 0,-1-1 0,1 1 0,-1 0 0,1-1 0,-1 1 0,1 0 0,0 0 0,0-1-1,-1 1 1,1 0 0,0 0 0,0 0 0,0-1 0,0 1 0,0 0 0,0 0 0,0 0 0,0 0-1,0-1 1,1 2 0,3 3-23,-4-4 26,1-1 1,-1 0-1,0 1 1,1-1-1,-1 1 1,0-1-1,1 0 1,-1 1-1,0-1 1,1 1-1,-1-1 0,0 1 1,0-1-1,0 1 1,0-1-1,1 1 1,-1-1-1,0 1 1,0 0-1,0 1-8,0-1-1,1 0 1,-1 0-1,1 0 1,-1 0-1,1 1 0,-1-1 1,1 0-1,0 0 1,-1 0-1,1 0 1,0 0-1,0 0 1,0-1-1,0 1 1,0 0-1,0 0 1,0-1-1,0 1 0,0 0 1,0-1-1,0 1 1,0-1-1,0 1 1,1-1-1,-1 0 1,2 1-1,2 0-116,-1 0 0,1-1-1,0 1 1,-1-1 0,1 0 0,8 0-1,5-5-681,1 0 0,-1-1 0,18-8 0,-8 2-59,5 0 142,-1-2 0,47-27 1,-66 32 695,-2 0 1,1-1 0,-2-1 0,1 1 0,-1-2 0,9-13 0,-6 8 81,-10 14 9,-1 0 0,1 0 0,-1-1 1,0 1-1,0-1 0,-1 1 1,1-1-1,-1 1 0,0-1 0,0 0 1,1-5-1,-2 7 29,-1-1 0,0 1 1,0 0-1,0 0 0,0 0 0,0 0 1,0 0-1,-1 0 0,1 0 0,-1 0 1,0 0-1,-1-1 0,-4-4 235,7 6-310,0 1 1,-1-1-1,1 1 1,-1-1-1,1 1 0,-1-1 1,1 1-1,-1 0 0,1-1 1,-1 1-1,0 0 0,1-1 1,-1 1-1,1 0 1,-1 0-1,0 0 0,1 0 1,-1-1-1,0 1 0,1 0 1,-1 0-1,0 0 0,1 0 1,-1 1-1,0-1 1,1 0-1,-1 0 0,1 0 1,-1 0-1,0 1 0,1-1 1,-1 0-1,1 0 0,-1 1 1,0 0-1,-10 3 141,8-4-141,1 1 0,0-1 0,0 1 0,0 0 0,0 0 0,0 0 0,0 0 1,0 1-1,0-1 0,0 0 0,0 1 0,1-1 0,-1 1 0,-2 2 0,2-1 12,-1 0-1,1-1 1,-1 1 0,0-1 0,0 0 0,-6 4-1,-11 8 128,12-8-92,5-4-31,0 0 0,0 0-1,0 0 1,1 1 0,-1-1-1,1 1 1,-3 3 0,-10 13 133,13-16-130,-1-1 0,1 1 0,-1 0 0,1 0 0,0 0 0,0 1 0,-1 3 0,-16 21 126,17-22-145,0 0-1,0 0 1,0 0-1,1 1 1,-1-1-1,1 0 1,1 11 0,-1-16-14,1 0 0,0-1 0,0 1 0,0 0 0,0-1 0,0 1 0,0 0 0,0-1 0,0 1 1,0 0-1,0-1 0,0 1 0,1 0 0,-1-1 0,0 1 0,0 0 0,1-1 0,-1 1 0,0 0 1,1-1-1,-1 1 0,1-1 0,-1 1 0,1-1 0,-1 1 0,1-1 0,-1 1 0,1-1 0,-1 1 0,1-1 1,0 0-1,-1 1 0,1-1 0,-1 0 0,1 0 0,0 0 0,-1 1 0,1-1 0,0 0 0,0 0 0,-1 0 1,1 0-1,0 0 0,-1 0 0,2 0 0,13 2-7,-12-1 4,0-1-1,0 1 1,0-1-1,0 0 1,0 0 0,0 0-1,0 0 1,0 0 0,0-1-1,3 0 1,33-12-82,-16 4 22,-14 6 15,-1-1 0,1 0 0,12-9 0,-15 9 22,6-5 13,0 0 1,-1 0-1,0-1 1,-1-1-1,13-16 1,-21 25 18,0 0 5,0 0 0,0-1 0,0 1 0,0-1 0,-1 0 0,1 1 0,-1-1 0,1 0 0,-1 0 0,0 0 0,1-6 0,-2 8 685,0 1-690,0 0 0,0 1 0,1-1 0,-1 0 0,0 0 0,0 0-1,0 0 1,0 0 0,0 1 0,0-1 0,0 0 0,0 0 0,0 0 0,0 0 0,0 0 0,0 1 0,0-1 0,0 0 0,0 0 0,0 0-1,0 0 1,0 1 0,-1-1 0,1 0 0,0 0 0,0 0 0,0 0 0,0 0 0,0 0 0,0 1 0,0-1 0,0 0 0,0 0-1,-1 0 1,1 0 0,0 0 0,0 0 0,0 0 0,0 0 0,0 0 0,-1 1 0,1-1 0,0 0 0,0 0 0,0 0 0,0 0 0,-1 0-1,-5 3 122,-4 17 277,8-16-305,0 1 0,0-1 0,0 0 1,-4 5-1,-7 9 129,1 1 1,1 1 0,1-1-1,-15 42 1,-15 30 71,20-49-229,-23 73 1,9-19 97,24-63-132,9-26-27,0-1 0,-1 0 0,1 0 0,-6 11 0,1-7 3,1 0 4,0 0 0,-12 15 0,7-10 13,9-12-21,-1 0 0,1-1 1,-1 1-1,0-1 0,0 0 0,0 1 1,-2 1-1,3-3-2,0 0 1,-1-1-1,1 1 0,0-1 1,0 1-1,0-1 0,-1 1 0,1-1 1,0 0-1,-1 0 0,1 1 1,0-1-1,-1 0 0,1 0 1,0 0-1,0-1 0,-1 1 0,1 0 1,0 0-1,-1-1 0,0 0 1,-8-2-6,1-2 0,0 1 1,0-1-1,0 0 0,1-1 1,0 0-1,0 0 0,0-1 1,1 0-1,0 0 0,0 0 1,1-1-1,-10-17 0,-6-3-238,18 24 124,1 0 0,0 0 1,0 0-1,0-1 1,0 1-1,0-1 1,1 0-1,0 0 0,0 0 1,-1-6-1,1 3-257,-1-3-500,0 0 0,1-1-1,0 1 1,1 0 0,1-1 0,0 1 0,2-19 0,9-37-5884,-2 32 3029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9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2 110 2064,'0'-16'2101,"-1"11"-1387,1 0 1,0 0 0,0 0-1,0 0 1,0 0 0,3-11 0,1 10-223,-4 4-305,1 0 0,0 1 0,0-1 0,-1 1 1,1-1-1,-1 0 0,1 0 0,-1 1 0,0-1 0,0-2 0,0 3-158,1 1 0,-1-1 0,0 1 0,0-1 0,0 0 0,0 1 0,0-1 0,1 1 0,-1-1 0,0 1-1,0-1 1,1 1 0,-1-1 0,0 1 0,1-1 0,-1 1 0,1 0 0,-1-1 0,1 1 0,-1-1 0,1 1 0,-1 0-1,1-1 1,0 1 0,0-1 7,0-4 173,-1 5-208,0 0 0,0 0 0,0 0 0,0 0 0,0 0-1,0 0 1,0 0 0,0 0 0,0-1 0,0 1 0,0 0 0,0 0 0,0 0-1,0 0 1,0 0 0,0 0 0,0 0 0,0 0 0,0 0 0,0 0 0,0-1 0,0 1-1,0 0 1,0 0 0,0 0 0,0 0 0,1 0 0,-1 0 0,0 0 0,0 0 0,0 0-1,0 0 1,0 0 0,0 0 0,0 0 0,0 0 0,0 0 0,0-1 0,0 1-1,0 0 1,0 0 0,1 0 0,-1 0 0,0 0 0,0 0 0,0 0 0,0 0 0,0 0-1,0 0 1,0 0 0,4 1-261,-1 0-1,0-1 1,1 1-1,-1 0 1,0 1 0,0-1-1,0 1 1,5 2-1,-4-1-797,1-1 0,0 0 0,0 1 0,8 1 0,7-3-1671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49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0 104,'0'0'8245,"0"1"-8183,0-1 0,0 0 1,0 0-1,0 0 0,0 1 1,0-1-1,0 0 0,0 0 1,0 0-1,0 0 0,0 1 1,0-1-1,0 0 0,0 0 1,0 0-1,0 1 0,0-1 1,0 0-1,0 0 0,0 0 0,0 0 1,0 1-1,0-1 0,-1 0 1,1 0-1,0 0 0,0 0 1,0 0-1,0 1 0,0-1 1,0 0-1,-1 0 0,1 0 1,-5 6 619,0 0 0,1 0 1,0 0-1,0 0 1,0 1-1,-4 9 1,0 1 111,-4 8 260,-11 18 264,14-31-989,5-6-174,0-1-1,0 1 1,1 0 0,-4 8-1,-13 29 453,-27 44-1,17-33-325,11-22-137,11-19-68,-11 26 0,16-33-62,0 0 0,0 0 0,-1 0 0,-7 8 0,-9 16 23,6-9-13,-3 6-1,6 0-18,3-18-12,8-9 6,-1 0 0,1 0 0,0 1 0,-1-1-1,1 0 1,0 1 0,-1-1 0,1 0 0,0 1 0,-1-1-1,1 0 1,0 1 0,0-1 0,0 1 0,0-1 0,-1 1-1,1-1 1,0 1 0,0-1 0,0 0 0,0 1 0,0-1-1,0 1 1,0-1 0,0 1 0,0-1 0,0 1 0,0 0-15,1-1-75,0 0 83,0-1 0,0 1 0,0-1 0,0 1 0,0-1 0,-1 1-1,1-1 1,0 0 0,0 1 0,-1-1 0,1 0 0,0 0 0,-1 0-1,1 1 1,0-2 0,9-15-133,-7 11 85,0 0 1,1 1-1,0 0 0,0 0 0,0 0 0,5-5 1,-5 6-8,1-1 0,-1-1 0,5-8 1,0-1-43,0 7 61,-9 8 44,1 0 0,-1 0 0,0 0 0,0 0 0,1-1 0,-1 1 1,0 0-1,0 0 0,0 0 0,1-1 0,-1 1 0,0 0 0,0 0 0,0-1 0,0 1 0,1 0 0,-1 0 0,0-1 0,0 1 0,0 0 0,0 0 0,0-1 0,0 1 0,0 0 0,0 0 0,0-1 0,0 1 0,0 0 0,0-1 1,0 1-1,0 0 1,0-1-1,0 1 1,0 0-1,0 0 1,0-1-1,1 1 1,-1 0-1,0 0 1,0 0-1,0 0 1,0-1-1,0 1 1,0 0-1,1 0 1,-1 0-1,0 0 1,0-1-1,0 1 1,1 0-1,-1 0 1,0 0-1,0 0 1,0 0 0,1 0-1,-1 0 1,0 0-1,0 0 1,0-1-1,1 1 1,-1 0-1,0 0 1,1 0-1,-1 0 0,0 0 1,0 0-1,0 0 0,1 0 1,-1 0-1,0 0 0,0 0 1,1 0-1,-1 0 0,0 0 1,0 0-1,0 0 0,1 0 0,-1 0 1,0-1-1,0 1 0,0 0 1,0 0-1,1 0 0,-1 0 1,0 0-1,0-1 0,0 1 0,0 0 1,0 0-1,1 0 0,-1-1 1,0 1-1,0 0 0,0 0 1,0 0-1,0-1 0,0 1 1,0-1-2,0 1 1,0-1 0,0 1 0,0-1 0,0 0-1,0 1 1,0-1 0,0 1 0,1-1-1,-1 1 1,0-1 0,0 1 0,1-1 0,-1 1-1,0-1 1,0 1 0,1-1 0,-1 1 0,1-1-1,-1 1 1,0 0 0,1-1 0,-1 1 0,1-1-1,-1 1 1,1 0 0,-1 0 0,1-1 0,-1 1-1,1 0 1,-1 0 0,1 0 0,-1-1 0,2 1-1,6-3-3,-5-2-7,-2 3 11,0 1 2,1 1 0,-1-1 0,1 1 0,-1 0 0,0-1 0,1 1 0,-1 0 0,1 0 0,-1 0 0,1 0-1,1 1 1,20 0-62,-1 5 81,11 1 28,-30-6-41,1-1 0,-1 1 0,1 0 1,-1 0-1,0 0 0,0 1 1,1-1-1,4 4 0,-1-4-6,-6-1-2,-1 0 1,1 0-1,-1 0 1,1 0-1,-1 0 1,1 0-1,-1 0 1,1 0-1,-1 1 1,1-1-1,-1 0 1,0 0 0,1 0-1,-1 1 1,1-1-1,-1 0 1,1 1-1,-1-1 1,0 0-1,1 1 1,-1-1-1,0 0 1,1 1-1,-1-1 1,0 1-1,0-1 1,1 0 0,-1 1-1,0-1 1,0 1-1,0-1 1,1 1-1,-1-1 1,0 1-1,0-1 1,0 1-1,0-1 1,0 1-1,0-1 1,0 1 0,0-1-1,0 1 1,-1 0-1,1 0 3,0 0 0,0 0 0,0 0 0,0 0 0,0-1 0,0 1 1,1 0-1,-1 0 0,0 0 0,0 0 0,1-1 0,0 2 0,0 0 6,0 0 0,0-1-1,0 1 1,0 0 0,0-1 0,-1 1 0,1 0 0,0 0 0,-1 0 0,1 0-1,-1 0 1,0-1 0,0 1 0,0 0 0,0 0 0,0 4 0,0 1 4,0-7-13,0 1 1,0-1-1,0 1 0,0-1 1,0 1-1,0-1 0,0 1 1,0-1-1,0 1 0,0-1 1,0 1-1,1-1 0,-1 1 1,0-1-1,0 1 0,1-1 1,-1 0-1,0 1 0,0-1 1,1 1-1,-1-1 1,1 0-1,-1 1 0,0-1 1,1 0-1,-1 1 0,1-1 1,-1 0-1,1 0 0,0 1 1,0-1-1,3 13-1171,14-31-3998,-18 17 4979,1 1-1,-1-1 1,0 1-1,1-1 1,-1 1-1,0-1 1,0 1-1,1-1 1,-1 1-1,0-1 1,0 1-1,0-1 1,0 0-1,0 1 0,0-1 1,1 1-1,-2-1 1,1 0-1,1-2-590,10-19-4893,-2 8 2600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76 612,'0'-69'15015,"0"69"-14912,0 0 0,1 0 0,-1-1 0,0 1 0,0 0 0,0 0 0,0 0 0,0-1 0,0 1-1,0 0 1,0 0 0,0-1 0,0 1 0,0 0 0,0 0 0,0-1 0,0 1 0,-1 0 0,1 0 0,0 0-1,0-1 1,0 1 0,0 0 0,0 0 0,0 0 0,-1-1 0,1 1 0,0 0 0,0 0 0,0 0-1,-1-1 1,1 2-83,-1-1-1,1 0 0,0 0 1,-1 0-1,1 0 0,-1 0 0,1 1 1,-1-1-1,1 0 0,-1 0 1,1 1-1,0-1 0,-1 0 1,1 0-1,0 1 0,-1-1 0,1 1 1,0-1-1,-1 0 0,1 1 1,0-1-1,0 1 0,0-1 1,-1 0-1,1 1 0,0-1 0,0 1 1,0-1-1,0 1 0,0-1 1,0 2-1,-1-1 7,1 0 0,0 0-1,-1 0 1,1 0 0,0 0 0,-1 0-1,1 0 1,-1 0 0,0 0 0,1 0 0,-1 0-1,0-1 1,0 1 0,1 0 0,-3 1-1,2-1 4,0 0-1,0 0 1,-1 0-1,1 0 1,0 0-1,0 1 0,0-1 1,1 0-1,-1 1 1,0-1-1,0 1 1,0 2-1,-8 11 199,-13 17 170,1 1 0,2 0 1,-30 72-1,-4 8 67,43-96-429,0 0 0,-14 18 0,22-32-35,0-1 0,0 1 0,1 0 0,-1 0 0,-1 6-1,2-5 1,0-1-1,-1 0 1,1 0-1,-1 0 1,-3 6-1,4-8-5,0 0 0,0 0 0,0 0 0,0 1 0,1-1 0,-1 0 0,0 1 0,1-1 0,-1 0 0,1 1 0,-1-1 0,1 1-1,0-1 1,0 0 0,0 1 0,-1-1 0,2 3 0,-1-3-126,4-1-2930,-3-1 2780,0 1 0,0-1 0,1 0 0,-1 1 0,0-1 0,0 0 0,0 0 0,0 1 0,0-1 0,-1 0 0,1 0 0,0 0 0,0 0 0,0 0 0,-1-1 0,1 1 0,-1 0 0,1 0 0,-1 0 0,1 0 0,0-3 0,9-14-3410,-1 3 375,-7-4-148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0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96 812,'-2'0'305,"1"0"-1,-1 0 1,1 0 0,-1 0-1,1 0 1,0 0 0,-1 1-1,1-1 1,-1 0 0,1 1-1,0-1 1,-1 1 0,1 0-1,0-1 1,-2 2 0,1-1 146,-4 4 3883,6-5-4280,1 0 0,-1 1 1,1-1-1,-1 0 1,1 0-1,-1 1 1,1-1-1,-1 0 1,1 0-1,-1 0 1,1 0-1,-1 0 1,1 0-1,-1 1 0,1-1 1,-1 0-1,1-1 1,-1 1-1,1 0 1,0 0-1,0 0 1,11-6 308,40-2-186,26-9-172,-26 7-206,-11 0-349,51-15-2182,-17-2-1484,-51 20 2028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549 76 1748,'0'0'186,"0"-1"-1,0 0 1,0 1-1,0-1 1,1 1-1,-1-1 1,0 1-1,0-1 1,0 1-1,1-1 1,-1 0-1,0 1 1,1 0-1,-1-1 1,0 1-1,1-1 1,-1 1-1,1-1 1,-1 1-1,1 0 1,-1-1-1,1 1 1,-1 0-1,1-1 1,0 1-263,0-2 605,-1 0 0,1-1 0,-1 1 0,1 0 0,-1 0 0,0 0 0,0 0-1,0 0 1,0 0 0,0 0 0,-1-3 0,1 5-350,0 0-137,0 0 0,0-1 1,0 1-1,0 0 0,0 0 0,0 0 1,0-1-1,-1 1 0,1 0 0,0 0 0,0 0 1,0-1-1,0 1 0,0 0 0,0 0 1,-1 0-1,1 0 0,0-1 0,0 1 1,0 0-1,-1 0 0,1 0 0,0 0 1,0 0-1,0 0 0,-1 0 0,1 0 0,0 0 1,0 0-1,0 0 0,-1-1 0,1 1 1,0 0-1,-1 1-6,1-1 0,0 0 1,0-1-1,-1 1 0,1 0 0,0 0 0,0 0 1,0 0-1,-1 0 0,1 0 0,0 0 0,0 0 1,0 0-1,-1 0 0,1 0 0,0-1 0,0 1 1,0 0-1,-1 0 0,1 0 0,0 0 0,0-1 1,0 1-1,0 0 0,0 0 0,0 0 0,-1 0 1,1-1-1,0 1 0,0 0 0,0 0 0,0-1 1,0 1-1,0-1 119,-1-1-1,0 1 1,1 0 0,-1 0 0,0 0 0,0 0-1,0 0 1,0 0 0,1 0 0,-1 0 0,-1 0-1,1 0 1,0 0 0,0 1 0,0-1 0,0 0-1,-1 1 1,1-1 0,0 1 0,0-1 0,-1 1-1,1 0 1,-3-1 0,-2-1 72,-1 1 1,0-1-1,-12 1 0,9 1-100,-1 1-1,-19 5 1,4-1 35,6 0 4,0 1 1,0 1-1,1 0 1,0 2-1,-18 10 1,17-9-30,-27 19 123,19-10-113,21-15-103,2 1 1,-1 0 0,-8 8-1,-9 9 65,14-15-83,0 0-1,0 1 1,1 0 0,1 0 0,-1 1 0,-8 13 0,4-5-10,2 0 0,0 1 0,-11 31 0,20-47-15,1 0 1,0 0 0,0 0-1,0 0 1,0 0 0,0 0-1,1 0 1,-1 1 0,1-1 0,-1 0-1,1 0 1,0-1 0,0 1-1,2 4 1,1 2 3,-3-5-3,1-1 0,0 1 0,0-1 0,0 1 0,0-1 0,0 0 0,0 0 0,1 0 1,-1 0-1,6 3 0,28 14 18,-27-16-31,0 0 0,1 0 0,-1-1 0,1 0 0,-1-1 0,1 0 0,18-1 0,8 1-106,-15 1-2,-8 0-30,0-1-1,18-1 1,59-6-907,-35 4-1805,0-3 0,106-22 0,-73 5-3125,-53 9 2616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2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595 386 176,'-1'0'85,"1"0"-1,0-1 1,-1 1 0,1 0 0,0 0-1,-1 0 1,1 0 0,0 0 0,-1 0-1,1 0 1,0 0 0,-1 0 0,1 0-1,0 0 1,-1 0 0,1 0 0,0 1-1,-1-1 1,1 0 0,0 0 0,-1 0-1,1 0 1,0 0 0,-1 1 0,1-1-1,0 0 1,0 0 0,-1 1 0,1-1-1,0 0 1,0 0 0,0 1-1,-1-1 1,1 0 0,0 1 0,0-1-1,0 0 1,0 1 0,0-1 0,-10 2 4770,20-2 1359,-10-1-6175,0 1 0,0 0 0,0 0 1,0 0-1,0-1 0,0 1 0,0 0 1,0 0-1,0-1 0,0 1 0,0 0 0,0 0 1,0-1-1,0 1 0,0 0 0,0 0 1,0 0-1,0-1 0,0 1 0,0 0 1,-1 0-1,1-1 0,0 1 0,0 0 1,0 0-1,0 0 0,0 0 0,-1-1 0,1 1 1,0 0-1,0 0 0,-8 0 330,7 0 848,1-8-873,0 7-344,0 1 1,0-1 0,0 1 0,0-1 0,0 1 0,0-1 0,0 1-1,0-1 1,0 1 0,0-1 0,1 1 0,-1-1 0,0 1-1,0-1 1,1 1 0,-1 0 0,0-1 0,1 1 0,-1-1-1,1 1 1,-1 0 0,0-1 0,1 1 0,-1 0 0,1 0 0,-1-1-1,1 1 1,0 0 0,0-1 1,0-9-7,-1 10 5,0-1 0,0 1 0,0-1-1,0 1 1,0-1 0,0 1 0,0-1 0,0 1 0,0-1 0,0 1 0,0 0 0,0-1 0,1 1 0,-1-1-1,0 1 1,0 0 0,0-1 0,1 1 0,-1-1 0,4-1 2,-4 2-2,1 0 0,-1 0-1,0 0 1,0 0 0,1 0-1,-1 0 1,0 0 0,0 0 0,0 0-1,1 0 1,-1 0 0,0 0-1,0-1 1,0 1 0,1 0-1,-1 0 1,0 0 0,0 0-1,0 0 1,0-1 0,1 1-1,-1 0 1,0 0 0,0 0-1,0-1 1,0 1 0,0 0-1,0 0 1,0 0 0,0-1-1,0 1 1,0 0 0,0 0-1,1-1 1,-1 1 0,1-2-5,0 1 0,1 0 1,0-1-1,-1 1 0,1 0 1,0 0-1,-1 0 1,1 0-1,0 0 0,3-1 1,-5 2 3,25-7-11,-23 7 10,0-1 1,0 1-1,1-1 1,-1 0 0,0 0-1,0 0 1,2-2-1,1 0 1,0 1-1,1-1 0,-1 1 1,7-3-1,17-1-21,-28 5 22,0 1-1,0 0 1,0 0-1,0 0 1,-1 0-1,1 0 1,0 1 0,0-1-1,0 0 1,0 0-1,0 0 1,-1 1-1,2 0 1,0 3 1,-2-3 0,0-1-1,0 0 1,0 0 0,1 0-1,-1 1 1,0-1 0,0 0-1,0 0 1,0 0-1,0 1 1,0-1 0,0 0-1,1 0 1,-1 0 0,0 1-1,0-1 1,0 0 0,0 0-1,1 0 1,-1 0 0,0 0-1,0 0 1,0 1 0,1-1-1,-1 0 1,0 0 0,0 0-1,0 0 1,1 0 0,-1 0-1,0 0 1,0 0-1,1 0 1,-1 0 0,0 0 0,0 0 0,1 0 0,-1 0 0,0 0 0,0 0 0,1 0 0,-1 0 0,0 0 0,0 0-1,0 0 1,1 1 0,-1-1 0,0 0 0,0 0 0,0 0 0,1 0 0,-1 0 0,0 0 0,0 1 0,0-1 0,0 0 0,0 0 0,1 0 0,-1 1-1,0-1 1,0 0 0,0 0 0,0 0 0,0 1 0,0-1 0,0 0 0,0 1 0,0-1 0,0 0 0,0 0 1,0 0-1,0 1 0,0-1 0,0 0 1,0 0-1,0 0 0,0 1 0,1-1 1,-1 0-1,0 0 0,0 0 0,0 1 1,0-1-1,0 0 0,0 0 0,0 0 1,0 0-1,1 1 0,-1-1 0,0 0 0,0 0 1,0 0-1,0 0 0,1 0 0,-1 0 1,0 1-1,0-1 0,0 0 0,0 0 1,1 0-1,-1 0 0,0 0 0,0 0 1,1 0-1,-1 0 0,0 0 0,0 0 3,1 0 0,-1 0 0,0 0-1,1 0 1,-1 0 0,0 0 0,0 0 0,1 1-1,-1-1 1,0 0 0,0 0 0,1 0 0,-1 0-1,0 1 1,0-1 0,1 0 0,-1 0-1,0 0 1,0 1 0,0-1 0,0 0 0,1 0-1,-1 1 1,0-1 0,0 0 0,0 0 0,0 1-1,0-1 1,0 0 0,0 0 0,0 1-1,0-1 1,0 0 0,1 1 0,-2-1 0,1 0-1,0 0 1,0 1 0,0 0-3,1 0 1,-1-1 0,0 1-1,0-1 1,0 1-1,1 0 1,-1-1-1,0 1 1,1-1-1,-1 1 1,1-1-1,-1 1 1,0-1-1,1 1 1,-1-1-1,1 1 1,-1-1-1,1 0 1,0 1-1,0 0 1,-1-1-2,1 0-1,-1 0 0,0 0 0,0 0 0,0 1-1,1-1 1,-1 0 0,0 0 0,0 0 0,0 1 0,0-1 0,0 0 0,1 0 0,-1 1-1,0-1 1,0 0 0,0 0 0,0 1 0,0-1 0,0 0 0,0 0 0,0 1 0,0-1 0,0 0-1,0 0 1,0 1 0,0-1 0,0 0 0,0 1 0,0-1 0,0 0 0,-1 1 0,1-1 1,0 0 0,0 0 0,0 1 0,0-1 0,0 0 0,0 0 0,0 1 0,0-1 0,0 0 0,-1 1 0,1-1 0,1 0 0,-1 0 0,0 1 1,0-1-1,0 0 0,0 0 0,0 1 0,0-1 0,0 0 0,0 0 0,0 1 0,0-1 0,0 0 0,1 0 0,-1 0 0,0 1 0,0-1 0,0 0 1,1 0-1,-1 1 0,7 4-11,-6-4 12,-1-1 0,0 0 0,0 0 0,0 0 0,0 0 0,0 0 0,0 0 0,0 1 0,0-1 0,1 0 0,-1 0 0,0 0 0,0 0 0,0 0 0,0 1 0,0-1 0,0 0 0,0 0 0,0 0 0,0 0 0,0 0 0,0 1 0,0-1 0,0 0 0,0 0 0,0 0 0,0 0 0,0 1 0,0-1 0,-1 0 0,1 0 0,0 0 0,0 0 0,0 0 0,0 1 0,0-1 0,0 0 0,0 0 0,-1 0 0,-2 1 6,2-1-6,1 0 0,0 0 0,0 1 1,0-1-1,-1 0 0,1 0 1,0 0-1,0 0 0,-1 0 1,1 0-1,0 0 0,0 0 0,0 0 1,-1 1-1,1-1 0,0 0 1,0 0-1,0 0 0,-1 0 0,1 1 1,0-1-1,0 0 0,0 0 1,0 0-1,0 1 0,0-1 0,-1 0 1,1 0-1,0 1 0,0-1 1,0 0-1,0 0 0,0 1 0,0-1 1,0 0-1,0 0 0,0 1 1,0-1-1,0 2 0,-1-1 0,1 0 0,-1 0 0,1 1 0,-1-1 0,0 0 0,0 0 0,0 0 0,0 1 1,0-1-1,0 0 0,0 0 0,0-1 0,-2 3 0,-7 6 0,5-3 1,-2 0 0,1 0 0,-1 0 0,1-1 0,-14 8 0,9-5 28,-20 17 0,15-11-17,-105 82 128,82-66-82,-19 17 177,16-7-38,36-36-186,5-3-10,1-1 0,-1 0 0,1 0 0,0 0-1,-1 1 1,1-1 0,-1 0 0,1 0 0,0 1 0,-1-1 0,1 0-1,-1 1 1,1-1 0,0 1 0,0-1 0,-1 0 0,1 1 0,0-1-1,0 1 1,-1-1 0,1 1 0,0-1 0,0 1 0,0-1 0,0 1-1,0-1 1,0 1 0,0-1 0,0 1 0,0-1 0,0 1 0,0-1-1,0 1 1,0-1 0,0 1 0,0-1 0,1 1 0,-1-1-1,0 1 1,0-1 0,0 0-1,0 0 1,1 0 0,-1 0-1,0 0 1,0 0 0,0 0-1,0 1 1,0-1 0,1 0-1,-1 0 1,0 0 0,0 0-1,0 0 1,0 0 0,1 0-1,-1 0 1,0 0 0,0 0-1,0 0 1,1 0 0,-1 0-1,0 0 1,0 0 0,0 0-1,0 0 1,1 0 0,-1-1-1,0 1 1,0 0 0,0 0-1,0 0 1,0 0 0,1 0-1,-1 0 1,0 0 0,0 0-1,0-1 1,6-4 6,-5 5-6,30-15-212,-10 1 218,33-13 0,-42 21 53,-7 4-56,1-1 1,-1 1 0,1 0 0,0 0-1,0 1 1,-1 0 0,10-1 0,43 2 3,-49 3-6,-9-3-2,1 1 0,0-1 1,0 1-1,-1-1 0,1 0 0,0 1 0,0-1 0,-1 0 1,1 0-1,0 1 0,0-1 0,0 0 0,0 0 0,0 0 1,3-1-25,-1 1 0,1 0 0,0 0 0,-1 1 0,1-1 1,0 1-1,-1 0 0,1-1 0,5 4 0,-9-4 5,1 0 0,-1 0-1,1 0 1,0 0 0,-1-1-1,1 1 1,0 0 0,-1 0 0,1 0-1,-1 0 1,1-1 0,0 1-1,-1 0 1,1 0 0,-1-1-1,1 1 1,-1 0 0,1-1-1,0 0-47,27-6-998,-22 6 723,1 0 0,-1 0 0,0-1 0,-1 0 0,1 0 0,0-1 1,0 1-1,-1-1 0,0-1 0,8-5 0,10-10-702,11-10 169,-26 21 751,101-113-519,-104 115 726,-1 0 0,-1 0 0,1-1 1,-1 1-1,0-1 0,0 0 1,-1 0-1,0 0 0,0 0 1,-1 0-1,1 0 0,-2 0 0,1-9 1,-1 13 23,0 0 0,-1 0 0,1 0 0,-1 1 0,0-1 0,-2-5 0,2 6-34,0-1 0,1 1-1,-1-1 1,0 1 0,1-1 0,-1-4-1,1 5-13,0-1 0,-1 1-1,1-1 1,-1 1 0,0-1-1,1 1 1,-1 0 0,0-1-1,-1 1 1,1 0 0,-3-4-1,-4-10 175,3 3-104,-1 0 0,0 1 0,0 0 0,-2 0 0,1 1 0,-1-1 0,-1 2-1,-13-14 1,12 10 7,8 11-94,1 1 0,-1-1 0,0 1 1,0-1-1,-5-3 0,-6-4 113,-1 0-1,-1 1 0,0 1 1,0 0-1,0 1 1,-1 1-1,0 1 1,-28-7-1,34 11-96,-1 1 0,0 0 1,0 0-1,0 1 0,-18 4 0,14-3 2,10-1-46,1 0 1,0 1-1,0-1 0,0 1 1,-4 2-1,-9 4 27,0-3-1,1 2 0,0 0 1,1 1-1,-29 20 1,2 1 48,-2 3 4,11-5 0,18-14-22,-25 25 1,-13 21 165,-72 108 1,114-147-200,0 2 1,2 0-1,0 0 0,-6 29 0,4-17-98,-7 48-51,16-69 114,1 2 7,0 0-1,1 0 1,0 1-1,1-1 1,1 0-1,1 0 1,4 17-1,-3-21 6,-1 0-1,2 0 1,0 0-1,10 16 1,-5-8 12,-7-14-15,0 1 1,1-1-1,-1 0 1,1 0-1,0 0 0,0-1 1,1 1-1,-1-1 1,1 0-1,0 0 1,0-1-1,0 1 1,1-1-1,-1 0 1,7 2-1,0 2 9,-10-5-11,1 0 0,1-1 0,-1 1 0,0 0 0,7 1 0,-3-1-3,0-1 0,0 0 0,0 0 0,0 0 0,0-1 0,0 0 0,0-1 0,0 1 0,8-3 0,11-3 32,28-10 0,-29 8-1,20-8-15,-1-2-1,43-24 1,12-18 250,-54 31-13,39-31 143,-67 49-353,-2-1 1,1-1-1,-2-1 1,16-18-1,12-10 161,-27 26-9,16-21 1,-24 28-131,1-2 47,-1 0 0,-1 0 0,0 0 0,6-16 1,6-12 146,-14 30-179,0 0-1,4-16 1,-4 12-2,-3 8-58,0-1 0,0 1 0,0 0 0,-1 0 0,0-1 0,0 1 0,-1 0 0,1-1 0,-1 1 0,-2-8 0,-3-7 78,-11-25 0,12 33-66,2 3-13,2 7-20,0 0 1,0-1-1,0 1 1,0 0-1,0 0 1,-3-4-1,3 4-3,-1 0 0,1 0 0,0 0 0,-1 0 0,1 0 0,1-1 0,-2-2 0,1 2-2,0 0 0,0 1 0,0-1 0,0 1 0,-1 0 0,1-1 0,-3-2-1,-26-35-12,11 15-15,-42-44-1,53 61 9,8 7 10,-1 0 1,1 1 0,-1-1 0,1 0 0,-1 1-1,1-1 1,-1 1 0,0-1 0,1 1 0,-1-1-1,0 1 1,1-1 0,-1 1 0,0-1 0,0 1-1,1 0 1,-1 0 0,0-1 0,0 1 0,0 0-1,1 0 1,-1 0 0,0 0 0,0 0 0,0 0-1,0 0 1,1 0 0,-1 0 0,0 1 0,0-1-1,0 0 1,-1 1 0,1-1-51,-1 1 0,0-1 0,0 0 0,1 1 0,-1-1-1,0 0 1,0 0 0,1 0 0,-1-1 0,0 1 0,0 0 0,1-1 0,-1 1 0,0-1 0,-1 0-1,-12-3-1189,-16-3-4817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42 628,'1'-2'573,"1"0"0,-1 0-1,0 0 1,0 0 0,0 0 0,0-1-1,0 1 1,-1 0 0,1-1 0,-1 1-1,1 0 1,-1-1 0,0 1 0,0 0-1,0-6 2431,-3 8-2716,1 0 0,0 1 0,-1-1 0,1 1 0,-1 0 1,1-1-1,0 1 0,0 0 0,0 0 0,-1 1 0,1-1 0,0 0 1,0 1-1,-3 2 0,-3 4-25,1 1 1,-8 8-1,-6 8 308,9-13-284,1 0-1,0 0 0,-12 20 0,-20 21 546,0-1-383,-2 5-127,-11 17-28,3-8-145,39-48-117,11-15-27,1 0 1,-1 0-1,1 1 0,0-1 0,-3 5 1,3-2-18,-1-1 0,0 0 0,0 0 0,0 0 0,-1-1 0,-3 5 0,-1 0-5,5 0-75,3-9 86,0 1 1,0-1 0,0 0 0,-1 0 0,1 0-1,0 1 1,0-1 0,0 0 0,0 0 0,0 1 0,0-1-1,0 0 1,0 0 0,0 0 0,-1 1 0,1-1-1,0 0 1,0 0 0,0 0 0,0 0 0,-1 0 0,1 1-1,0-1 1,0 0 0,0 0 0,-1 0 0,1 0-1,0 0 1,0 0 0,0 0 0,-1 0 0,1 0 0,0 0-1,0 1 1,-1-1 0,1 0 0,0 0 0,0-1-1,-1 1 1,1 0 0,0 0 0,0 0 0,-1 0 0,-1 0-308,6-6-2431,3-2 1318,-5 7 1106,0 0-1,0-1 1,0 1-1,0-1 1,-1 0-1,1 0 1,0 0-1,-1 1 1,0-1-1,2-4 0,12-14-2430,27-27-2529,-20 20 2374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4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1 201 1656,'3'-15'9968,"-1"13"-9384,4-2 2797,-6 4-3370,0 0 0,0 1 0,0-1 0,0 0 0,-1 0 0,1 1 0,0-1 0,0 0 0,0 0 0,0 1-1,0-1 1,0 0 0,1 0 0,-1 1 0,0-1 0,0 0 0,0 0 0,0 0 0,0 1 0,0-1 0,0 0-1,0 0 1,1 1 0,-1-1 0,0 0 0,0 0 0,0 0 0,0 0 0,1 1 0,2 2 46,-3-3-45,1 0 0,-1 1 0,1-1 0,-1 1 0,0-1 0,1 0 0,-1 1 0,1-1 0,-1 1 0,0-1 0,0 1 0,1-1 0,-1 1 0,0-1 0,0 1 0,0-1 0,1 1 0,-1-1 0,0 1 0,0-1 0,0 2 0,0-1 33,0 1-1,1-1 1,-1 1-1,0-1 1,1 1 0,-1-1-1,1 1 1,0-1-1,-1 0 1,1 1-1,0-1 1,0 0 0,0 1-1,1 0 1,0-1 0,-1 1 0,0-1-1,0 0 1,0 1 0,0-1 0,0 1 0,-1-1 0,1 1 0,0 0 0,-1-1 0,1 1 0,-1 0-1,0-1 1,1 4 0,-1 0 66,1 1 1,0-1-1,1 1 0,-1-1 0,1 1 0,3 6 0,3 11 82,-7-18-167,2 6 24,0-1 0,-1 0 0,0 1 0,0 19-1,-2-22-42,0 0 0,1 0 0,0 0 0,0 0 0,1 0 0,0 0 0,0 0 0,1-1 0,0 1 0,4 7-1,-5-12-4,0 0-1,-1 1 1,1-1-1,1 8 0,-2-8-2,0-1 0,0 1 0,0 0 0,0 0 1,0-1-1,1 1 0,2 3 0,5 10-51,-8-14 14,0 0 0,0 1 0,0-1 0,0 0 0,1 0 0,-1-1 0,4 4 0,26 22-1278,-31-27 1250,1 1 1,-1 0-1,1-1 1,-1 1 0,1-1-1,-1 1 1,1-1-1,0 1 1,-1-1 0,1 1-1,0-1 1,-1 1-1,1-1 1,0 0 0,0 0-1,-1 1 1,1-1-1,0 0 1,0 0 0,-1 0-1,1 0 1,0 0-1,0 0 1,0 0 0,-1 0-1,1 0 1,0 0 0,0 0-1,-1 0 1,1-1-1,0 1 1,0 0 0,-1-1-1,2 1 1,1-2-138,-1 0-1,1 0 1,0-1 0,-1 1 0,0 0 0,4-5 0,4-7 7,0-1 0,0-1 0,-2 1 0,8-20 1,23-71 245,-22 59-94,-8 7 59,-7 28 7,1 1 0,4-14-1,-3 13 53,-1 1-1,0-1 1,1-13-1,-3 15 74,1 1 0,0 0 0,0-1 0,1 1 0,6-15 0,-6 18 33,0 0 0,-1-1 0,2-8 0,-3 11-51,0 0 0,0 0 0,0 0-1,0 0 1,1 0 0,0 0 0,0 1-1,0-1 1,0 0 0,4-4 0,-5 7-93,0 1 0,0-1 0,0 0 0,-1 1 0,1-1 0,0 0 0,-1 0 0,1 0 0,0 1 0,-1-1-1,1 0 1,-1 0 0,1 0 0,-1 0 0,0 0 0,1 0 0,-1 0 0,0 0 0,0 0 0,0-2 0,1 3-1,-1-1 0,0 1 0,0 0 0,0-1 1,1 1-1,-1-1 0,0 1 0,0-1 0,1 1 0,-1 0 0,0-1 0,1 1 0,-1 0 0,0-1 0,1 1 0,-1 0 0,1 0 0,-1-1 1,1 1-1,-1 0-27,0 0 1,1 0 0,-1 0-1,0 0 1,0 0 0,0 0-1,0 0 1,1 0 0,-1 0-1,0 0 1,0 0 0,0 0-1,0-1 1,1 1 0,-1 0-1,0 0 1,0 0 0,0 0-1,0 0 1,0 0 0,0 0-1,1-1 1,-1 1 0,0 0-1,0 0 1,0 0 0,0 0-1,0 0 1,0-1 0,0 1-1,0 0 1,0 0 0,0 0-1,0 0 1,0-1 0,0 1-1,0 0 1,0 0 0,0 0-1,0-1 1,0 1 0,0 0-1,0 0 1,0 0 0,0 0-1,0-1 1,0 1 0,0 0-1,0 0 1,0 0 0,0 0-1,0 0 1,0-1 0,-1 1-1,1 0 1,0 0 0,0 0-1,0 0 1,0 0 0,-1-1 41,1 1 1,0 0-1,-1 0 0,1 0 1,0 0-1,-1-1 1,1 1-1,0 0 1,-1 0-1,1 0 0,0 0 1,-1 0-1,1 0 1,-1 0-1,1 0 1,0 0-1,-1 0 0,1 0 1,0 0-1,-1 0 1,1 0-1,0 1 1,-1-1-1,1 0 0,0 0 1,-1 0-1,1 0 1,0 1-1,-1-1 1,1 0-1,0 0 1,0 1-1,-1-1 0,1 0 1,0 0-1,0 1 1,0-1-1,-1 0 1,1 1-1,0-1 0,0 1 1,-7 18 35,5-9 154,-15 22 42,13-25-236,0 0 0,1 0 1,0 1-1,0-1 1,-4 15-1,2 10 50,-25 30 73,-24 83-145,45-115-50,7-23 23,0 0 0,0 0 0,-5 11 0,3-10 7,1-1-1,0 1 0,-2 9 0,-4 12 7,3-17-110,4-6-125,-1-1 1,1 1-1,0-1 1,1 1-1,-1 0 1,1 0-1,0 9 1,11-23-8750,-9 8 8657,0-1 1,0 0-1,-1 0 0,1 0 0,0 1 1,0-1-1,0 0 0,0 1 0,0-1 1,0 0-1,0 1 0,3-1 0,2-1-837,7-5-2174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4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12 159 780,'-1'-7'6827,"0"7"-6607,0 0-142,1 0-25,-1-1 1,1 1-1,0 0 0,0 0 0,-1 0 0,1 0 1,0 0-1,0 0 0,-1 0 0,1 0 0,0 0 1,0 0-1,-1 1 0,1-1 0,0 0 1,0 0-1,-1 0 0,1 0 0,0 0 0,0 0 1,-1 0-1,1 1 0,0-1 0,0 0 1,0 0-1,0 0 0,-1 0 0,1 1 0,0-1 1,0 0-1,0 0 0,0 1 0,0-1 0,-1 0 1,1 0-1,0 1 0,0-1 0,0 0 1,0 0-1,0 1 0,0-1 0,0 0 0,0 0 1,0 1-1,0-1 0,0 1 269,0-1-297,0 1 0,0 0 0,0 0 1,0 0-1,0 0 0,0 0 0,0 0 0,0 0 0,0 0 0,0 0 1,1 0-1,-1 0 0,1 1 0,14 12-2,-14-13-22,1 1 1,0 0-1,0 0 0,0 0 0,0-1 1,0 1-1,0-1 0,0 0 0,1 0 1,-1 0-1,3 1 0,3 0-1,0-1 0,0-1 0,0 1 0,0-1 0,9-2 0,1 2-3,-9 0 1,-7 0 5,1 0 0,-1 1-1,0-1 1,0 0 0,0 0 0,0-1-1,1 1 1,-1 0 0,0-1 0,0 1-1,0-1 1,0 1 0,0-1 0,0 0-1,0 0 1,0 0 0,0 0-1,0-1 1,-1 1 0,4-3 0,-4 3-1,-1 0 0,0 1-1,1 0 0,-1-1 1,0 1-1,0 0 0,1-1 0,-1 1 1,0 0-1,0-1 0,1 1 1,-1 0-1,0 0 0,1-1 0,-1 1 1,0 0-1,1 0 0,-1 0 1,1-1-1,-1 1 0,0 0 0,1 0 1,-1 0-1,1 0 0,-1 0 1,0 0-1,1 0 0,-1 0 0,1 0 1,-1-1 3,1 1 1,-1-1 0,0 1 0,0-1 0,1 1-1,-1-1 1,0 1 0,0-1 0,0 1-1,0-1 1,0 1 0,0-1 0,0 0 0,0 1-1,0-1 1,0 1 0,0-1 0,0 1-1,-1-1 1,1 1 0,0-1 0,0 1 0,-1-2-1,-7-4 207,7 6-180,0 0 0,1-1 0,-1 1 0,0-1 0,1 1 0,-1 0 1,0-1-1,1 1 0,-1-1 0,1 0 0,-1 1 0,1-1 0,-1 1 0,1-1 1,-1 0-1,1 1 0,0-1 0,-1 0 0,1 0 0,0 1 0,-1-1 0,1-1 0,0 1 21,0 0 0,-1 1 0,1-1 0,0 0 0,-1 1 0,1-1 0,0 1 0,-1-1 0,1 0 0,-1 1 0,1-1-1,-1 1 1,1-1 0,-1 1 0,1-1 0,-1 1 0,1 0 0,-1-1 0,0 1 0,1 0 0,-2-1 0,-18-6 859,18 6-848,-13-4 448,9 3-302,1 0 0,-1 1 0,0-1 0,0 1 0,0 0 0,-8 0 1,11 2-171,0 0 1,0 1 0,1-1 0,-1 1 0,0-1-1,1 1 1,-1 0 0,1 0 0,-1 0 0,1 0-1,0 0 1,0 1 0,-2 2 0,2-2-32,0 0 0,0 0 1,0 0-1,0 0 0,0 0 0,1 1 1,-1-1-1,1 1 0,0-1 0,0 1 1,0-1-1,1 1 0,-1 0 0,1-1 1,0 7-1,0 38 52,0-47-59,0 0 0,0 0-1,0 0 1,1 0 0,-1 0-1,0 0 1,0 0-1,1 0 1,-1 0 0,0 0-1,1 0 1,-1 0 0,1-1-1,0 3 1,3 4 7,-3 9-2,-1-14-7,-1 0 0,1 0 0,0 0 0,0 0 1,0 0-1,1 0 0,-1 0 0,0-1 0,1 1 0,-1 0 0,2 3 0,6 10-12,-6-10 12,0 0 0,1 0 0,-1 0 0,1 0 0,0-1 0,1 1 0,-1-1 0,1 0 0,0 0 0,0 0 0,7 5 0,6 3 4,8 3 1,-21-13 0,0 0 0,0 0 0,0-1 0,0 1 0,0-1-1,0 0 1,0-1 0,0 1 0,0-1 0,1 1 0,-1-1 0,0-1 0,0 1 0,1 0 0,-1-1 0,0 0 0,5-2 0,19-5-5,-9 2-39,33-13 0,58-22-46,-91 31 115,0 0 0,-1-1-1,0-1 1,0-1 0,-1-1 0,-1 0 0,-1-1-1,0 0 1,16-23 0,-18 15 228,-4 3 23,13-28 415,-6 12-186,-11 25-331,-2-15 284,1 20-332,-3 5-102,-1 0 0,1 1-1,-1-1 1,1 0 0,-1 0 0,1 1 0,-1-1-1,0 0 1,1 0 0,-1 0 0,0 0 0,0 0-1,0 0 1,0 0 0,0-1 0,0 1 546,-1 1-564,0 1-1,0-1 1,0 0-1,0 1 1,0-1-1,0 1 1,0-1 0,0 1-1,0-1 1,0 1-1,0 0 1,0-1-1,0 1 1,0 0-1,1 0 1,-1 0-1,0-1 1,0 1 0,1 0-1,-2 2 1,-6 18 27,7-17-31,-1 0 1,1 0-1,-1 0 0,0 0 0,0 0 0,-4 5 0,4-6-2,0 1 0,0 0 1,0-1-1,0 1 0,1 0 0,-3 7 0,-1 4 4,3-9-6,0-2-3,0 0-1,1 0 1,0 0-1,-1 1 1,1-1-1,1 1 1,-2 7-1,2-10 0,0 0 0,0 0 0,0 0 0,-1 0 0,1 0 0,-1 0 0,0 0 0,-1 3 0,1-4 0,0 1 1,0 0-1,1 0 0,-1 0 0,1 0 0,-1 0 0,1 0 0,-1 3 1,1 57-85,1-60 81,0 0-1,-1-1 1,1 1-1,0 0 1,0-1-1,0 1 1,0-1 0,0 1-1,0-1 1,0 1-1,0-1 1,1 0-1,-1 0 1,1 1 0,-1-1-1,1 0 1,-1 0-1,3 1 1,4-1-65,-7-1 60,0 1 1,-1-1-1,1 0 0,-1 0 1,1 0-1,0 0 1,-1 0-1,1 0 1,0 0-1,-1 0 1,1 0-1,-1 0 1,1 0-1,0 0 1,-1 0-1,1-1 1,0 1-1,4-2-31,42-14-138,-43 14 170,0 0 0,0 1 1,0-1-1,0-1 0,-1 1 1,1-1-1,-1 1 1,5-6-1,10-5 3,-17 11 7,0 2-1,-1 0 0,0-1 0,0 1 0,0 0 1,1-1-1,-1 1 0,0 0 0,0-1 0,1 1 0,-1 0 0,0 0 0,1-1 0,-1 1 0,0 0 0,1 0 0,-1 0 0,0-1 0,1 1 0,-1 0 0,1 0 0,-1 0 0,0 0 0,1 0 0,-1 0 0,1 0 0,-1 0 0,0 0 0,1 0 0,0 0 0,-1 0-1,0 0 0,0 0 1,0 0-1,0 0 1,0 0-1,0 0 0,0 0 1,0 0-1,0 0 1,0 0-1,0 0 0,1 0 1,-1 0-1,0 0 0,0-1 1,0 1-1,0 0 1,0 0-1,0 0 0,0 0 1,0 0-1,0 0 1,0 0-1,0 0 0,0 0 1,0 0-1,0 0 1,0 0-1,0 0 0,0-1 1,0 1-1,1 0 1,-1 0-1,0 0 0,0 0 1,0 0-1,0 0 1,0 0-1,0 0 0,0 0 1,0 0-1,0 0 0,0-1 1,-1 1-1,1 0 1,0 0-1,0 0 0,0 0 1,0 0-1,2-5 36,5 0-17,-5 4-8,-2 0-2,0-4-46,0 4-139,0 1 36,0 1 136,0-1 0,0 0 0,0 0 1,0 1-1,0-1 0,0 0 0,0 0 1,0 0-1,0 1 0,0-1 0,0 0 1,0 0-1,0 1 0,0-1 0,0 0 0,0 0 1,0 1-1,0-1 0,0 0 0,0 0 1,0 0-1,1 1 0,-1-1 0,0 0 0,0 0 1,0 0-1,0 0 0,1 1 0,-1-1 1,0 0-1,1 0 15,0 0 1,0 0 0,0 1-1,0-1 1,0 0-1,0 1 1,0-1 0,-1 0-1,1 1 1,0-1-1,0 1 1,0-1 0,-1 1-1,1 0 1,0-1-1,0 1 1,0 1 0,0-1 1,0 0 0,0 0 0,1 0 0,-1 0 0,0 0 0,0 0 0,1 0 0,-1 0 0,3 0 0,16 6-10,-14-4-1,1-1 1,0 1 0,0-1-1,0-1 1,0 0 0,0 0 0,1 0-1,-1-1 1,9 0 0,16-4-1,-15 3-5,24-6 0,-11 0 6,-14 4 1,22-7 1,-2-2 5,-28 10-6,1 0 0,-1-1 0,0-1 1,15-7-1,-6 1 0,-11 7 2,0-1 0,0 0 1,-1 0-1,8-6 1,-10 8 2,-1 0 0,1-1 1,0 0-1,-1 1 0,1-1 0,-1 0 0,0 0 1,0-1-1,0 1 0,-1 0 0,1-1 0,-1 1 1,0-1-1,0 1 0,2-8 0,-4 9-2,1 0-1,0 0 1,-1 0 0,1 0-1,-1 0 1,1 0 0,-1 0-1,0 0 1,-2-3-1,-2-6 36,4 9-34,0-1 1,-1 1-1,1 0 0,-1-1 0,1 1 0,-1 0 0,0 0 0,0 0 1,0 1-1,0-1 0,0 0 0,-3-1 0,-12-11 18,11 9-23,0 1 1,0 0 0,0 0 0,0 0 0,-1 1 0,1 0 0,-1 0-1,0 1 1,0 0 0,0 0 0,0 0 0,0 1 0,-1 0-1,1 1 1,-9 0 0,-2 0-121,0 2 1,1 0-1,-1 1 0,-33 10 1,45-11-114,0 0 0,1 1 1,0-1-1,-6 4 1,-15 7-1316,-4-1-1975,-4 2-3240,21-12 3017,2 4 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5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134 222 252,'0'0'2070,"2"0"-1340,-1 0-1109,-1 0 481,0 0 0,0 0 0,1 0 0,-1 0-1,0 0 1,1 0 0,-1 0 0,0 0 0,0 0 0,1 0 0,-1 0 0,0 0 0,0 0 0,1 0-1,-1 0 1,0 0 0,0 0 0,1 0 0,-1 0 0,0 1 0,0-1 0,1 0 0,-1 0 0,0 0-1,0 0 1,0 1 0,1-1 0,-1 0 0,0 0 0,0 0 0,0 1 0,0-1 0,0 0 0,1 0-1,-1 1 1,0-1 0,0 0 0,0 0 0,0 1 0,0-1 0,0 0 0,0 1 0,0 0 350,0 21 162,0-22-608,0 1-1,0 0 1,1-1-1,-1 1 1,0 0-1,1-1 1,-1 1-1,0-1 1,1 1 0,-1-1-1,0 1 1,1-1-1,-1 1 1,1-1-1,-1 1 1,1-1-1,-1 1 1,1-1-1,0 0 1,0 1-1,-1-1-3,0 0-1,0 0 1,1 0 0,-1 0-1,0 0 1,0 0 0,0 0-1,0 1 1,0-1 0,0 0-1,0 0 1,1 0 0,-1 0-1,0 0 1,0 0 0,0 0-1,0 0 1,0 0-1,0 1 1,0-1 0,0 0-1,0 0 1,0 0 0,0 0-1,0 0 1,0 0 0,0 1-1,0-1 1,1 0 0,-1 0-1,0 0 1,0 0 0,0 0-1,-1 0 1,1 1 0,0-1-1,0 0 1,0 0 0,0 0-1,0 0 1,0 0-1,0 0 1,0 1 0,0-1-1,0 0 2,0 0 0,0 0-1,0 0 1,0 0 0,0 0-1,0 1 1,0-1 0,0 0-1,0 0 1,-1 0-1,1 0 1,0 0 0,0 0-1,0 1 1,0-1 0,1 0-1,-1 0 1,0 0 0,0 0-1,0 0 1,0 0-1,0 1 1,0-1 0,0 0-1,0 0 1,0 0 0,0 0-1,0 0 1,0 0 0,0 0-1,0 1 1,0-1-1,1 0 1,-1 0 0,0 0-1,0 0 1,0 0 0,0 0-1,0 0 1,0 0 0,0 0-1,1 0 1,-1 0-1,1 1 4,-1-1 0,1 1-1,0-1 1,0 0 0,0 1-1,0-1 1,-1 0-1,1 0 1,0 0 0,0 1-1,0-1 1,0 0 0,0 0-1,0 0 1,0 0-1,0-1 1,-1 1 0,1 0-1,0 0 1,0 0 0,0-1-1,0 1 1,0-1-1,-1 1 1,1 0 0,0-1-1,0 1 1,-1-1 0,1 0-1,0 1 1,-1-1-1,2-1 1,12-6 48,7 2-21,-16 5-30,0 0 0,0 0 0,-1 0 0,1-1 0,0 0 0,-1 0-1,1 0 1,-1 0 0,0-1 0,6-4 0,45-34 38,-53 38-11,0 1-1,0 0 1,0-1 0,0 0 0,0 1 0,0-1-1,-1 0 1,1 0 0,-1 0 0,0 0 0,0 0-1,1-3 1,-2 5-8,0 0 1,0 0-1,0 0 0,0 1 0,0-1 0,0 0 0,1 0 1,-1 1-1,0-1 0,1 0 0,-1 0 0,0 1 1,1-1-1,-1 0 0,1 1 0,0-2 0,0 2 6,-1-1 1,1 0-1,-1 0 0,1 0 0,-1 1 0,1-1 1,-1 0-1,0 0 0,1 0 0,-1 0 0,0 0 0,0 0 1,1 0-1,-1 0 0,0 0 0,0-1 0,0 1-13,0-1 1,-1 1-1,1 0 0,0 0 0,-1-1 0,1 1 0,0 0 0,-1 0 1,1 0-1,-1 0 0,0-2 0,0 2 4,0 0-1,0 0 1,1-1-1,-1 1 1,1-1-1,-1 1 1,1 0-1,-1-1 1,1 1-1,0-1 1,0-1-1,-1 0 17,1 1-1,-1-1 1,1 1 0,-1-1-1,0 1 1,0 0-1,0-1 1,-1 1 0,1 0-1,0 0 1,-1 0-1,0 0 1,-3-4 0,-7-11 172,10 15-199,1-1 0,-1 1 0,0 0 0,0 0 0,0 0 0,0 0 0,0 1 0,0-1 0,0 0 1,-1 1-1,1 0 0,0-1 0,-1 1 0,1 0 0,-1 0 0,0 0 0,1 1 0,-1-1 0,0 1 0,1-1 1,-1 1-1,0 0 0,1 0 0,-6 1 0,-4 0-14,0 0 0,0 1 1,1 1-1,-13 4 0,13-4 5,0 1-1,0-1 1,1 2 0,0 0-1,0 0 1,0 1 0,0 0-1,-15 13 1,-41 54-783,64-70 670,1-1 0,-1 0-1,1 1 1,-1-1 0,1 1 0,0-1 0,0 1 0,0 0-1,0-1 1,1 1 0,-1 0 0,1 0 0,-1-1 0,1 1-1,0 0 1,0 0 0,0 0 0,2 4 0,-2 8-1005,0-13 946,0-1-1,0 1 0,0-1 1,1 0-1,-1 1 1,0-1-1,1 1 0,-1-1 1,1 0-1,-1 1 0,1-1 1,-1 0-1,1 0 1,0 1-1,0-1 0,0 0 1,0 0-1,1 2 0,9 5-2124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7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561 116 1528,'1'-1'209,"0"-1"0,0 1 0,0 0 0,0-1 0,0 1 0,0-1 0,-1 1 0,1-1 0,0 1-1,-1-1 1,1 0 0,-1 1 0,0-1 0,0 0 0,1-3 0,-1 4-80,0 0 1,0 0-1,0-1 1,1 1-1,-1 0 0,1 0 1,-1-1-1,1 1 0,-1 0 1,2-2-1,-1 2-59,-1 1-1,1-1 0,-1 0 1,1 0-1,-1 1 0,0-1 1,1 0-1,-1 0 0,0 1 1,0-1-1,1 0 0,-1 0 1,0 0-1,0 0 1,0 0-1,0 1 0,0-1 1,0 0-1,0 0 0,-1 0 1,1-1-1,-1-1 196,-1 0 1,1 0-1,-1-1 0,1 1 1,-1 0-1,0 1 0,0-1 1,0 0-1,0 1 0,-1-1 1,1 1-1,-1-1 0,0 1 1,1 0-1,-1 0 0,0 1 1,0-1-1,0 0 0,-1 1 1,1 0-1,0 0 0,0 0 1,-4-1-1,4 2-157,1 0-1,-1 0 1,1 0-1,0 0 1,-1 1-1,1-1 1,-1 1 0,1-1-1,0 1 1,-1 0-1,1 0 1,-4 2-1,-5 2 197,-6 2 130,0 1-1,1 1 1,0 0-1,1 1 1,-24 20-1,18-14-140,5-2-75,0 0 0,1 1 0,1 1 0,-17 23 0,-13 15 49,-30 39 2,63-77-230,1 1 0,0 0 0,-15 37 1,20-41-27,0-1 0,-9 14 1,9-18-6,0 0 0,1 1 0,0-1 0,1 1 0,-5 16 0,3 0-8,2-1 1,-2 43-1,6-63-11,-1-1 0,1 1-1,0 0 1,0 0 0,0-1 0,1 1 0,-1-1-1,1 1 1,0-1 0,0 0 0,0 1 0,0-1 0,0 0-1,1 0 1,0 0 0,4 3 0,-5-5 7,-1 0 0,0 0 0,0 0 0,1 0 0,-1-1 0,0 1 0,1 0 0,-1-1 0,1 1 0,-1-1 0,0 0 0,1 0 0,-1 1 0,4-1 0,2 1-15,0-1-31,0 1 1,0-1 0,-1 0 0,1 0 0,0-1 0,-1 0 0,1 0 0,-1-1 0,1 1 0,-1-2 0,1 1 0,-1-1-1,11-6 1,6-4-147,0-2-1,20-18 1,-35 26 179,9-6-51,-3 3 41,-1 0 0,0-2-1,18-19 1,-26 24 51,1 0 0,0 0 1,8-5-1,-14 11-24,0 1 1,0 0-1,1 0 1,-1 0-1,0 0 0,0 0 1,0 0-1,0 0 1,0 0-1,0 0 1,0 0-1,1 0 0,-1 0 1,0 0-1,0-1 1,0 1-1,0 0 0,0 0 1,0 0-1,0 0 1,0 0-1,0 0 0,0 0 1,0-1-1,0 1 1,0 0-1,0 0 0,0 0 1,0 0-1,0 0 1,0 0-1,0-1 0,0 1 1,0 0-1,0 0 1,0 0-1,0 0 0,0 0 1,0 0-1,0-1 1,0 1-1,0 0 0,0 0 1,0 0 2,0 0-1,0 0 1,0-1 0,0 1 0,0 0 0,0 0-1,-1 0 1,1 0 0,0 0 0,0 0 0,0-1-1,0 1 1,0 0 0,0 0 0,0 0 0,0 0 0,0 0-1,0 0 1,1-1 0,-1 1 0,0 0 0,0 0-1,0 0 1,0 0 0,0 0 0,0 0 0,0 0-1,0-1 1,0 1 0,0 0 0,0 0 0,0 0-1,0 0 1,1 0 0,-1 0 0,0 0 0,0 0 0,0 0-1,0 0 1,0 0 0,0-1 0,1 1 0,-1 0-1,0 0 9,1 0-9,-1 0 0,0-1-1,0 1 1,0 0 0,0 0-1,0 0 1,0 0 0,0-1 0,1 1-1,-1 0 1,0 0 0,0 0-1,0 0 1,0 0 0,0 0-1,1-1 1,-1 1 0,0 0-1,0 0 1,0 0 0,0 0-1,1 0 1,-1 0 0,0 0-1,0 0 1,0 0 0,1 0-1,-1 0 1,0 0 0,0 0-1,0 0 1,1 0 0,-1 0-1,0 0 1,0 0 0,0 0-1,0 0 1,1 0 0,-1 1-1,0-1 1,0 0 0,0 0-1,0 0 1,1 0 0,-1 0-1,0 0 1,0 0 0,0 1-1,0-1 1,0 0 0,0 0-1,1 0 1,-1 0 0,0 1-1,0-1 1,0 0 0,0 0-1,-9 3 51,8 0-85,0 0-1,1 0 0,-1 0 0,1 1 0,0-1 0,0 0 0,0 1 1,1 4-1,-1-3 22,0-5 9,0 1 0,0 0 0,0 0 0,0-1 0,0 1 0,0 0 0,0 0 0,1 0 1,-1-1-1,0 1 0,0 0 0,1-1 0,-1 1 0,0 0 0,1-1 0,-1 1 0,1 0 0,0 0 0,0 0 3,0 0-1,-1-1 0,0 1 1,1-1-1,-1 1 0,1 0 1,-1-1-1,0 1 0,1 0 1,-1 0-1,0-1 0,0 1 1,1 0-1,-1 0 0,0-1 1,0 1-1,0 0 0,0 1 1,0 1 2,0-1 0,0 1 0,0 0 0,1-1 0,-1 1 0,1-1 0,0 1 1,-1-1-1,1 0 0,0 1 0,0-1 0,2 3 0,0 6 22,-3-11-23,0 1 0,0 0 0,1 0 0,-1-1 0,0 1 0,0 0 0,0 0 0,1-1 0,-1 1 0,0 0 0,1-1 0,-1 1 0,1 0 0,-1-1 0,1 1 0,-1-1 0,1 1 0,-1 0 0,1-1 0,0 1 0,-1-1 0,2 1 0,20 20 29,-13-14-24,4 0 2,-11-6-9,0 0 1,1 0 0,-1-1-1,1 1 1,-1-1 0,0 1-1,1-1 1,-1 0 0,1 0-1,-1 0 1,1-1 0,-1 1-1,1-1 1,-1 1 0,0-1-1,1 0 1,-1 1 0,0-1-1,0-1 1,1 1-1,-1 0 1,0 0 0,0-1-1,0 1 1,0-1 0,2-2-1,4-6 6,-1 0 0,-1-1 0,1 0 0,-1 0 0,4-12 0,-9 19 3,0-1-1,-1 1 0,0 0 0,1-1 0,-1 1 0,-1-1 0,1 1 0,-1 0 1,1-1-1,-1 1 0,-1 0 0,1 0 0,0 0 0,-1-1 0,-3-4 0,2 5-11,-1 0 0,1 0-1,-1 0 1,1 1 0,-1 0-1,-1 0 1,1 0 0,-5-3-1,8 5 4,-4-2-9,-1 0-1,1 1 1,-10-5-1,-2 1-16,10 3-15,0 1 0,0 1 0,0 0 0,0 0 0,0 0 0,0 1 0,-8 0 0,-1 1-38,-32 5-1,44-5 100,1 0 1,-1 0 0,1 0 0,-1 1 0,-3 1-1,-1 1 56,5-2-59,0 0-1,-1 0 1,1 0-1,1 0 1,-1 0-1,0 1 1,1-1-1,-1 1 1,1 0-1,0 0 1,0 0-1,0 0 1,0 0-1,0 0 1,-1 4-1,0 0-15,2-6-2,1 1 0,-1-1 0,1 1 0,-1 0 0,1-1-1,0 1 1,0 0 0,0 0 0,0-1 0,0 1 0,0 0 0,0-1 0,0 1-1,1 0 1,-1-1 0,1 1 0,-1 0 0,2 1 0,-1 1-2,1-1-1,0 0 1,0 0 0,0 0-1,0 0 1,0 0 0,4 3-1,-3-3 4,0 0-1,0-1 0,1 1 0,-1-1 0,1 0 1,-1 0-1,1 0 0,0-1 0,0 1 0,0-1 1,0 0-1,0 0 0,0 0 0,0-1 0,0 0 1,5 1-1,20 0 3,-12 0-34,23-2-1,-4-3-338,-1-2 0,0-1 0,0-2 0,55-21 0,-70 21 246,0 0-1,0-1 1,-1-2-1,24-17 0,-40 27 121,78-65-96,-80 67 101,21-21 1,-2-1 0,-1 0 0,20-29 0,-4 1 26,16-30 5,-30 45-1,-15 26 10,0 0 1,-1-1-1,0 1 0,-1-1 1,4-12-1,-3 6 145,-3 11-58,-1 0 1,1-1-1,-1 1 1,0 0-1,0-7 0,-1 12-86,0-1-1,0 0 1,1 0-1,-1 1 1,0-1-1,0 0 1,1 1 0,-1-1-1,0 0 1,1 1-1,-1-1 1,1 1-1,-1-1 1,1 0-1,0 0 1,-1 1-23,1 0 0,-1 0 0,0-1 0,0 1 0,1 0-1,-1 0 1,0 0 0,0-1 0,1 1 0,-1 0 0,0 0 0,0-1 0,0 1 0,0 0 0,1-1 0,-1 1 0,0 0 0,0 0 0,0-1 0,0 1 0,0 0 0,0-1 0,0 1 0,0 0 0,0-1 0,0 1-1,0 0 1,0-1 0,0 1 0,0 0 0,0-1 0,0 1 0,0 0 0,0 0 0,-1-1 0,1 1 0,0-1-4,-1 1 42,0-1 0,0 1 0,1-1 0,-1 0 0,0 1 0,1-1 0,-1 0 0,1 0 0,-1 1 0,1-1 0,-1 0 0,1 0 0,-1-1 0,-12 22 223,1 0-127,-1-1-1,-1 0 1,-27 28 0,-20 26 290,32-29-240,12-18-32,-27 32 1,37-50-138,1 0-1,-1 0 1,1 1 0,0 0-1,-5 12 1,-13 18 63,17-30-69,1 1 1,0 0-1,-5 12 0,7-12 0,-2 0-1,-6 11 0,6-11-6,1 0 0,-6 11 1,-8 19 15,12-28-29,-9 24-1,15-33-8,1 0 0,-1 1 1,0-1-1,1 0 0,0 1 0,0-1 1,0 0-1,0 1 0,0-1 0,1 0 0,-1 0 1,1 1-1,0-1 0,0 0 0,0 0 1,0 0-1,4 5 0,2 1-18,-7-7 25,1 0 1,0-1-1,1 1 0,-1 0 0,0-1 1,0 0-1,1 1 0,-1-1 0,1 0 1,-1 1-1,1-1 0,-1 0 0,1 0 1,0 0-1,0 0 0,-1-1 0,1 1 1,0 0-1,0-1 0,0 0 0,0 1 1,0-1-1,3 0 0,18 2-50,-16-2 0,1 1-1,-1-1 0,12-1 1,3-2-145,-12 2 105,-1-1 0,0 0 0,-1 0 0,13-5-1,2-2-163,0-1 0,28-17 1,-45 23 207,10-5-52,-1-1 1,1-1-1,-2 0 0,27-27 1,16-30-5,-52 61 100,-1 0 0,0 1 0,0-1 0,0-1-1,-1 1 1,4-12 0,-1 3 13,-5 13-6,0 0 1,0 0 0,0 0-1,0-1 1,0 1 0,-1 0-1,1-7 1,-1-31 194,0 39-130,0 2-63,0 0 0,0 0 0,0 0 1,0 0-1,0-1 0,0 1 1,0 0-1,0 0 0,0 0 1,0-1-1,0 1 0,0 0 1,0 0-1,0 0 0,0 0 1,0-1-1,0 1 0,0 0 1,0 0-1,0 0 0,0-1 0,0 1 1,0 0-1,0 0 0,-1 0 1,1 0-1,0 0 0,0-1 1,0 1-1,0 0 0,0 0 1,-1 0-1,1 0 0,-5 3 52,1 1-1,0 0 0,0 0 1,0 1-1,-7 8 1,1 1 36,-67 96 302,76-109-402,0 0-1,0 0 1,0 1-1,0-1 1,0 1 0,0-1-1,0 1 1,1-1 0,-1 1-1,1-1 1,-1 1-1,1 0 1,0-1 0,-1 1-1,1 3 1,0-3-1,0 0 0,-1 0 0,1 0 0,0 0 0,-1 0 0,1 0-1,-1 0 1,-1 3 0,1-4 1,0 1-1,0 0 1,0 0-1,1 0 1,-1 0-1,1 0 0,0 0 1,-1 3-1,1 2-6,0-4-4,0-1 1,0 0 0,0 1-1,0-1 1,0 1-1,0-1 1,1 1 0,-1-1-1,1 0 1,0 1 0,0-1-1,0 0 1,0 0 0,0 0-1,0 0 1,1 0 0,1 3-1,-1-4-34,0 1-1,0 0 1,0 0 0,1-1-1,-1 1 1,0-1-1,1 0 1,-1 0 0,1 0-1,-1 0 1,1 0-1,0 0 1,-1-1 0,1 1-1,0-1 1,0 0-1,-1 0 1,1 0 0,0 0-1,2-1 1,2 1-83,-1-1 0,1 0 1,-1-1-1,0 0 1,1 0-1,-1 0 0,0-1 1,9-5-1,7-5-67,20-13-268,-15 7 162,12-11-74,-9 3 177,-13 12 168,0-1 0,18-22 0,-30 31 50,-2 4 12,0 0-1,0 0 0,-1-1 1,1 1-1,-1 0 0,0-1 1,0 0-1,0 0 1,-1 1-1,1-1 0,1-6 1,-3 9 3,0 0 1,0 0-1,0 1 1,0-1-1,0 0 1,1 0-1,-1 0 1,0 0-1,1 1 1,-1-1-1,1 0 1,-1 1-1,1-1 1,0-1-1,0 2 19,-1-1-1,1 0 0,-1 0 0,1 1 1,-1-1-1,1 0 0,-1 0 1,0 0-1,1 0 0,-1 1 1,0-1-1,0 0 0,0 0 0,1-1 1,-12-1 705,9 1-467,-2 4 12,0 1-291,1 9 160,-5-6-110,-3 3 11,-9 20 141,17-25-194,-5 6 36,0 0 1,1 1-1,1 0 1,-11 23-1,-1-7-39,7 0-29,10-25 5,0 1 0,0 0 1,1 0-1,-1 0 0,1 0 1,0 0-1,0 0 0,0 0 0,0 0 1,1 4-1,0 6-69,-1-13 62,0 1 1,-1-1-1,1 1 1,0 0-1,0-1 0,0 1 1,0-1-1,1 1 0,-1-1 1,0 1-1,0 0 1,0-1-1,0 1 0,0-1 1,1 1-1,-1-1 1,0 1-1,1-1 0,-1 1 1,0-1-1,1 0 1,-1 1-1,0-1 0,1 1 1,-1-1-1,2 1 0,5 5-300,-7-5 262,1 0 0,0 0-1,0 0 1,0-1 0,1 1 0,-1 0 0,0-1 0,0 1-1,0-1 1,0 1 0,1-1 0,-1 0 0,0 1 0,0-1 0,1 0-1,-1 0 1,0 0 0,0 0 0,1 0 0,-1 0 0,0 0-1,2-1 1,32-9-1645,-23 6 1235,-8 2 215,0 0 0,1 0 0,-1-1 0,0 1 0,7-6 0,12-7-653,-6 6 591,1-2 0,-1 0 1,0-1-1,-1 0 0,-1-1 1,26-29-1,-16 19 251,-17 15 74,0 1 0,7-11 0,38-50 2639,-44 56-1228,-9 9-1058,-5 5-101,3-1-193,1 1-1,-1-1 1,1 1 0,0-1-1,-1 1 1,1 0-1,0-1 1,-1 4 0,-9 10 253,10-13-280,-1 0 0,1 0-1,0 0 1,-1 0-1,1 0 1,0 0-1,0 0 1,0 1-1,1-1 1,-1 0 0,1 1-1,-1 2 1,0-2-13,0 0 1,1 0 0,-1 0-1,0 0 1,-1 0 0,-1 3-1,-4 5 60,0 2-25,-2-1 0,1 0 1,-16 16-1,2 1-13,15-21-44,0 0 0,0 0 0,0 0 0,-7 13 0,11-11-27,3-10 13,0 0-1,0 0 0,0 1 0,0-1 0,0 0 0,0 0 1,0 1-1,0-1 0,0 0 0,-1 0 0,1 0 1,0 1-1,0-1 0,0 0 0,0 0 0,0 0 1,-1 1-1,1-1 0,0 0 0,0 0 0,0 0 0,0 0 1,-1 1-1,1-1 0,0 0 0,0 0 0,-1 0 1,1 0-1,0 0 0,0 0 0,0 0 0,-1 0 0,1 0 1,0 0-1,0 0 0,-1 0 0,1 0 0,0 0 1,0 0-1,-1 0 0,1 0 0,0 0 0,-1 0 1,-1 0-13,4-1-1,-1 0 12,-1 1 0,1-1 0,0 1 0,-1-1 1,1 1-1,-1-1 0,1 1 0,-1-1 0,0 1 0,1-1 1,-1 0-1,0 1 0,1-1 0,-1 0 0,0 1 0,0-1 1,1 0-1,-1 1 0,0-1 0,0-1 0,3-9-16,6-7-23,-7 13 33,0-1 1,1 1 0,-1 0-1,1 0 1,1 1-1,-1-1 1,1 1 0,0-1-1,4-3 1,9-7-13,-10-3 10,22-11 0,4-5-42,-29 30 46,0 1 0,0-1 0,1 1 0,-1 0 0,1 0 0,0 1-1,-1 0 1,1 0 0,0 0 0,1 0 0,-1 1 0,0-1 0,9 0 0,-5 2-16,6 1 1,-6 5 16,-1 1 20,-8-7-13,0 0 0,1 0 0,-1 1-1,1-1 1,-1 1 0,0-1 0,1 0 0,-1 1-1,0-1 1,1 1 0,-1-1 0,0 1-1,1-1 1,-1 1 0,0-1 0,0 1 0,0-1-1,0 1 1,0-1 0,1 1 0,-1-1-1,0 1 1,0-1 0,0 1 0,0-1 0,0 1-1,-1 0 1,1 0 0,0 2 6,0 0 0,-1-1 1,1 1-1,-1 0 0,0 0 0,0-1 1,0 1-1,0 0 0,0-1 1,0 1-1,-1-1 0,1 1 0,-1-1 1,0 0-1,0 1 0,-3 2 0,1 0 5,0 0 0,1 0-1,-1 1 1,1-1 0,0 1-1,1 0 1,-4 11 0,0-2-3,3-8-11,2-6 0,0 1 1,1 0-1,-1-1 1,0 1-1,1 0 0,-1 0 1,1-1-1,0 1 1,-1 2-1,1-3 1,0 0 0,0 0 0,0-1 0,0 1 0,0 0 0,-1 0 0,1 0 0,0 0 0,-1 0 0,1 0 0,-1-1 0,1 1 0,0 0 0,-1 0 0,0 0 0,0 0 0,1 0 0,-1-1 0,0 1 1,1 0-1,0 0 0,-1-1 0,1 1 0,-1 0 0,1 0 1,0 0-1,0 0 0,0 0 0,-1 0 0,1-1 1,0 2-1,0 30-68,0-29 38,1 1-106,-2-9 86,2 2 49,0 1-1,0 0 0,0 0 0,0 0 0,0 0 0,0 0 0,0 0 0,1 0 0,-1 0 0,1 0 0,0 1 0,-1-1 0,1 1 0,2-3 0,27-18-33,17-15 5,-19 14 1,-23 18 19,0 0 1,0 0-1,0 1 0,1-1 1,-1 1-1,14-5 1,46-19-63,-44 20 31,-17 6 32,0-1 0,0 2-1,0-1 1,0 1 0,0-1 0,7 1 0,-10 0 13,-1 1-1,1 0 1,0 0-1,0 0 0,-1 0 1,1 1-1,0-1 1,0 0-1,-1 1 1,1-1-1,0 1 1,-1-1-1,1 1 1,-1 0-1,4 1 1,-5 0 17,1-1 0,0 1-1,0 0 1,-1-1 0,1 1 0,-1 0 0,1-1 0,-1 1 0,0 0 0,0-1 0,0 1 0,0 0 0,0 3 0,-1 4 116,0-1 1,-1 1 0,0-1-1,-1 1 1,0-1 0,0 0-1,-6 13 1,-2 3-24,10-22-109,0 0 0,0 0 0,-1 0 0,1 0 0,-1 0 0,1-1-1,-1 1 1,-2 2 0,3-3-5,-1 0-1,1 0 1,0 0-1,0 0 1,0 0-1,0 1 1,0-1-1,0 0 1,0 1-1,0-1 1,0 0-1,1 1 0,-1-1 1,1 1-1,-1-1 1,1 1-1,-1 0 1,1 2-1,0-3 0,0 0 0,0 0-1,0 0 1,0 0 0,-1 0 0,1 0-1,0 0 1,-1 0 0,1-1 0,0 1-1,-1 0 1,1 0 0,-1 0 0,1 0-1,-1 0 1,1-1 0,-3 2-1,2 0-3,0 0-28,0 0 0,1 0 0,-1-1 1,1 1-1,0 0 0,0 0 0,-1 0 1,1-1-1,0 1 0,1 0 1,-1 0-1,1 2 0,-1 0-222,0-3 162,0-1 1,0 1-1,0-1 1,0 1-1,0-1 1,1 1-1,-1-1 1,0 1-1,0-1 1,1 1-1,-1-1 1,0 1-1,1-1 0,-1 0 1,0 1-1,1-1 1,-1 1-1,0-1 1,1 0-1,-1 1 1,1-1-1,-1 0 1,1 0-1,-1 1 1,1-1-1,-1 0 1,1 0-1,-1 0 1,2 1-1,20 1-5433,-20-2 5096,1-1 0,-1 1 0,1-1-1,-1 0 1,0 0 0,0 0 0,1 0 0,-1 0 0,0 0 0,0 0 0,0-1 0,3-1 0,-2 0-24,0 1 0,0 0 1,0 0-1,0 1 0,5-3 0,14-2-1862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39:5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155 200 216,'0'-1'160,"0"1"0,0-1 0,0 1 1,0-1-1,0 0 0,0 1 0,0-1 0,1 1 0,-1-1 0,0 1 1,1-1-1,-1 1 0,0-1 0,1 1 0,-1-1 0,0 1 0,1-1 1,-1 1-1,1 0 0,-1-1 0,1 1 0,-1 0 0,1-1 0,0 1 1,0-1 71,1-3 2244,-1 1-1999,0 3-1045,6-2 4065,-7 2-3446,0 0 0,0 0 0,0 0 0,0 0 0,0 0 0,1 0 0,-1 0 0,0 0 0,0 0 0,0 0 0,0 0 0,0 0 1,0-1-1,0 1 0,0 0 0,0 0 0,0 0 0,0 0 0,0 0 0,0 0 0,1 0 0,-1 0 0,0 0 0,0 0 1,0-1-1,0 1 0,0 0 0,0 0 0,0 0 0,0 0 0,0 0 0,0 0 0,0 0 0,0 0 0,0-1 0,0 1 0,0 0 1,0 0-1,0 0 0,0 0 0,-1 0 0,1 0 0,0 0 0,0 0 0,0 0 0,0-1 0,0 1 0,0 0 0,0 0 0,0 0 1,0 0-1,0 0 0,0 0 0,0 0 0,0 0 0,-1 0 0,1 0 0,0 0 0,0 0 0,0 0 0,0 0 0,0 0 1,0 0-1,-1 0-16,1-1 0,0 1 1,0 0-1,-1 0 0,1 0 1,0 0-1,0 0 0,-1 0 1,1 0-1,0 0 1,0 0-1,-1 0 0,1 0 1,0 0-1,0 1 0,-1-1 1,1 0-1,0 0 0,0 0 1,-1 0-1,1 0 1,0 0-1,0 1 0,0-1 1,-1 0-1,1 0 0,0 0 1,0 0-1,0 1 0,0-1 1,-1 0-1,-6 11 1307,3-5-996,4-5-267,-4 3 239,0 1 0,1 0 0,0-1 0,0 1 0,0 1 1,-2 5-1,3-8-229,1-1 0,-1 1 0,0-1 1,0 1-1,0-1 0,0 0 0,-4 3 0,-6 8 160,-1 0-78,10-12-151,1 1 0,0 1 0,0-1 0,0 0 0,0 0 0,0 1 0,-2 3 0,3-3-15,0 0 1,-1 0 0,0 1 0,1-1 0,-1-1 0,-1 1 0,1 0 0,0 0 0,-1-1 0,1 0-1,-1 1 1,0-1 0,-4 3 0,4-3-11,1 0 0,-1 0-1,1 1 1,0-1 0,-4 6-1,-7 6-43,11-13 26,2 3-89,2-5 59,4-11 31,0 0-30,46-56-288,6 6-71,-38 42 250,17-12-74,-22 20 82,19-21-1,-19 19 71,0 1 1,29-21-1,1 0 45,-38 29 33,0 0 0,0 1 1,9-5-1,2-1-19,-17 10 22,0-1 0,0 1 0,0 0-1,0 0 1,-1 0 0,1-1 0,0 1 0,0 0 0,0 0 0,0 0 0,0 1 0,-1-1-1,1 0 1,0 0 0,0 0 0,0 1 0,0-1 0,-1 0 0,1 1 0,0-1-1,1 1 1,11 11 86,-10-8-17,-2-2-31,0-1-1,0 0 0,0 1 0,-1-1 1,1 1-1,0-1 0,-1 1 1,1 0-1,-1-1 0,1 1 0,-1-1 1,0 1-1,0 0 0,1-1 0,-1 1 1,-1 2-1,-2 3 119,2-6-106,0 1 1,1 0 0,-1-1-1,0 1 1,1 0 0,-1-1-1,1 1 1,0 0-1,-1 0 1,1 2 0,0 4 112,-1 0 1,-1 0 0,1 0-1,-4 9 1,1-5 41,2-6-98,0-1 0,0 0 1,-6 10-1,5-10-22,0 0-1,0 0 1,-3 11 0,4-8-12,1-4-45,1-1 0,-1 0-1,0 0 1,-1 0 0,1 0 0,0-1-1,-3 4 1,-12 30 95,12-25-101,3-7-18,1-1 0,-1 0 0,1 1 0,-1-1 0,1 1 0,0-1 0,1 5 0,-1 0-17,1-7 10,-1 0-1,1-1 1,-1 1-1,1 0 1,-1-1 0,1 1-1,-1-1 1,1 1-1,0-1 1,-1 1 0,1-1-1,1 1 1,-2-1-4,2 2-44,-1-1 0,1 0 0,-1 1 0,1-1 0,-1 0 0,1 0 0,0 0 0,0 0 0,-1-1 0,1 1 0,0 0 0,0-1 0,0 1 0,0-1 0,0 0 0,0 0 0,0 0 0,2 0 0,7 0-707,0-1-1,14-3 0,-5 1-823,-1 0-1278,-1-2-1,1 0 0,20-8 1,-26 6-716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21 604,'0'0'1477,"-1"0"-353,-7 0-322,6 0 183,1 0-647,0 0-366,0 0 49,1 0 0,0 0 0,0 0 0,-1 0 0,1 0 0,0 0 1,0 0-1,-1 0 0,1 0 0,0 0 0,0 0 0,-1 0 0,1 0 0,0 0 0,0 0 0,-1 0 0,1 0 0,0 0 0,0 1 0,-1-1 0,1 0 0,0 0 0,0 0 0,-1 0 0,1 1 0,0-1 0,0 0 0,0 0 0,0 0 0,-1 1 0,1-1 0,0 0 0,0 0 0,0 1 0,0-1 0,0 0 0,0 0 0,0 1 0,0-1 0,0 0 1,-1 0-1,1 1 0,0 0 663,0 5-770,0 16 7164,0-17-6155,0-9-675,0-10 315,0 13-429,-1-12 376,-7 12-414,6 1 85,2 0-179,0 0-1,0-1 0,0 1 1,0 0-1,0 0 1,0 0-1,0-1 1,0 1-1,0 0 0,0 0 1,0-1-1,0 1 1,0 0-1,0 0 0,0-1 1,0 1-1,0 0 1,0 0-1,0 0 1,0-1-1,1 1 0,-1 0 1,0 0-1,0 0 1,0-1-1,0 1 0,0 0 1,1 0-1,-1 0 1,0-1-1,0 1 1,9 0-117,0-1 1,0 0 0,10-3 0,-9 1 103,-1 2-1,1-1 1,12 0 0,-10-1 7,-11 3 3,0-1 1,0 0-1,0 1 1,0 0 0,1-1-1,-1 1 1,0 0-1,0 0 1,0-1-1,0 1 1,0 0-1,1 0 1,-1 0-1,0 0 1,0 1-1,0-1 1,0 0-1,2 1 1,26 17 6,-26-13 5,-2-3-8,3-1 2,-4-1-5,0 0 0,1 0 1,-1 0-1,0 0 0,0 0 1,1 1-1,-1-1 1,0 0-1,0 0 0,0 0 1,1 0-1,-1 0 0,0 0 1,0 0-1,0 0 1,0 1-1,1-1 0,-1 0 1,0 0-1,0 0 0,0 0 1,0 1-1,1-1 0,-1 0 1,0 0-1,0 0 1,0 1-1,0-1 0,0 0 1,0 0-1,0 1 0,0-1 1,0 0-1,0 0 0,0 1 1,0-1-1,0 0 0,0 0 0,0 1 0,0-1 0,1 0 0,-1 0 0,0 1 0,0-1 1,0 0-1,0 0 0,0 0 0,0 0 0,0 1 0,1-1 0,-1 0 0,0 0 0,0 0 0,0 0 0,0 1 1,1-1-1,-1 0 0,0 0 0,0 0 0,0 0 0,1 0 0,-1 0 0,0 0 0,0 0 0,1 0 0,-1 0 0,0 0 1,0 0-1,1 0 0,-1 0 0,0 0 0,0 0 0,1 0 0,-1 0 0,0 0 0,0 0 0,1 1 0,-1-1 0,0 0 0,0 0 0,0 0 0,1 0 0,-1 0 0,0 0 0,0 0 0,0 0 0,0 1 0,1-1 0,-1 0 0,0 0 0,0 0 0,0 0 0,0 1 0,0-1 0,1 0 0,-1 0 0,0 0 0,0 1 0,0-1 0,0 0-1,0 0 1,0 0 0,0 1 0,0 0 0,0-1 0,1 1-1,-1-1 1,0 1 0,0-1-1,0 1 1,0-1 0,1 1-1,-1-1 1,0 1 0,1-1-1,-1 1 1,0-1-1,1 0 1,-1 1 0,1-1-1,-1 1 1,1-1 0,2 4-6,-1 2-12,-2-3 24,-1 0 0,0 0 0,0 0 0,0 0 0,0 0-1,-1 0 1,1-1 0,-1 1 0,1 0 0,-1-1-1,0 1 1,0-1 0,0 0 0,-3 3 0,0 0 9,1-1 0,0 1 0,-5 8 0,8-10-10,-1-1 0,0 0 0,0 1 0,0-1 0,0 0 0,0 0 0,0 0 0,-4 2 0,-15 14 22,-45 51 113,51-54-75,13-14-52,-1 1 0,2-1 0,-1 1 0,0 0 0,0 0 0,0 0 0,1 0 0,-1 0 0,0 2 0,-12 9 68,12-11-73,0-1 0,0 0 0,0 1 0,1-1 0,-1 1 0,1-1 0,-3 4 0,1 2 6,3-6-12,0 0-1,-1-1 0,1 1 1,0 0-1,-1 0 0,1-1 1,-1 1-1,1 0 0,-1-1 0,1 1 1,-1 0-1,1-1 0,-1 1 1,-1 0-1,0 4 5,1-3-9,-5 0 20,14-3-199,-7-5 101,5 4 47,-1-1 0,1 1 1,0 0-1,0 0 0,0 1 1,6-2-1,-7 2 17,28-10-122,-25 9 123,0-1-1,0 1 0,8-5 1,-12 4 15,1 1 1,0 0-1,0 0 1,0 1-1,0-1 1,0 1 0,10-1-1,0-1-8,5-1 4,-20 4 5,0 0 1,1 0 0,-1 0 0,0 0 0,1 0-1,-1 0 1,0 0 0,1 0 0,-1 0-1,0 0 1,1 0 0,-1 0 0,0 0 0,1 0-1,-1 0 1,0 0 0,0 1 0,1-1 0,-1 0-1,0 0 1,0 0 0,1 1 0,-1-1 0,0 0-1,0 0 1,1 1 0,-1-1 0,0 0 0,0 0-1,0 1 1,0-1 0,1 0 0,-1 1-1,0-1 1,0 0 0,0 0 0,0 1 0,0-1-1,0 0 1,0 1 0,0-1 0,9 2 20,-8 0-14,0 0 0,-1 0 1,1 0-1,-1 0 0,0 0 0,0 0 0,1 0 0,-1 0 0,-1 0 0,1 0 1,0 2-1,-1 3 59,2 0-25,-1-5-42,0 0-1,1 0 1,-1 0-1,0 0 1,0 1-1,-1-1 1,1 0-1,0 0 1,-1 0-1,1 0 1,-2 2-1,-1-1-19,3-3 19,-1 1 0,1-1 0,-1 0 0,1 1 0,0-1 0,-1 1 0,1-1 0,0 0 0,-1 1 0,1-1 0,0 1 0,-1-1 0,1 1 0,0-1 0,0 1 0,0-1 0,0 1 0,-1 0 0,1-1 0,0 1 0,0 0 0,0 0 1,0 0 0,0 1 1,-1-1-1,1 0 0,0 0 0,-1 1 0,1-1 0,-1 0 0,0 0 1,1 0-1,-1 0 0,0 0 0,0 0 0,0 0 0,1 0 0,-1 0 1,-2 1-1,-9 12 23,10-10-17,0-1-1,-1 0 1,1 0-1,-1 0 0,0 0 1,0 0-1,-5 3 1,-29 18 28,24-16-22,6-5 8,1 0 1,0 0 0,-1-1-1,-8 3 1,10-4 6,-1 1 0,1-1 0,-1 1 0,1 1-1,0-1 1,0 1 0,0 0 0,0 0 0,-5 4 0,6-3-50,0-1-1,-1 1 0,1-1 1,-1-1-1,0 1 0,0-1 1,0 1-1,-7 0 1,7-1-804,-1-1 1,0 1-1,0-2 1,-9 1 0,14-1 654,0 0 0,0 0 0,0 0 0,0 0 0,1 0 0,-1 0 0,0-1 0,0 1 0,1 0 1,-1-1-1,0 1 0,0 0 0,0-1 0,-8-2-2183,9 2 2136,0 0 0,0 1 0,-1-1 0,1 1 0,0-1 0,0 0 0,0 1 0,0-1 0,0 0 0,0 1 0,0-1 1,0 0-1,0 1 0,0-1 0,0 1 0,0-1 0,0 0 0,1 1 0,-1-1 0,0 0 0,10-13-2496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2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639 140 580,'-6'-9'633,"0"0"-1,-1 0 1,0 1-1,0 0 1,-1 1-1,0-1 1,-13-8-1,1 1-16,9 7-285,-1 2 0,0-1 0,0 2 0,-1 0 0,1 0 0,-1 1 0,-19-3-1,21 5-48,0 1-1,1 1 0,-1 0 1,0 0-1,0 1 0,-15 4 0,17-4-125,-7 2 139,0 1-1,0 0 1,1 1 0,0 1 0,0 1 0,0 0 0,-18 12 0,30-17-248,0 0 0,1 0 1,-1 0-1,1 0 0,0 0 1,0 1-1,0-1 0,0 1 1,-2 3-1,-8 9 111,3-6-72,6-6-55,-1 0 0,2 0-1,-1 1 1,0-1 0,0 0 0,-1 5-1,-16 23 142,15-23-133,0 1 0,0-1-1,-4 11 1,-24 71 229,29-80-228,1 0 1,1 0-1,-2 14 1,-5 19 74,6-31-74,1 0-1,0 0 1,0 19-1,-2 19 63,0-17 3,-1 50-1,5-53-60,-1-6 5,4 37 1,41 194 75,-42-247-125,0-1-1,1 1 1,5 9-1,6 17 5,-13-28-10,1 0-1,-1 0 1,1 0-1,0 0 1,1-1 0,-1 1-1,1-1 1,5 7-1,-3-4 9,-2-3 1,0 0-1,0 0 1,0-1-1,1 1 1,0-1-1,0 1 0,0-1 1,7 4-1,4 5 35,1 0-17,-10-11-14,0 0 0,-1-1-1,1 1 1,0-1 0,1-1-1,-1 1 1,0-1 0,0 0-1,0 0 1,0 0 0,0-1 0,0 0-1,0-1 1,0 1 0,0-1-1,0 0 1,5-3 0,41-9 7,-31 6-22,10-5-85,-1-1 0,34-21 0,-13 9 116,-48 25-17,-1 0 0,0 0-1,0-1 1,0 1-1,0-1 1,0 1-1,0-1 1,2-2-1,10-8 71,-6 6-5,0 0 0,-1-1 1,0 0-1,-1 0 0,1 0 0,5-9 1,-4 4 265,17-15 1,-3-3 827,-20 28-1092,-1 0 0,1 0 1,0 0-1,-1-1 1,0 1-1,0 0 0,2-6 1,6-10 175,-7 14-219,0-1-1,0 1 1,0-1-1,-1 1 1,2-6-1,7-19 64,-5 19-55,0 0 1,-1-1 0,6-20-1,-4 13 23,14-31 0,-4 13-19,0-3-19,-7 20-18,-1-1 1,-1 0 0,6-25-1,-11 34 2,-2 6 1,1 1 0,0-1 0,0 1-1,1-1 1,-1 1 0,4-7 0,-1 2 45,0 0 1,4-16-1,-4 12 24,-2 4-16,-1 1 1,0-1 0,-1 0-1,0 0 1,-1-10-1,0-6 111,0 15-121,0 0 0,0 0 0,-1 0 1,-1 0-1,1 0 0,-2 1 1,1-1-1,-7-11 0,2 7-28,1 1-1,-2 0 1,0 0 0,-17-18-1,-18-12 14,23 22-32,18 17-2,0 0 0,-1 0-1,0 0 1,0 1 0,-5-4 0,0 2-15,0 0 0,-1 1 0,1 0 0,-1 0 0,0 1 0,0 0 0,0 1 0,-1 0 0,1 0 0,0 1 0,-1 1 0,1 0 0,-1 0 0,1 1 0,-1 0 0,-15 5 0,-72 12-3758,66-17-961,21-1-1587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7 1328,'0'0'1388,"0"0"-1338,0 0 0,0 0 0,0 0 0,0 0 0,0-1 1,0 1-1,0 0 0,0 0 0,0 0 0,0-1 1,0 1-1,0 0 0,0 0 0,0 0 0,0 0 0,0-1 1,0 1-1,0 0 0,0 0 0,0 0 0,0-1 1,0 1-1,0 0 0,0 0 0,0 0 0,1 0 0,-1 0 1,0-1-1,0 1 0,0 0 0,0 0 0,0 0 1,1 0-1,6-1 414,-5 1 279,-2 8-353,0 0-283,0-6-42,0-6-13,0 3 176,-2 1-85,1 0-152,1 0 22,0 0 1,0 0-1,-1 0 1,1 0-1,0 0 0,-1 0 1,1 0-1,0 0 1,0 0-1,-1 0 0,1 0 1,0 0-1,0 0 1,-1 0-1,1 0 0,0 0 1,0 0-1,-1 1 1,1-1-1,0 0 0,0 0 1,-1 0-1,1 0 1,0 0-1,0 1 0,0-1 1,-1 0-1,1 0 1,0 0-1,0 1 0,0-1 1,0 0-1,0 0 1,-1 1-1,1-1 0,0 0 1,0 0-1,0 1 1,0-1-1,0 0 1,0 0-1,0 1 0,0 0 693,-2-1-443,2 0-249,0 0 0,-1 0-1,1 0 1,0 0 0,-1 0 0,1 0-1,0 0 1,-1 0 0,1 0 0,0 0-1,0 0 1,-1 0 0,1 0 0,0 0 0,-1 0-1,1 0 1,0 1 0,0-1 0,-1 0-1,1 0 1,-3 6 5103,3-3-4713,0-2-341,0-1 0,0 1 0,0-1 0,1 1 0,-1-1 0,0 1 0,0-1 0,0 1 0,0-1 0,-1 0 0,1 1 0,0-1 0,0 1 0,0-1 0,0 1 0,0-1 0,-1 1 0,1-1 0,0 1 0,0-1 0,-1 1 0,0-1-3,0 0 0,0 1 0,0-1 0,-1 1 0,1-1 0,0 1 0,0 0 1,0-1-1,0 1 0,0 0 0,0 0 0,0 0 0,1-1 0,-1 1 0,0 0 0,0 0 0,1 0 0,-1 0 0,0 1 0,0 1 0,-10 12 237,-1-3 32,-14 20-1,0-1-4,20-24-221,1-1 0,0 1-1,1 0 1,-7 12 0,-4 6 164,-29 51 247,36-57-432,7-16-72,0 0-1,0-1 1,0 1-1,0-1 1,0 1 0,-1-1-1,1 1 1,-4 3-1,4-5-3,0 1 0,-1 0 0,1-1-1,0 1 1,0 0 0,0 0-1,1 0 1,-1 0 0,0 0 0,1-1-1,-1 1 1,1 1 0,0-1 0,-1 0-1,1 0 1,0 0 0,0 0-1,1 4 1,-1 2 11,1-5-12,-2-2-2,-8 10 4,8-9-6,0-2-2,1 0-1,0 1 1,0-1-1,0 0 1,-1 1-1,1-1 1,0 0 0,0 0-1,-1 1 1,1-1-1,0 0 1,0 0 0,-1 0-1,1 1 1,0-1-1,-1 0 1,1 0 0,0 0-1,-1 0 1,1 0-1,0 1 1,-1-1 0,1 0-1,0 0 1,-1 0-1,1 0 1,-1 0 0,1 0-1,-1 0 1,-1 0 15,4-3-8,-2 3-5,0 0-1,0-1 0,0 1 1,0 0-1,0 0 0,0-1 1,0 1-1,0 0 0,0 0 1,1 0-1,-1-1 0,0 1 1,0 0-1,0 0 0,0 0 0,1-1 1,-1 1-1,0 0 0,0 0 1,1 0-1,-1 0 0,0 0 1,0 0-1,0 0 0,1-1 1,-1 1-1,0 0 0,0 0 0,1 0 1,-1 0-1,0 0 0,0 0 1,1 0-1,-1 0 0,0 0 1,0 0-1,1 0 0,-1 1 1,0-1-2,2 0-15,-2 0-51,0 0 67,0 1 0,0-1 1,0 0-1,0 0 0,0 1 0,0-1 0,1 0 0,-1 0 0,0 1 0,0-1 1,0 0-1,0 0 0,0 1 0,0-1 0,0 0 0,1 0 0,-1 1 0,0-1 0,0 0 1,0 0-1,1 0 0,-1 1 0,0-1 0,0 0 0,1 0 0,-1 0 0,0 0 1,0 0-1,1 0 0,-1 1 0,0-1 0,0 0 0,1 0 0,-1 0 0,0 0 0,1 0 1,-1 0-1,0 0 0,0 0 0,1 0 0,-1 0 0,1 0 0,-1 0 2,2 0 11,1 0-12,-1 0 0,0 0 0,0 1 0,0-1 0,1 1 0,-1-1 0,0 1 0,2 1 0,0 0-6,-3-2 2,16-1-28,69 1-2774,-86 0 2739,1 0 1,-1 0-1,0 0 0,0 0 0,0 0 0,0 0 0,0 0 1,0 0-1,1-1 0,-1 1 0,0 0 0,0 0 0,0 0 1,0 0-1,0 0 0,0-1 0,0 1 0,0 0 0,0 0 1,0 0-1,0 0 0,0-1 0,0 1 0,0 0 0,0 0 1,0 0-1,0 0 0,0-1 0,0 1 0,0 0 0,0 0 1,0 0-1,0 0 0,0-1 0,0 1 0,0 0 0,0 0 1,0 0-1,0 0 0,0 0 0,0-1 0,-1 1 0,1 0 1,0 0-1,0 0 0,0 0 0,0 0 0,0 0 0,-1 0 1,-5-2-902,6-1-228,9-5-1200,-1 0 1197,-2 1-66,-4 5 904,0 1 0,0-1 0,-1 0 1,1 0-1,-1 0 0,0 0 0,1 0 1,-1 0-1,0 0 0,0 0 0,0 0 1,0-4-1,-1 1-695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8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71 192,'0'-2'225,"0"0"0,0 0 0,0 0 0,0 0 0,0 0 0,0 0 0,1 0 0,-1 0 0,0 0 0,1 1 0,0-1 0,0 0 0,-1 0 0,1 0 0,0 1 0,2-4 0,-2-1 145,-1 6-338,0-1 0,0 1 0,0 0 0,0-1 0,0 1 0,0-1 0,0 1 0,0 0 0,0-1 0,0 1 0,0 0 0,0-1 0,1 1 0,-1 0 0,0-1 0,0 1 0,0 0 0,0-1 0,1 1 0,-1 0 0,0-1 0,0 1-1,1 0 1,0-1 77,0-1-1,0 1 0,-1 0 0,1 0 0,0 0 1,0-1-1,-1 1 0,1 0 0,-1-1 0,1 1 1,-1 0-1,0-1 0,1 1 0,-1-2 2227,0 30-113,0-26-2183,0 0 0,-1 0 0,1 0 1,0-1-1,0 1 0,-1 0 0,1-1 0,0 1 1,-1 0-1,1-1 0,-1 1 0,1 0 0,-1-1 1,0 1-1,0 0 0,-1 1 86,1-1-50,1 1-1,-1-1 1,1 0 0,0 0 0,-1 1 0,1-1 0,0 0 0,0 1-1,0-1 1,0 0 0,0 2 0,-1 9 322,-1-7-250,1 0 1,-1 0-1,1 0 1,0 0-1,0 0 1,1 0-1,-1 7 1,1-7-44,-1 1 0,0-1 0,0 1 0,0-1 0,-1 1 0,-3 8 0,3-9-42,0-1 0,0 1 1,1 0-1,0 0 0,0 0 0,-1 8 1,2-8-2,-1-1 0,0 1 0,1 0 0,-2-1-1,1 1 1,0-1 0,-4 7 0,3-7-9,0 0-1,1 0 1,-1 1-1,1-1 1,0 0-1,0 1 1,0 6-1,1-8-20,-1 0 1,1 0-1,-1 0 0,1 0 0,-4 6 1,3-6-16,0-1 0,1 1 1,-1 0-1,0 0 1,0 5-1,1-7-13,0 0 1,0-1-1,0 1 0,0-1 0,0 1 1,0-1-1,0 1 0,0-1 0,-1 1 1,1-1-1,0 1 0,0 0 0,-1-1 0,1 0 1,0 1-1,-1-1 0,1 1 0,0-1 1,-1 1-1,1-1 0,0 0 0,-1 1 1,1-1-1,-1 0 0,1 1 0,-2-1 1,1 1 4,-1 0 330,2-1-399,0 0 59,0 0 1,0-1-1,0 1 1,0 0-1,0 0 1,0-1-1,0 1 1,0 0-1,0 0 1,0-1-1,0 1 1,-1 0-1,1 0 1,0-1-1,0 1 1,0 0-1,0 0 1,-1 0-1,1-1 1,0 1-1,0 0 1,0 0-1,0 0 1,-1 0-1,1-1 1,0 1-1,0 0 1,-1 0-1,1 0 1,0 0-1,-1 0 1,-3-2-14,0-10-270,1 7-32,1 4 91,0-1 0,1 0 0,-1 1 0,1-1 0,0 0 0,0 0 0,0 0 0,0 0 0,0 0 0,0 0-1,0 0 1,0 0 0,0-5 0,1 6 1,0-1 0,0 1 0,-1-1 0,1 0 0,-1 1 0,1-1 0,-1 1 0,-1-3 0,1 3 39,1 0 0,-1 0 1,1-1-1,-1 1 0,1 0 0,-1 0 0,1-1 0,0 1 0,-1 0 1,1-1-1,0 1 0,0 0 0,0-1 0,0 1 0,0 0 0,0-1 1,1-1-1,2-5-787,-2 6 518,0-1 1,0 1-1,0-1 1,0 0-1,-1 1 1,1-1-1,-1 0 1,0-2 0,0-15-2346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9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683 103 2180,'-2'-3'457,"0"-1"0,0 1 0,0-1-1,0 0 1,-1-6 0,2 8-299,1-1-1,-1 1 1,0-1 0,0 1-1,0-1 1,-1 1 0,1 0-1,0 0 1,-1-1 0,0 1 0,1 0-1,-1 0 1,-2-2 0,-13-7 518,12 8-445,1-1 1,-1 1-1,0 0 0,1 0 1,-1 1-1,-1 0 0,1 0 1,0 0-1,0 0 0,-1 1 1,-10-2-1,10 4-56,0-1-1,0 1 1,0 0 0,0 1-1,0-1 1,0 1 0,0 1-1,-9 4 1,-46 31 1100,29-17-502,13-9-410,-1 0 79,0 1 0,-29 24-1,40-28-348,-22 19 209,2 2-1,-44 56 0,57-63-153,1 0-1,2 1 1,0 1-1,1 1 0,2-1 1,-10 40-1,11-35-51,1-2 23,-6 46 0,-8 103 393,18-139-359,4 67 0,2-42-60,-2-40-47,1 0 0,1 0-1,2-1 1,0 1 0,1-1 0,1 0 0,1 0 0,1-1-1,21 39 1,-20-38-10,-8-19-32,0 0 0,1 0-1,-1-1 1,0 1 0,1 0-1,0-1 1,0 1 0,-1 0-1,2-1 1,3 4 0,19 22 8,-16-21-9,-1-1 0,14 8 0,-18-12 3,0 0 1,0 0-1,0 0 0,0-1 1,0 0-1,0 0 1,0 0-1,0 0 1,7 0-1,9-2 43,0-1-1,0 0 0,0-2 1,-1 0-1,25-10 1,-31 10-22,0-2 0,24-13 0,-12 5-19,-10 5-9,21-16 0,1-2 0,-17 13 4,32-29 1,-38 31 6,12-18 7,-4 6 8,-6 7 23,1-1 1,25-37-1,-10 9 1,-17 25-26,24-42 0,-16 11 63,22-68 1,-42 104-30,0 0-1,0-1 1,-2 1 0,0-34 0,-1 36-23,-1 6 0,0-1 1,0 1 0,0 0-1,-1 0 1,0-1-1,-5-10 1,-22-41 182,27 56-206,-1 1 1,1-1 0,0 1 0,-1 0 0,0 0 0,0 0 0,0 0-1,0 1 1,-6-5 0,-11-10 22,14 12-22,1 0-1,-1 0 1,0 1-1,0-1 0,0 1 1,-1 1-1,-8-5 1,-1 2 12,-22-7 0,-9-3 81,-15-5-48,54 18-117,1 1-1,-1 0 0,0 0 0,0 0 0,0 1 1,-11-1-1,16 2 4,0 0-1,0 0 1,0-1-1,0 1 1,0-1-1,0 0 1,0 0-1,-3-2 1,4 2-53,-1 0 0,1 0 0,-1 0 0,0 1 0,0-1 0,0 0 0,-5 1 0,-5-1-871,-12 1-1771,24 0 2436,0 0 1,-1 0-1,1 1 0,0-1 1,0 0-1,0 0 1,0 1-1,0-1 1,0 1-1,0-1 1,0 1-1,0-1 1,0 1-1,0 0 1,-2 1-1,-9 8-2929,11-9 2854,-1 0 0,0 0-1,1 0 1,0 0 0,-1 0 0,1 1 0,0-1-1,-1 1 1,1-1 0,0 1 0,-1 1 0,0 11-2601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0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 1444,'0'0'3934,"2"0"-3172,8 0 2472,-7 1-2993,0-1 0,1 0 0,-1 0 0,0 0 0,1-1 1,-1 1-1,0-1 0,0 0 0,1 0 0,-1 0 0,4-2 0,-3 1-175,0 1 1,-1-1-1,1 1 0,0 0 0,5-1 0,5-3 24,24-8 106,-29 11-168,0-1 0,-1 0 0,16-9 0,24-15 5,-9 8-25,-24 12 123,19-11-1,-33 17-125,6-6 274,-7 7-269,0 0 0,0 0-1,0 0 1,0 0 0,0 0-1,0 0 1,1 0-1,-1 0 1,0 0 0,0 0-1,0 0 1,0 0 0,0 0-1,0 0 1,0-1 0,0 1-1,0 0 1,0 0-1,0 0 1,0 0 0,0 0-1,0 0 1,1 0 0,-1 0-1,0 0 1,0-1 0,0 1-1,0 0 1,0 0-1,0 0 1,0 0 0,0 0-1,0 0 1,0 0 0,0 0-1,0-1 1,0 1 0,0 0-1,-1 0 1,1 0-1,0 0 1,0 0 0,0 0-1,0 0 1,0 0 0,0 0-1,0-1 1,0 1 0,0 0-1,0 0 1,0 0-1,0 0 1,0 0 0,0 0-1,-1 0 1,1 0 0,0 0-1,0 0 1,0 0 0,0 0-1,0 0 1,0 0-1,0 0 1,0 0 0,-1 0-1,1 0 1,0 0 0,0 0-1,-8 3-293,7-3 226,0 1 0,1-1 0,-1 1 0,0-1 0,0 0 0,1 0 0,-1 1 0,0-1 0,0 0 0,0 0 0,0 0 0,1 1 0,-2-1 0,-2 0-361,0 1 1,0 0-1,0 0 0,0 0 0,0 0 1,0 1-1,-4 2 0,-11 4-2022,-5-1-1159,4-6 1318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10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1736,'0'0'1451,"0"8"838,1-1-1647,-1-4-555,1-1 1,-1 1-1,0 0 1,0-1-1,0 1 0,0-1 1,-1 1-1,1 0 1,-1-1-1,-1 5 0,-1-4 27,3-3-93,-1 0 0,1 1 0,-1-1 0,1 0 0,0 1 0,-1-1 0,1 1 0,0-1 1,-1 1-1,1-1 0,0 1 0,0-1 0,-1 1 0,1-1 0,0 1 0,0-1 0,0 1 0,0-1 0,-1 1 1,1-1-1,0 1 0,0 1 35,0 0 0,-1-1-1,1 1 1,-1 0 0,1-1 0,-1 1 0,1-1 0,-1 1 0,0-1 0,0 1 0,0-1 0,0 1 0,-2 1 0,-9 17 634,10-16-596,0 0-1,0 0 1,-1-1-1,1 1 1,-1 0-1,-4 4 1,3-3 9,0 0-1,1 1 1,-1 0 0,1 0 0,-4 8-1,1-1-35,6-12-63,-1 0 1,1 0-1,-1 0 0,1 0 0,-1 0 0,1 0 0,0 0 0,-1 1 1,1-1-1,0 2 0,0-2-4,0-1 1,0 0-1,0 1 0,0-1 1,0 0-1,0 1 0,-1-1 1,1 1-1,0-1 1,0 0-1,0 1 0,0-1 1,-1 0-1,1 0 0,0 1 1,0-1-1,-1 0 1,1 1-1,0-1 0,0 0 1,-1 0-1,1 0 0,0 1 1,-1-1-1,1 0 0,0 0 1,-1 0-1,1 0 1,-1 1-1,1 0-6,-1 0-1,1 0 1,0 0-1,0 0 1,0 0-1,-1 0 1,1 0 0,0 0-1,0 0 1,0 0-1,0 0 1,1 0-1,-1 0 1,0 0-1,0 0 1,1 2 0,5-4 18,0 0 0,0 0 0,0-1 1,-1 0-1,1 0 0,7-4 0,14-5 69,-15 7-83,0 0-1,-1-1 1,20-11-1,-26 14 17,-1 1-1,0-1 0,1 1 0,-1 0 1,1 0-1,-1 1 0,1 0 0,0-1 1,-1 1-1,1 1 0,4 0 0,9-1 104,-16 1-99,0-1-1,0 1 0,0 0 0,0-1 1,-1 1-1,1 0 0,0 0 0,0 0 1,-1 1-1,1-1 0,-1 0 1,1 0-1,-1 1 0,1-1 0,-1 1 1,0 0-1,0-1 0,0 1 0,0 0 1,1 3-1,7 7 120,-8-11-127,-1 0 0,0 0 0,1-1 1,-1 1-1,0 0 0,0-1 0,1 1 0,-1 0 1,0 0-1,0-1 0,0 1 0,0 0 0,0 0 1,0 1-1,1 6 50,1-5-20,-1 1 0,1 0 0,-1-1-1,0 1 1,0-1 0,0 1 0,-1 0 0,1 0-1,-1 0 1,0-1 0,0 1 0,0 0 0,-1 0 0,-1 6-1,-1-3 42,2-5-52,0-1 0,0 1 0,1 0 0,-1-1 0,1 1 0,-1 0 0,1 0 0,-1 0 0,1 1 0,0-2-7,0 0 0,0 0 0,0 0 0,0 0 0,0 0 0,-1 0 0,1 0 0,0 0 0,-1 0 0,1 0 0,0 0 0,-1-1 0,1 1 0,-1 0 0,0 1 0,-3 4 92,3-3-57,0-1-1,0 1 1,0 0-1,-1-1 1,1 1-1,-1-1 1,1 1-1,-1-1 0,0 0 1,0 0-1,0 1 1,0-1-1,-1-1 1,1 1-1,0 0 1,-6 2-1,-3 4 152,7-5-153,1-1-1,0 0 0,-1 1 0,0-1 1,1-1-1,-1 1 0,-6 1 0,10-2-50,-5 0 30,1 0-1,0-1 1,-1 1 0,1-1-1,0 0 1,-1 0 0,-8-1 0,11 0-25,-3 0 4,1 0-1,-1 0 1,1 0 0,-1-1 0,1 0 0,0 0 0,-5-2 0,0-1-98,-1 0 1,-1 1-1,-20-6 1,15 5-528,-6-8-2000,21 12 2415,0 1 0,0 0 0,0-1-1,-1 1 1,1-1 0,0 1 0,0-1 0,0 1 0,0-1 0,0 0-1,0 0 1,0 1 0,0-1 0,0 0 0,1 0 0,-1 0 0,-1-2-1,1 1-260,1 0 0,-1 0-1,1-1 1,-1 1-1,1 0 1,0-1-1,0-3 1,0 0-549,0-6-1195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725 134 1312,'-1'-5'520,"0"0"0,-1 0 0,0 1-1,0-1 1,0 0 0,-5-7 0,4 6-154,-4-9 318,6 13-624,0 0 0,1 0 0,-1-1 0,-1 1 1,1 0-1,0 0 0,0 0 0,-1 0 0,1 1 1,-1-1-1,0 0 0,1 1 0,-1-1 0,0 1 0,0-1 1,0 1-1,-4-2 0,-8-4 291,-1 2 0,0-1-1,-1 2 1,1 0 0,-1 1 0,0 1-1,-29-2 1,43 4-310,-23 0 696,-28 4 0,45-3-580,0 0 0,0 1 0,0 0 0,0 1 0,0 0 1,1 0-1,-13 7 0,-14 8 330,25-14-331,1 0 1,0 0-1,0 1 1,0 0 0,1 1-1,0-1 1,-11 12-1,-82 99 1590,47-39-1190,39-56-452,1 1 0,1 1-1,2 0 1,0 0 0,1 1 0,1 0 0,-4 28 0,8-33-65,1-11 0,1 1-1,1 0 0,-1-1 1,2 1-1,-1 0 0,1 0 0,2 14 1,1-9 37,-1-9-5,-1 0-1,0 1 1,0-1-1,0 9 1,-1-8 2,1 1 0,0 0 0,0-1 0,1 1 0,4 9 1,3 16 138,-5-13-91,1-1 0,10 28-1,40 70 240,-51-109-345,1 0 0,0 0 0,0-1 0,11 11 0,-5-7-8,-1-1-3,1 0 1,1 0-1,0-1 1,0-1-1,1 0 1,14 6-1,-19-10 1,1 0 0,0-1 0,0 0 0,0 0 0,0-1 0,0-1 1,1 1-1,-1-1 0,0-1 0,0 1 0,12-4 0,5 0 60,-1-1-1,0-1 1,-1-2 0,0 0 0,0-1-1,-1-2 1,28-16 0,-14 8-28,-25 13-25,1-1 0,20-15 1,-5 0 7,-15 13 4,-1-1 0,0 0 1,11-14-1,43-59 377,-62 78-345,0-1-1,0 0 1,-1-1 0,5-11-1,4-8 123,-10 21-133,0 0 1,0 0-1,-1 0 1,3-10-1,-3 10-4,0 0 0,0 0 0,1 0 0,4-9 0,-5 11-17,1 0 0,-1-1-1,0 1 1,0-1 0,0 1 0,0-1 0,-1 1-1,1-1 1,-1-4 0,4-22 171,-2 21-141,0-1 0,0 0 1,-1 0-1,0 1 0,0-12 1,-3-11 11,-1 1 0,-12-49 0,11 59-48,-18-49-1,20 65-16,0 0 0,0 0-1,-1 0 1,-4-7 0,-6-15-1,9 17-2,0 1 0,0 0 1,-1 0-1,0 1 0,0-1 0,-1 1 0,-1 0 1,1 1-1,-1-1 0,-8-6 0,5 3 19,9 9-16,-1 0 1,1 0-1,-1 0 0,0 0 1,0 0-1,0 0 0,0 1 0,0-1 1,0 1-1,0 0 0,-3-2 1,-61-31-22,48 25-14,9 5-28,0 0 0,0 1 1,0 0-1,-12-3 1,-21-1-494,37 7 322,0-1 0,1 1 0,-1 0 0,0 0 0,0 0 0,0 1 0,1 0 0,-7 1 0,4 0-933,1 0 0,-1 1 0,1-1 0,-11 7 0,14-8-157,-1 1 0,1-1 0,-1 0 0,0 0 0,-7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11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36,'0'0'58,"0"-1"-1,0 1 1,0 0-1,0 0 1,0-1-1,0 1 1,0 0-1,0 0 1,0-1-1,0 1 1,1 0-1,-1 0 1,0-1-1,0 1 1,0 0 0,0 0-1,0-1 1,0 1-1,1 0 1,-1 0-1,0 0 1,0-1-1,0 1 1,1 0-1,-1 0 1,0 0-1,0 0 1,1 0-1,-1-1 1,0 1 0,0 0-1,1 0 1,-1 0-1,0 0 1,0 0-1,1 0 1,-1 0-19,1 0 0,-1 0 0,0 0 0,0 0 0,0 0 0,1 0 0,-1 0 0,0 0 0,0-1 0,0 1-1,1 0 1,-1 0 0,0 0 0,0 0 0,0 0 0,1 0 0,-1-1 0,0 1 0,0 0 0,0 0 0,0 0 0,0 0 0,1-1 0,-1 1 0,0 0 0,0 0 0,0 0 0,0-1 0,0 1 0,0 0 0,0 0 0,0 0 0,0-1 0,0-1 1667,2 3-1385,3 3-122,-6-2 120,-8-2 228,3 0-531,4 0 817,2 0-816,0 1 1,0-1 0,0 0 0,0 0-1,0 1 1,0-1 0,0 0 0,0 1-1,1-1 1,-1 0 0,0 0 0,0 1-1,0-1 1,0 0 0,0 0-1,0 1 1,1-1 0,-1 0 0,0 0-1,0 0 1,0 1 0,1-1 0,-1 0-1,0 0 1,0 0 0,0 0 0,1 1-1,-1-1 1,0 0 0,1 0-1,-1 0 1,0 0 0,0 0 0,1 0-1,-1 0 1,0 0 0,0 0 0,1 0-1,-1 0 1,0 0 0,1 0 0,-1 0-1,1 0 1,-1 0 30,2 4 632,-2-8 1445,0 10-7,0-7-2067,0 1-1,0 0 1,0 0-1,0-1 1,0 1 0,0 0-1,1 0 1,-1-1 0,0 1-1,0 0 1,0 0 0,0-1-1,0 1 1,0 0-1,1 0 1,-1 0 0,0-1-1,0 1 1,0 0 0,1 0-1,-1 0 1,0 0 0,0-1-1,0 1 1,1 0-1,-1 0 1,0 0 0,0 0-1,1 0 1,-1 0 0,0 0-1,1 0 1,-1 0 0,0 0-1,0 0 1,1 0-1,-1 0 1,0 0 0,0 0-1,1 0 1,-1 0 0,0 0-1,1 0-230,-1 0 188,1 0-1,-1 0 1,0 0 0,0 0 0,0 0 0,0 0 0,0 0 0,0 0 0,0 0 0,0 0-1,0 0 1,1 0 0,-1 0 0,0-1 0,0 1 0,0 0 0,0 0 0,0 0 0,0 0-1,0 0 1,0 0 0,0 0 0,0 0 0,0 0 0,0 0 0,0-1 0,0 1 0,0 0-1,0 0 1,0 0 0,0 0 0,1 0 0,-1 0 0,0 0 0,0 0 0,0 0 0,0-1-1,-1 1 1,1 0 0,0 0 0,0 0 0,0 0 0,0 0 0,0 0 0,0 0 0,0-1 19,0 1-1,0 0 1,0 0 0,0 0 0,0 0 0,0 0 0,0 0 0,0 0 0,0 0 0,0 0 0,0-1 0,0 1 0,0 0 0,0 0 0,0 0 0,0 0 0,0 0 0,0 0 0,0 0 0,0 0 0,0-1 0,0 1 0,0 0 0,0 0-1,0 0 1,0 0 0,0 0 0,0 0 0,0 0 0,1 0 0,-1 0 0,0 0 0,0 0 0,0-1 0,0 1 0,0 0 0,0 0 0,0 0 0,0 0 0,0 0 0,0 0 0,1 0 0,-1 0 0,0 0 0,0 0 0,20 0-27,-13 0 5,-4 0-3,1 0 1,-1 0-1,0 0 0,0 0 0,1 0 1,-1 1-1,0 0 0,0-1 1,0 1-1,4 2 0,11-1 0,-5 5-26,3-1 0,-14-3 24,2-1 0,-1-1 0,0 1 1,0-1-1,0 0 1,-1 1-1,1-1 1,-1 1-1,1 0 1,3 3-1,10 7 19,-13-9-17,1 1 0,-1-1 1,0 1-1,-1 0 0,1 0 1,0 0-1,-1 0 0,0 1 1,0-1-1,2 9 0,0-3 11,-1-3-9,-2-5-3,0-1 0,0 1 0,-1-1 0,1 1 0,-1 0 0,1 0 0,-1-1-1,0 1 1,1 3 0,-1-3 2,0 0 0,0 0 0,1 0 0,-1 0 0,1 0 0,-1-1 0,1 1 0,1 3 0,-1-3 1,0 0 1,0 0-1,0 0 0,-1 0 0,1 0 1,-1 0-1,0 0 0,1 0 0,-1 3 1,0-3-2,0 1-1,1-1 1,-1 1 0,1-1 0,0 1 0,1 3 0,-1-3 2,0 0-1,0 0 0,0 0 1,0 0-1,-1 0 1,1 6-1,0-2-5,0 1-1,1-1 1,0 0 0,0 0-1,1 0 1,0 0 0,0 0 0,7 10-1,-6-9-1,0 17 6,-1-19 1,-2-5-1,-1 0 0,1 1 0,0-1 0,-1 1 1,1-1-1,-1 1 0,1-1 0,-1 1 0,1-1 1,-1 1-1,0 0 0,0-1 0,0 3 1,0-4-3,0 1 0,0 0 1,0-1-1,0 1 0,0-1 1,1 1-1,-1-1 1,0 1-1,0 0 0,1-1 1,-1 1-1,0-1 0,0 0 1,1 1-1,-1-1 0,1 1 1,-1-1-1,0 1 1,1-1-1,-1 0 0,1 1 1,-1-1-1,1 0 0,0 1 1,0-1-8,1 2-76,3-8-4014,-3 3 3413,-1 1 0,1-1 0,-1 1-1,0-1 1,0 0 0,0 1 0,1-5-1,2-4-1416,-2-2-1078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16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253 261 520,'0'0'3380,"-1"0"-2463,0 1-888,1-1 0,0 0 0,-1 0 0,1 0-1,0 0 1,-1 0 0,1 0 0,0 0 0,-1 0 0,1 0 0,0 0 0,0 0-1,-1 0 1,1-1 0,0 1 0,-1 0 0,1 0 0,0 0 0,0 0 0,-1 0-1,1-1 1,0 1 0,0 0 0,-1 0 0,1 0 0,0-1 0,0 1 0,0 0-1,-1 0 1,1-1 0,0 1 0,0 0 0,0 0 0,0-1 0,0 1 0,0 0-1,-1-1 1,1 1 0,-20-1 1267,19 1-1276,-1 1-1,1-1 1,0 1-1,-1 0 0,1 0 1,0-1-1,0 1 1,0 0-1,-1 0 0,1 0 1,0 1-1,0-1 1,0 0-1,1 0 1,-1 0-1,0 1 0,0-1 1,0 2-1,-3 4 107,-17 33 357,18-35-421,0 0-1,1 0 0,-1 1 1,1-1-1,0 1 0,1-1 1,-1 1-1,1-1 0,0 1 1,-1 10-1,2-10 13,0 0-1,-1 0 1,-3 10-1,2-10 10,1 0-1,0 0 0,-1 11 1,2-2 108,-1 1 1,0-1-1,-6 20 1,6-26-111,0 1 0,0 0 1,0-1-1,3 16 0,-2 2-19,1-23-53,-1 0-1,1 0 1,-1 0 0,1-1 0,2 6 0,-2-6-3,0 1 1,0 0-1,0 0 1,0-1-1,-1 6 1,0-2 6,1 0 0,-1 1 1,1-1-1,0 0 0,1 0 1,-1-1-1,6 14 0,-5-15-5,-1-3-6,0 1 0,0-1-1,0 0 1,0 1 0,0-1 0,0 0-1,1 0 1,-1 0 0,1 0 0,-1 0-1,4 3 1,27 22 3,-30-27 7,1 1-1,-1-1 0,1 1 1,-1-1-1,1 0 0,-1 0 1,1 0-1,0 0 0,-1 0 1,1-1-1,3 0 0,-2-1 2,0 0 0,0 0-1,0 0 1,0 0 0,-1-1-1,1 0 1,-1 1 0,1-1-1,-1 0 1,0-1 0,0 1-1,-1 0 1,1-1 0,2-5-1,0-1 9,-4 9-17,0 0-1,-1 0 1,1 0-1,0 0 1,-1 0 0,1-1-1,-1 1 1,1 0-1,-1 0 1,0-1 0,0 1-1,1 0 1,-1-1-1,0 1 1,0 0 0,0-1-1,-1-1 1,-41-80 46,40 79-47,-1-1-1,0 1 1,0 0-1,-8-7 1,8 8-1,-1-1 0,1 0 1,0 0-1,-6-8 0,5 5-1,-1 0-1,0 0 1,0 0-1,-1 1 0,-8-8 1,6 7-6,1 0 1,0-1-1,-9-12 1,8 9 2,-1 0 0,0 1 0,-1 0 0,0 1 0,-1 0 0,-18-12 0,28 21 2,0-1 1,0 0-1,0 0 1,0 1-1,0-1 0,0 0 1,0 0-1,0 0 1,1 0-1,-1-1 0,0 1 1,1 0-1,-2-2 1,2 2-1,-1 0 0,1 0 0,-1 0 0,1 0 0,-1 0 0,1 0 0,-1 0 0,0 0 0,0 1 0,1-1 0,-1 0 1,0 0-1,-1 0 0,0 0 0,0-1 1,1 1-1,0 0 1,-1-1-1,1 1 0,0-1 1,-2-2-1,-8-8-7,7 11 5,0-1 2,3-12-23,1 13 20,0 0 0,0 0 0,0 0 0,1 0 1,-1 0-1,1-1 0,-1 1 0,1 0 0,-1 0 0,1 0 0,-1 0 0,1 0 0,0 0 0,0 0 1,0 1-1,-1-1 0,3-2 0,21-12-15,-6 4 5,136-113-231,-152 122 237,0 0 0,0-1 1,0 1-1,0-1 0,3-4 1,5-7 4,-3 7 3,-6 6 0,1-1 0,0 1 0,-1-1 1,1 0-1,-1 0 0,0 1 0,0-1 0,0 0 0,0 0 1,1-3-1,12-19 22,-12 21-5,0 1 0,0-1-1,0 1 1,-1-1 0,0 0-1,1 0 1,-1 0 0,0 0-1,0 0 1,0 0-1,-1 0 1,1 0 0,-1-6-1,0-44 5836,0 53-5835,0 0 0,0 1 0,0-1 0,0 1 0,0-1 0,0 0-1,0 1 1,0-1 0,0 1 0,0-1 0,0 1 0,0-1 0,0 0 0,0 1 0,1-1 0,-1 1 0,0-1 0,0 0 0,0 1 0,1-1 0,-1 1 0,3 4 83,0 0 0,0 0-1,-1 0 1,0 0 0,0 1 0,2 8 0,8 22 402,-7-24-371,-1 1 1,-1-1-1,0 1 0,2 23 1,-3-18-55,1-1 0,5 19-1,-5-26-45,-1-1 0,0 1 0,-1 0 0,1 17 0,1 18 45,4-2-13,-2-17-23,-1 0 1,0 30-1,1 9 5,1 7 24,-6 106 62,0-177-132,0-1 0,0 1 0,0 0 0,0 0 0,1 0 0,-1 0 0,0 0 1,0 0-1,1 0 0,-1 0 0,1 0 0,-1 0 0,0-1 0,1 1 0,0 1 0,3 4 0,-2 6 1,-2-1-225,0-9 31,0-6 123,0 3-326,0-7-1380,0-10-384,-1 11 888,1-1-1,0 0 1,0 1 0,3-13-1,4-2-2068,-5-4-140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0:1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12 199 220,'0'-3'767,"0"2"-478,0-1-1,1 1 1,-1 0-1,0-1 0,0 1 1,0 0-1,0-1 1,-1 1-1,1-1 0,0 1 1,-1 0-1,1-1 1,-1 1-1,1 0 0,-1 0 1,1-1-1,-1 1 1,0 0-1,0 0 0,1 0 1,-1 0-1,-3-2 2482,4 4-2650,-1 0 0,1 1 0,0-1 0,0 0 1,0 0-1,0 1 0,0-1 0,0 0 0,1 0 1,-1 0-1,0 1 0,1-1 0,-1 0 0,1 0 1,-1 0-1,1 0 0,-1 1 0,2 0 0,-1-1-23,-1 0-1,1 1 1,0-1-1,-1 0 1,1 1-1,-1-1 1,1 1-1,-1-1 1,0 1-1,1 2 1,-1-2 6,0 1 0,0-1 0,1 0 0,-1 0 0,1 0 1,-1 1-1,1-1 0,1 2 0,-1-2-6,0 1 0,0-1-1,0 1 1,-1-1 0,1 1-1,-1 0 1,1-1 0,-1 4-1,0 2 162,1 1 0,1-1-1,-1 0 1,6 14 0,2 14 394,12 73 718,13 67-195,-30-134-985,-1-32-151,-2-7-29,0-1 1,0 1-1,0-1 1,-1 1 0,1 0-1,-1-1 1,1 5 0,-1-5-8,0 0 4,-1 1 0,1-1 1,0 1-1,0-1 1,1 0-1,-1 1 1,1-1-1,-1 0 1,1 1-1,0-1 0,-1 0 1,1 0-1,0 0 1,3 4-1,-3-3-1,-1-1-1,1 0 1,-1 0 0,1 0-1,-1 0 1,0 0-1,0 0 1,0 1 0,0-1-1,-1 4 1,1 0 11,0-5 2,0-22 352,0 20-364,0 0 0,-1-1 1,1 1-1,0 0 0,0 0 0,-1-1 0,1 1 1,-1 0-1,1 0 0,-1 0 0,0-2 0,0 2-3,0-1-1,0 1 0,1 0 0,-1-1 0,1 1 0,-1 0 1,1-1-1,-1 1 0,1-1 0,0 1 0,0-3 1,0-710-46,0 713 40,0 1 1,0 0-1,0-1 0,0 1 0,1 0 0,-1-1 1,0 1-1,0 0 0,0 0 0,1-1 0,-1 1 1,0 0-1,0 0 0,1-1 0,-1 1 0,0 0 1,0 0-1,1 0 0,-1 0 0,0-1 0,1 1 0,-1 0 1,1 0-1,-1 0-2,0 0 0,0 0 0,1 0 0,-1 0 0,0 0 0,0 0 1,1 0-1,-1 0 0,0-1 0,0 1 0,0 0 0,1 0 0,-1 0 0,0 0 0,0 0 0,0 0 1,1-1-1,-1 1 0,0 0 0,0 0 0,0 0 0,0-1 0,0 1 0,1 0 0,-1 0 0,0 0 1,0-1-1,0 1 0,0 0 0,0 0 0,0-1 0,0 1 0,0 0 0,0 0 0,0 0 0,0-1 1,0 1-1,0 0 0,0 0 0,0-1 0,2 3 1,0-1 0,-1 1 0,1-1 0,1 0 0,-1 0 0,0 1 0,0-1 0,0-1 0,1 1 0,-1 0 0,0 0 0,1-1 0,3 1 0,-5-1 3,3 1 3,1 1 1,0-1 0,-1 1-1,0 0 1,1 1-1,-1-1 1,0 1-1,0 0 1,0 0-1,5 5 1,4 6-18,16 20-1,-26-31 12,0 3-2,1 0 1,-1-1-1,0 1 1,0 1-1,-1-1 1,3 10-1,3 8-16,-7-19 18,0 1 1,0 0 0,0 0-1,-1 0 1,0 0-1,0 0 1,-1 7-1,0 8 8,0-19-4,1 0-1,0 0 0,-1-1 1,1 1-1,-1 0 1,1-1-1,-1 1 0,0 0 1,0-1-1,0 1 0,0-1 1,0 1-1,0-1 1,-2 2-1,-8 14 12,8-13-9,0-1 1,0 1-1,0 0 1,-1-1-1,1 0 1,-1 0-1,0 0 1,-7 4-1,-15 14-46,21-18-26,0 0 1,0 0 0,0 0 0,0-1 0,0 0 0,-1 0 0,1 0 0,-7 1-1,-1 1-463,8-3 34,0 1 1,0-1-1,0-1 0,0 1 1,0-1-1,0 1 0,-9-2 1,13 1 124,-1-1 0,0 1 1,0 0-1,0-1 1,0 1-1,0-1 0,1 0 1,-1 0-1,0 1 1,0-1-1,1 0 0,-1-1 1,1 1-1,-1 0 1,1 0-1,-1-1 0,1 1 1,0-1-1,0 1 1,0-1-1,0 1 0,0-1 1,-1-2-1,0-10-3068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3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21 220 1488,'-2'0'1081,"-7"0"838,9 8-360,0-7-1519,0-1 1,0 1-1,0-1 0,0 1 1,0-1-1,0 0 0,0 1 0,0-1 1,0 1-1,0-1 0,0 1 0,0-1 1,0 0-1,1 1 0,-1-1 1,0 1-1,0-1 0,0 0 0,1 1 1,-1-1-1,0 0 0,0 1 1,1-1-1,-1 0 0,0 1 0,1-1 1,-1 0-1,0 0 0,1 1 0,-1-1 1,1 0-1,2 2-69,-3-2 45,1 0 0,-1 0-1,0 0 1,0 1-1,0-1 1,0 0-1,1 0 1,-1 0 0,0 0-1,0 0 1,0 0-1,0 1 1,0-1 0,1 0-1,-1 0 1,0 0-1,0 0 1,0 1 0,0-1-1,0 0 1,0 0-1,0 0 1,0 1-1,0-1 1,0 0 0,0 0-1,0 0 1,0 1-1,0-1 1,0 0 0,0 0-1,0 0 1,0 1-1,0-1 1,0 0 0,0 0-1,0 0 1,0 1-1,0-1 1,0 0-1,0 0 1,0 0 0,-1 1-1,1-1 1,0 0-1,0 0 1,0 0 0,0 0-1,0 0 1,-1 1-1,-7 3 898,9-4-889,0 0 8,-1 0 1,0-1-1,0 1 1,1 0-1,-1 0 0,0 0 1,0 0-1,1 0 1,-1 0-1,0 0 0,0 0 1,1 1-1,-1-1 1,0 0-1,0 0 1,1 0-1,-1 0 0,0 0 1,0 0-1,1 0 1,-1 0-1,0 1 0,0-1 1,0 0-1,1 0 1,-1 0-1,0 1 0,0-1 1,0 0-1,0 0 1,0 0-1,1 1 1,-1-1-1,0 0 0,0 0 1,0 1-1,0-1 1,0 0-1,0 0 0,0 1 1,0-1-1,0 0 1,0 0-1,0 1 0,0-1 1,0 1-1,-17-1 4835,14 0-2777,10 0-2174,-5 0 323,11 0 517,-4-2-598,0 1 0,0-1 1,0 0-1,9-4 0,-8 3-64,12-8 44,-18 9-116,0 0 0,0 0 0,1 0 0,-1 0 0,8-1 0,9-1 4,-1-1 0,0-1 1,1 0-1,29-15 0,-34 15-9,30-9 1,-20 8-18,6-1-33,-23 6 17,1 0 0,17-7 0,-13 5 16,-1 0-1,26-5 0,14-3 31,-47 11-29,0 0 1,0-1-1,-1 2 1,1-1 0,11 1-1,-17 0-1,1 0 0,-1 0 0,0 0 0,1 0 0,-1 0 0,0 0 0,1 0 0,-1 0 0,0 0 0,0 0 1,1 0-1,-1 0 0,0 0 0,1 0 0,-1 0 0,0 0 0,0-1 0,1 1 0,-1 0 0,0 0 0,1 0 0,-1 0 0,0-1 0,0 1 0,0 0 0,1 0 0,-1-1 0,0 1 0,0 0 0,0 0 0,1-1 0,-1 1 0,0 0 0,0 0 0,0-1 0,0 1 0,0 0 0,0-1 0,0 0 32,1 1-31,1 0-1,-1 0 0,0-1 0,0 1 0,0 0 0,0 0 0,0-1 0,0 1 0,0-1 0,0 1 0,0-1 0,0 1 0,0-1 0,0 0 0,0 0 0,0 1 0,0-1 0,0 0 0,-1 0 0,1 0 0,0-1 0,0 2 0,-1-1 0,1 0-1,-1 1 1,1-1 0,-1 0 0,1 1-1,-1-1 1,1 1 0,0-1 0,-1 1-1,1 0 1,1-2 0,-2 2-1,9-11-6,-4 5 10,-1 0 1,0 1 0,1 0-1,0 0 1,7-6 0,-10 8 16,-1-1 1,7-3-11,-6 3-16,-2 3-4,0 1-38,0 0 46,0 0 0,1 1 1,-1-1-1,0 0 0,0 0 0,0 0 0,0 1 0,0-1 0,0 0 0,0 0 0,0 1 0,0-1 1,0 0-1,0 0 0,0 1 0,-1-1 0,1 0 0,0 0 0,0 0 0,0 1 0,0-1 1,0 0-1,0 0 0,0 0 0,-1 1 0,1-1 0,0 0 0,0 0 0,0 0 0,-1 1 0,-17 5-1386,6-2-753,11-4 1835,0 1-1,0-1 0,0 1 0,0-1 0,0 0 1,0 1-1,0-1 0,0 0 0,0 0 0,0 0 1,-2 0-1,1 0-311,0 0 1,-1 0-1,1 0 0,-1 0 1,1-1-1,0 1 1,-1-1-1,1 1 0,0-1 1,-1 0-1,-2-2 0,-6-3-2444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35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1 292,'0'0'122,"0"1"0,0-1-1,0 1 1,0-1 0,0 0 0,0 1 0,-1-1-1,1 1 1,0-1 0,0 0 0,0 1 0,0-1 0,0 0-1,-1 1 1,1-1 0,0 1 0,0-1 0,-1 0-1,1 0 1,0 1 0,0-1 0,-1 0 0,1 1-1,0-1 1,-1 0 0,1 0 0,-1 1 0,-4 3 652,5-2-218,0-2-544,0 0 1,0 0 0,0 0-1,0 1 1,0-1-1,0 0 1,0 0 0,0 0-1,0 0 1,0 0-1,0 0 1,0 1 0,0-1-1,0 0 1,0 0-1,0 0 1,0 0 0,0 0-1,0 0 1,0 1-1,0-1 1,0 0-1,0 0 1,0 0 0,0 0-1,0 0 1,-1 0-1,1 1 1,0-1 0,0 0-1,0 0 1,0 0-1,0 0 1,0 0 0,0 0-1,0 0 1,-1 0-1,1 0 1,0 0 0,0 1-1,-1-2 25,1 1 0,0 0 0,-1 0-1,1 0 1,-1 1 0,1-1 0,0 0 0,-1 0 0,1 0-1,0 0 1,-1 0 0,1 0 0,0 0 0,-1 1 0,1-1-1,0 0 1,-1 0 0,1 1 0,0-1 0,-1 0-1,1 0 1,0 1 0,0-1 0,-1 0 0,1 1 0,0-1-1,0 0 1,0 1 0,-1-1 0,1 0 0,0 1-1,0-1 1,0 0 0,0 1 0,0-1 0,0 1 0,0-1-1,0 0 1,0 1 0,0-1 0,0 0 0,0 1 0,0-1-1,0 1 1,0-1 0,0 0 0,1 1 0,-25 1 3850,24-1-3950,-1-1 167,0 0 0,1 0 0,-1 1 0,1-1 0,-1 1 0,1-1 0,-1 0 0,1 1 0,-1-1 0,1 1 0,-1-1 0,1 1 0,0-1 0,-1 1 0,1 0 0,0-1 0,0 1 0,-1-1 0,1 1 0,0 1 0,0-1 737,-2-1-744,-5 0-13,5 0-10,4 0-4,5 0 15,-5 0 536,-2 0-582,0 0 0,-1 1-1,1-1 1,0 0-1,0 0 1,0 1-1,0-1 1,0 0 0,0 0-1,0 0 1,0 1-1,0-1 1,0 0 0,0 0-1,0 1 1,0-1-1,0 0 1,0 0 0,1 1-1,-1-1 1,0 0-1,0 0 1,0 0-1,0 1 1,0-1 0,0 0-1,1 0 1,-1 0-1,0 0 1,0 1 0,1-1-1,-1 0-25,0 0 0,0 0 0,1 0-1,-1 0 1,0 0 0,1-1 0,-1 1 0,0 1 0,1-1-1,-1 0 1,0 0 0,0 0 0,1 0 0,-1 0-1,0 0 1,1 0 0,-1 0 0,0 0 0,0 1 0,1-1-1,-1 0 1,0 0 0,0 0 0,1 0 0,-1 1 0,0-1-1,0 0 1,0 0 0,1 1 0,-1-1 0,0 0-1,0 0 1,0 1 0,0-1 0,0 0 0,0 1 0,1-1-1,-1 1 1,12 0 940,62 6 622,-47-7-1449,46-6 1,15-1-83,2-16-5,-39 9-7,-45 13-33,-1 0 0,0-1 0,0 1 0,7-5 0,-11 6 8,-1-1 1,1 1-1,0-1 0,-1 1 1,1 0-1,0 0 0,-1-1 1,1 1-1,-1 0 0,1 0 1,0 0-1,0 0 0,-1-1 1,1 1-1,0 0 0,-1 0 1,1 1-1,0-1 0,-1 0 1,1 0-1,0 0 0,-1 0 1,1 1-1,0-1 0,-1 0 1,1 0-1,0 1 0,-1-1 1,1 1-1,-1-1 0,1 0 1,-1 1-1,1-1 0,-1 1 1,1 0-1,-1-1 0,1 2 1,-1-1 135,-3-1-114,3 0-29,0-1-1,0 1 1,0 0 0,-1 0-1,1 0 1,0 0-1,0 0 1,-1 0 0,1 0-1,0 0 1,-1 0-1,1 0 1,0 0 0,0 0-1,-1 0 1,1 0-1,0 0 1,0 1 0,0-1-1,-1 0 1,1 0-1,0 0 1,0 0 0,-1 0-1,1 0 1,0 1-1,0-1 1,0 0 0,-1 0-1,1 0 1,0 1-1,0-1 1,0 0 0,0 0-1,0 0 1,0 1-1,-1-1 1,1 0 0,0 0-1,0 1 1,0-1-1,0 0 1,0 0 0,0 1-1,0-1 1,0 2-10,0-2 10,0 0 0,0 0 0,0 0-1,0 0 1,1 0 0,-1 0 0,0 0 0,0 0 0,0 0 0,0 0 0,0 0-1,0 0 1,0 0 0,0 1 0,0-1 0,0 0 0,0 0 0,0 0 0,0 0 0,0 0-1,0 0 1,0 0 0,0 0 0,0 0 0,0 1 0,0-1 0,0 0 0,0 0-1,0 0 1,0 0 0,0 0 0,0 0 0,0 0 0,0 0 0,0 0 0,0 1 0,0-1-1,0 0 1,0 0 0,0 0 0,0 0 0,0 0 0,0 0 0,-1 0 0,1 0-1,0 0 1,0 0 0,0 0 0,0 0 0,0 0 0,0 0 0,0 1 0,0-1 0,0 0-1,0 0 1,-1 0 0,1 0 0,-6 6-1,4-4 2,1-1-12,1 0 0,0 0 0,-1 0 0,1 1 0,0-1 0,-1 0 0,1 0 0,0 0 0,0 0 0,0 0 0,0 1 0,0-1 0,0 0 0,1 2 0,-1 0-1,0-3 11,0 1 1,0-1-1,0 1 1,0-1 0,0 1-1,0-1 1,0 0-1,0 1 1,0-1-1,-1 1 1,1-1-1,0 1 1,0-1-1,0 0 1,-1 1-1,1-1 1,0 0-1,-1 1 1,1-1 0,0 0-1,-1 1 1,1-1-1,0 0 1,-1 1-1,0-1 2,1 0-1,0 1 1,-1-1 0,1 0-1,-1 1 1,1-1 0,0 1-1,-1-1 1,1 0 0,0 1-1,0-1 1,-1 1 0,1-1-1,0 1 1,0-1 0,0 1-1,-1-1 1,1 1 0,0-1-1,0 1 1,0-1 0,0 1-1,0-1 1,0 2 0,0 0 12,-1 1 1,1 0 0,-1 0 0,0 0 0,1-1 0,-1 1 0,-1 0 0,1-1 0,0 1 0,-2 2 0,-6 12-20,6-7-71,2-7 49,0 0 1,0 0 0,0 1 0,-1-1 0,-2 4 0,-9 17-37,10-16 56,-2-1-1,-9 15 0,-161 211-853,100-138-5579,31-39-1211,22-28 3663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36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3 131 1252,'-1'-2'144,"1"1"-1,0 0 1,0-1 0,0 1-1,0-1 1,1 1 0,-1 0-1,0-1 1,1 1 0,-1 0-1,0-1 1,1 1 0,0 0-1,-1-1 1,1 1-1,0 0 1,-1 0 0,1 0-1,2-2 1,-3 2-101,1 1 1,-1-1-1,0 0 0,1 0 0,-1 0 1,0 1-1,0-1 0,0 0 1,1 0-1,-1 0 0,0 0 1,0 0-1,0 0 0,0 1 0,-1-1 1,1 0-1,0 0 0,0-1 1,-1 1-3,1 0 0,0 0 1,0 1-1,0-1 1,-1 0-1,1 0 1,0 0-1,0 0 1,1 0-1,-1 0 1,0 1-1,0-1 0,0 0 1,0 0-1,1 0 1,-1 0-1,0 1 1,1-2-1,0 1 28,0 0 0,0 0 0,0 0 0,0 0 0,-1 0 0,1-1-1,0 1 1,-1 0 0,1 0 0,-1 0 0,1-1 0,-1 1 0,0 0 0,0-1-1,1 1 1,-1 0 0,0-1 0,0 1 0,0 0 0,0-1 0,-1 1 0,1 0 0,0-1-1,-1-1 1,-3-2 202,3 5-193,1-1 0,-1 1 0,1-1 1,0 1-1,-1 0 0,1-1 0,0 1 0,-1-1 1,1 1-1,0-1 0,0 1 0,-1-1 0,1 1 0,0-1 1,0 1-1,0-1 0,0 1 0,0-1 0,0 0 1,-2-10 2096,2 11-2099,0 0-1,0-1 1,-1 1-1,1 0 1,0 0-1,0-1 1,-1 1-1,1 0 1,0 0-1,-1 0 1,1 0-1,0-1 1,0 1-1,-1 0 1,1 0-1,0 0 1,-1 0-1,1 0 1,-1 0-1,1 0 1,0 0-1,-1 0 1,1 0-1,-1 0 1,-1-6 4832,3 26-3643,-2-12-1269,1-7 3,-1 0 1,1 0-1,0 0 1,0 0-1,0 0 1,0 0-1,0 1 1,0-1-1,0 0 1,0 0-1,1 0 1,-1 0-1,0 0 1,1 0-1,-1 0 1,1 1-1,1 0 1,-1-1 1,0 1-1,0 0 1,0-1-1,-1 1 0,1 0 1,0 0-1,-1 0 0,1 0 1,-1-1-1,1 1 0,-1 0 1,0 0-1,0 0 0,0 0 1,0 4-1,0-3 6,0-1 0,0 1 0,1 0-1,0 0 1,-1 0 0,3 4 0,-2-4-1,0-1 0,0 1 1,0-1-1,-1 1 0,1 0 0,0 4 0,-2 11 31,1-14-25,-1 0 0,1 1 1,0-1-1,1 1 0,-1-1 1,2 6-1,1-3 11,-2 0-1,1 0 1,-1-1 0,0 1-1,0 0 1,-1 7-1,0 83 159,1-97-173,-1 0 0,1 0 0,-1 0 0,1 0 1,-1 1-1,1-1 0,-1 0 0,1 0 0,-1 0 0,1 0 0,0 0 1,-1 0-1,1 0 0,-1 0 0,1 0 0,-1-1 0,1 1 0,-1 0 1,1 0-1,-1 0 0,1-1-8,-1 1 1,0-1-1,0 1 1,0-1-1,0 1 1,0-1-1,0 1 1,0 0-1,0-1 1,0 1-1,-1-1 1,1 1-1,0-1 1,0 1-1,0 0 1,0-1-1,-1 1 1,1 0-1,0-1 1,0 1 0,-1-1-1,1 1 1,0 0-1,-1-1 1,1 1-1,0 0 1,-1 0-1,1-1 1,0 1-1,-1 0 1,0 0-1,-2-2-68,3 1-8,-1 0-1,1 0 0,0 0 0,-1 0 1,1 0-1,0-1 0,0 1 1,-1 0-1,1 0 0,0 0 1,0 0-1,1-2 0,-2-6-689,-1 6 380,1 1 0,0-1 1,0 0-1,0 1 1,0-1-1,0 0 0,0 0 1,1 0-1,-1 0 1,1 1-1,0-1 0,0 0 1,1-5-1,-2 2-788,0 0 0,1 0 1,-4-9-1,2 9 21,1 0 0,0 0 0,0-9 0,1-7-2226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37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581 95 1784,'-4'-1'313,"0"-1"-1,0 1 1,0 0-1,0 0 1,0 0-1,0 1 1,0-1-1,0 1 1,0 0-1,0 0 1,0 0-1,0 1 1,0-1-1,0 1 1,-5 1-1,-20 2 806,21-3-759,0 0 0,-1 0 0,1 1 0,-1 0 0,-8 4 0,9-4 55,1 1-188,0 0 1,1 0-1,-1 1 0,1 0 0,-7 5 0,-9 6 441,15-9-498,0-1 0,0 1 0,0 1 0,1-1 0,0 1 0,0 0 0,1 0-1,0 1 1,0 0 0,-4 9 0,-6 15 507,-14 43 0,24-60-551,-1 6 82,2 0-1,-5 41 0,4-24 13,-2 9 63,2-23-116,1 2 0,1-1 0,2 0 0,0 0-1,4 32 1,0-39-104,-1-4 2,0 0 0,0 16 0,-2-20-34,1 0-1,0 1 1,0-1-1,1 0 1,4 13-1,2 16 59,-7-31-64,1 0 1,0 0 0,0 0 0,0 0-1,5 8 1,5 4 56,7 16 99,-16-29-134,0 1-1,0-1 1,1 0-1,0-1 1,0 1-1,1-1 1,0 0-1,8 9 1,5 2 36,-7-5-46,0-2-1,0 0 1,1 0-1,1-1 0,-1 0 1,1-1-1,20 9 1,-13-10 71,39 10 0,-52-16-87,0 0-1,1 0 0,-1 0 0,1-1 0,-1 0 0,1-1 0,-1 0 1,1 0-1,9-3 0,6-2 52,-15 4-43,-1 0-1,0 0 1,0-1 0,0 0 0,10-6-1,10-7 84,26-17 43,-48 30-137,0-1 1,0-1-1,-1 1 0,1 0 0,-1-1 0,0 0 1,3-5-1,16-25 160,33-40-1,-39 52-71,-1-1 0,-1 0 0,12-29 0,-23 42-59,0 0 0,-1 0 1,0-1-1,-1 1 1,1-16-1,0 6 16,-1-3 32,-1-40 0,-2 31-29,0 12-19,-1 1 0,-1-1-1,-1 1 1,-10-32 0,5 20 8,-2-4 7,-24-51 0,22 61-30,-27-40 0,29 50-23,3 3 0,-2-4 10,-1 0-1,-1 0 1,-1 1-1,-23-22 1,13 18 19,-49-32 1,59 44-39,0 1 1,-1 0-1,0 1 0,0 0 1,-29-6-1,27 8-2,1 1 0,-1 1-1,0 0 1,0 1 0,1 1 0,-1 0-1,-28 5 1,-34 17-22,57-15 18,11-4-5,0 1 0,-11 7 0,-6 3-39,17-10 29,0 0-42,1 1 1,-1 0-1,-17 12 0,-6 9-1123,-44 43 0,66-61 509,9-7 473,0 0 0,1 0-1,-1 0 1,1 0 0,-1 0 0,1 1-1,-1-1 1,1 0 0,0 1-1,-2 1 1,1 3-814,2-6 917,0 1-1,0-1 0,-1 0 1,1 0-1,0 1 0,0-1 1,0 0-1,0 1 1,0-1-1,0 0 0,-1 1 1,1-1-1,0 0 0,0 0 1,0 1-1,-1-1 0,1 0 1,0 0-1,0 0 1,-1 1-1,1-1 0,0 0 1,-1 0-1,1 0 0,0 0 1,-1 0-1,1 0 1,0 1-1,0-1 0,-1 0 1,1 0-1,0 0 0,-1 0 1,1 0-1,-1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1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429 564 468,'0'33'5935,"0"-32"-5333,0-1-535,0 0 1,0 0-1,0-1 1,0 1-1,0 0 1,0 0-1,0 0 1,0-1-1,0 1 1,0 0-1,0 0 1,0-1-1,0 1 1,0 0-1,0 0 1,0-1-1,0 1 1,0 0-1,0 0 1,0 0-1,0-1 1,-1 1-1,1 0 1,0 0-1,0 0 1,0-1-1,0 1 1,0 0-1,-1 0 1,1 0-1,0-1 1,-1 2 0,0-1 0,1 0 0,-1 0 0,0 0 0,0 0 1,1 0-1,-1 0 0,0 0 0,1 0 0,-1-1 0,0 1 0,0 0 0,1 0 1,-1-1-1,0 1 0,1 0 0,-1-1 0,1 1 0,-1 0 0,0-1 0,1 1 1,-1-1-1,1 1 0,-1-1 0,1 0 0,-1 1 0,1-1 0,0 1 0,-1-1 1,1 0-1,0 1 0,-1-1 0,1-1 0,0 2-60,0-1 0,0 1 0,0 0 0,-1 0 0,1 0 0,0-1 0,0 1 0,0 0 0,0 0 0,0 0 0,0-1 0,0 1 0,-1 0 0,1 0 0,0 0 0,0 0 0,0-1 0,0 1 0,-1 0 0,1 0 0,0 0 0,0 0 0,0 0 0,-1 0 0,1 0 0,0 0 0,0-1 0,0 1 0,-1 0 0,1 0 0,0 0 0,0 0 0,-1 0 0,1 0-1,0 0 0,0 0 0,-1 0 0,1 0 0,0 0-1,0 0 1,-1 0 0,1 0 0,0 0 0,0 0 0,0 0 0,-1 0 0,1 0 0,0 0 0,0-1 0,0 1 0,-1 0 0,1 0 0,0 0-1,0 0 1,0-1 0,0 1 0,0 0 0,-1 0 0,1 0 0,0 0 0,0-1 0,0 1 0,0 0 0,0 0 0,0 0 0,0-1-1,0 1 1,0 0-2,0-1 0,0 1 0,0 0 1,0 0-1,0 0 0,0-1 0,0 1 0,0 0 0,0 0 0,-1 0 0,1-1 0,0 1 0,0 0 0,0 0 0,0 0 0,0-1 0,0 1 0,0 0 0,0 0 0,-1 0 0,1 0 0,0-1 0,0 1 0,0 0 0,0 0 0,-1 0 0,1 0 0,0 0 0,0 0 0,0 0 0,0 0 0,-1 0 0,1-1 0,0 1 0,0 0 0,0 0 0,-1 0 0,1 0 0,0 0 1,-1 0-1,1 0 1,0 0-1,-1 0 0,1 0 1,0 0-1,0 0 1,-1 0-1,1 0 1,0-1-1,0 1 0,-1 0 1,1 0-1,0 0 1,0 0-1,-1-1 1,1 1-1,0 0 0,0 0 1,0-1-1,0 1 1,-1 0-1,1 0 0,0-1 1,0 1-1,0 0 1,0 0-1,0-1 1,0 1-1,0 0 0,0 0 1,0-1-1,0 1 1,0 0-1,0-1 1,0 1-1,0 0 0,0-1 1,0 1 11,0-1 1,0 1-1,0-1 0,0 1 1,0-1-1,0 1 0,0 0 1,0-1-1,0 1 0,0-1 1,0 1-1,0-1 0,-1 1 1,1 0-1,0-1 0,0 1 1,0-1-1,-1 1 0,1 0 1,0-1-1,0 1 1,-1 0-1,1-1 0,0 1 1,-1 0-1,1-1 0,0 1 1,-1 0-1,1 0 0,0-1 1,-1 1-1,-2-2 22,2-3 231,1 5-227,0-1-1,0 1 1,0 0-1,0-1 1,0 1-1,0 0 0,0-1 1,0 1-1,0 0 1,0-1-1,0 1 1,0 0-1,0 0 1,0-1-1,-1 1 0,1 0 1,0-1-1,0 1 1,0 0-1,0 0 1,0-1-1,-1 1 0,1 0 1,0 0-1,0-1 1,0 1-1,-1 0 1,-1-1-24,2 1 14,-1-1-1,1 1 1,0 0-1,-1-1 1,1 1-1,-1 0 1,1-1-1,-1 1 1,1 0-1,0-1 1,-1 1-1,1-1 1,0 1-1,-1-1 1,1 1-1,0-1 1,0 1-1,-1-1 1,1 1-1,0-1 0,0 1 1,0-1-1,0 1 1,0-1-1,0 0 1,0 0-1,0 1-26,0-1 0,0 1 0,0 0 0,0 0 0,0-1 0,0 1 0,0 0 0,0 0 0,-1-1 0,1 1 0,0 0-1,0 0 1,0-1 0,0 1 0,0 0 0,0 0 0,0 0 0,-1-1 0,1 1 0,0 0 0,0 0 0,0 0 0,-1 0 0,1 0-1,0-1 1,0 1 0,0 0 0,-1 0 0,1 0 0,0 0 0,-1 0 2,1-1-1,-1 1 1,1 0-1,-1-1 1,1 1-1,-1 0 1,1-1-1,0 1 1,-1 0-1,1-1 1,0 1-1,-1-1 0,1 1 1,0-1-1,0 1 1,-1-1-1,1 1 1,0-1-1,0 1 1,0-1-1,0 1 1,-1-1-1,1 1 1,0-1-1,0 1 1,0-1-1,0 0 1,0 1-1,1-1 1,-1 0-1,0-45 125,0 46-129,0 0 0,0 0 0,0 0-1,0-1 1,0 1 0,0 0-1,0 0 1,0 0 0,0-1-1,1 1 1,-1 0 0,0 0-1,0 0 1,0-1 0,0 1-1,0 0 1,1 0 0,-1 0-1,0 0 1,0 0 0,0-1-1,1 1 1,-1 0 0,0 0-1,0 0 1,0 0 0,1 0 0,-1 0-1,0 0 1,0 0 0,1 0-1,-1 0 1,0 0 0,1 0-2,-1 0 1,0 0 0,0 0 0,0 0 0,1 0 0,-1 0 0,0 0 0,0 0-1,0 0 1,1-1 0,-1 1 0,0 0 0,0 0 0,0 0 0,1 0 0,-1 0-1,0 0 1,0-1 0,0 1 0,0 0 0,1 0 0,-1 0 0,0 0-1,0-1 1,0 1 0,0 0 0,0 0 0,0 0 0,0-1 0,1 1 0,-1 0-1,0 0 1,0-1 0,0 0 3,0 0 0,1 0 0,-1 0 0,0 0 0,1 0 0,-1 0 0,1 0 0,-1 1 0,1-1 0,0 0 0,-1 0 0,1 0 0,0 1 0,0-1 0,-1 0 0,2 0 0,-1 0-4,0 1-1,0-1 1,0 0 0,0 0 0,-1 0 0,1 0 0,0 0 0,0 0 0,-1 0 0,1 0 0,-1 0 0,1 0 0,-1 0 0,1 0 0,-1 0 0,1-2 0,-1 3-1,0-1-1,0 0 1,0 1 0,0-1 0,0 1 0,0-1 0,1 0-1,-1 1 1,0-1 0,0 1 0,1-1 0,-1 1 0,0-1-1,1 1 1,-1-1 0,1 1 0,-1 0 0,0-1 0,1 1-1,-1 0 1,1-1 0,-1 1 0,1 0 0,0-1 0,0 1-2,2-5-17,-2 3 14,2 0-3,-2 2 7,-1 0 1,0 0-1,0 0 0,1 0 1,-1 0-1,0 0 0,0 0 0,0 0 1,1 0-1,-1 0 0,0 0 1,0-1-1,0 1 0,1 0 1,-1 0-1,0 0 0,0 0 1,0 0-1,0-1 0,1 1 1,-1 0-1,0 0 0,0 0 0,0 0 1,0-1-1,0 1 0,0 0 1,0 0-1,0-1 0,1 1 1,-1 0-1,0 0 0,0 0 1,0-1-1,0 1 0,9-3-10,24-15 7,-31 17 12,-1 1-8,7 0 3,1 0-27,-6 0 13,0-1 0,0 1 0,0 0 0,0 1 1,6 0-1,-6 2 10,-2-2 2,-1-1 1,1 0-1,-1 1 1,0-1-1,1 0 1,-1 0-1,1 0 1,-1 1-1,1-1 1,-1 0-1,0 0 1,1 0-1,-1 0 1,1 0-1,-1 0 1,1 0-1,-1 0 1,1 0-1,-1 0 1,1 0-1,-1 0 1,1 0-1,3 1 9,-3-1-8,1 1-1,-1-1 0,1 0 1,-1 1-1,0-1 1,1 1-1,-1-1 0,0 1 1,1 0-1,1 1 0,-4 0-4,1-2 1,10 5-10,-9-5 12,-1 1 0,1-1 0,0 1 0,0-1 1,0 1-1,-1-1 0,1 1 0,0 0 0,0-1 0,-1 1 0,1 0 0,-1 0 0,1-1 0,-1 1 0,1 0 0,-1 0 1,1 0-1,-1 0 0,0 0 0,1-1 0,-1 1 0,0 0 0,0 0 0,0 0 0,0 0 0,0 0 0,0 0 0,0 0 1,0 0-1,0 0 0,0 1 0,-1-2 0,1 1-1,0-1 1,0 0 0,0 0 0,0 0 0,0 1 0,0-1-1,0 0 1,0 0 0,1 1 0,-1-1 0,0 0 0,0 0-1,0 1 1,0-1 0,0 0 0,0 0 0,0 0 0,0 1-1,1-1 1,-1 0 0,0 0 0,0 0 0,0 0-1,0 1 1,1-1 0,-1 0 0,0 0 0,0 0 0,0 0-1,1 0 1,-1 0 0,0 0 0,0 0 0,1 1 0,-1-1-1,5 2-2,-4 5 9,0 0 0,-1-1-1,0 1 1,0 10-1,-1-9-3,2 10 12,0-14-14,-1 0 0,1 1 1,-1-1-1,-1 1 0,1-1 0,-1 1 1,-1 8-1,-2-7 0,3-5 0,0-1-1,1 1 1,-1 0 0,1 0-1,0 0 1,-1 0-1,1 0 1,-1-1 0,1 1-1,0 0 1,0 0-1,0 0 1,0 0 0,-1 0-1,2 1 1,-2 0 1,1 0-1,0 0 1,0-1 0,-1 1-1,1 0 1,-1-1 0,1 1-1,-1 0 1,0-1 0,0 1 0,0-1-1,0 1 1,0-1 0,-1 3-1,-8 10 24,0 17 10,9-23-29,-1-1-1,-1 0 1,1 0 0,-1 0-1,-1-1 1,-5 11-1,6-14-5,1 1 0,0 0 0,0 0-1,0 0 1,0 0 0,1 0 0,-2 8-1,-4 11-4,3-16 7,4-6 0,-1 1 0,0 0 0,0-1 0,1 1 0,-1 0 0,1-1 0,-1 1 0,1 0 0,0 3-1,-1 1 4,0 0-1,0 0 0,-1-1 0,0 1 0,0 0 0,0-1 0,-4 7 0,-1 5-3,-1-3 9,6-12-5,1 0 0,-1 0 0,1 0 0,0 0-1,0 0 1,0 1 0,0-1 0,0 0 0,1 1 0,-1 3 0,1-5-3,0 0-1,-1 0 1,1 0 0,0 0-1,0 0 1,0 0 0,-1 0-1,1 0 1,0 0-1,-1 0 1,1 0 0,-1 0-1,1-1 1,-1 1 0,0 0-1,-1 1 1,1 0-2,-1 6-7,2 18-50,0-27 59,0 0-1,0 1 1,0-1-1,1 1 1,-1-1 0,0 0-1,0 1 1,1-1-1,-1 1 1,1-1 0,-1 1-1,0-1 1,1 1-1,-1-1 1,1 1-1,-1-1 1,1 1 0,-1 0-1,1-1 1,1 0-1,-2 1 0,3-6 17,-2 3-18,20-24-29,-1-1 12,-14 20 27,0 1 0,6-12-1,18-13-28,-29 29 18,0 1-1,0 0 1,0-1-1,1 1 1,-1 0-1,1 0 1,-1 0-1,1 0 1,0 0 0,0 0-1,0 1 1,0-1-1,0 1 1,0-1-1,4-1 1,0-1-14,-4 3 15,-1 1 0,1-1 0,-1 0 0,1 1-1,-1-1 1,1 1 0,-1-1 0,1 1 0,0 0-1,-1 0 1,1-1 0,0 1 0,-1 0-1,1 1 1,0-1 0,2 1 0,2 3 9,-5-3-8,0 0 1,0 0-1,0-1 0,0 1 1,-1 0-1,1-1 1,0 1-1,0-1 1,1 1-1,-1-1 0,0 0 1,0 1-1,2-1 1,-1 1-6,-1-1 1,1 1 0,0 0 0,0 0-1,0 0 1,0 0 0,-1 0-1,1 0 1,-1 0 0,3 3-1,-3-4 7,0 1 7,1-1 5,6-1-6,-7-5-10,-1-3-108,-1 6-3,1 1 0,0-1 0,0 1 0,0-1 0,0 1 0,0-1-1,0 1 1,1-1 0,-1 1 0,2-5 0,-1 5-47,1 1 0,-1-1 1,0 0-1,-1 1 0,1-1 0,0 0 0,0 0 0,-1 1 1,1-1-1,-1 0 0,1 0 0,-1 0 0,0 0 0,0 0 1,0 0-1,0 0 0,-1-3 0,1 0-314,0-1-1,-1 1 1,0-1-1,0 1 1,0-1 0,-4-8-1,4 9 224,0 0 1,0-1-1,0 1 0,1-1 1,0 0-1,0 1 0,1-10 0,0-8-220,-1-64-356,0 81 832,-1 1 0,0-1 0,0 1 0,0-1 0,-1 1 0,-4-9 0,-2-9 115,6 14-65,2 6-20,-1 0 0,0 0 0,0 0 0,0 0 0,-1 0-1,1 0 1,-3-3 0,2 2 26,0 0 1,0 0-1,1-1 0,-1 1 1,0-6-1,-9-19 334,5 16-203,3 7-66,0 0-1,0 0 1,-1 0-1,0 1 1,-7-9-1,-52-59 1325,38 38-617,16 26-618,4 5-63,1-1-1,0 1 0,-5-8 1,5 7-3,0 0 1,0 0-1,-1 0 1,0 1-1,1 0 0,-12-7 1,10 7 44,0-1 0,0 1 0,1-1 0,-7-8 0,7 8 20,1 1 1,-1 0-1,0 0 0,0 0 0,-1 0 1,1 1-1,-1 0 0,1 0 0,-1 0 1,0 1-1,0-1 0,0 2 1,-10-3-1,14 4-175,0-1 1,-1 1 0,1 0-1,0 0 1,0 0-1,0 0 1,0 0 0,0 0-1,0 0 1,-1 1 0,1-1-1,-3 2 1,-12 3 222,9-3-144,0 0 0,1 1 0,-1 0 0,1 0 0,-1 1 0,1 0 0,-13 9 0,12-4 15,0 0 0,1 0 1,0 1-1,1 0 1,0 0-1,-9 21 1,-4 10 202,13-30-233,0 0 0,-7 24 0,7-15-28,0 0-21,0 1-1,1-1 0,1 1 1,-2 33-1,1 14 31,2-52-57,2 0 0,0 0-1,0 0 1,3 17-1,51 256 259,-43-256-155,22 52 1,-18-47-84,-10-27-34,0 0-1,0-1 0,1 1 0,10 15 0,30 44 18,-33-49-19,-2-5 2,2-1 0,0 0 0,1-1 1,0 0-1,1 0 0,0-2 0,1 0 0,1 0 0,0-2 0,23 12 0,-33-19 3,0-1 1,0 0-1,0 0 0,1-1 0,-1 0 1,0 0-1,1 0 0,-1-1 0,1 0 0,-1 0 1,8-1-1,-2-1 16,-1-1 0,1 0 0,0 0 0,-1-1 0,13-6 0,-16 5-17,1-1 1,-1 1-1,0-1 0,-1-1 1,14-13-1,7-7 14,-1 1 31,-2-2-1,42-60 1,-53 67 16,21-46 0,-31 58-59,4-10 26,10-36 0,-9 26 1,-5 15-4,-1 1 0,-1-1 0,0 0 0,-1 0 0,0 0 1,-1 0-1,0 0 0,-2 0 0,1 0 0,-6-19 0,-4-7 165,-2 0 0,-23-46 0,26 67-154,0 0 0,-2 1 0,-22-27 0,3 4-56,20 27 16,-2 0-1,0 1 1,0 0-1,-1 1 0,-1 0 1,0 1-1,0 1 1,-1 0-1,-1 1 1,-26-10-1,20 8-5,19 9-6,0 0 1,0 0 0,0 1 0,-1-1-1,-7-1 1,-13-2-12,19 3 1,-1 0 0,1 1 0,-1 0-1,-10 0 1,10 2-27,0 0 0,0 1-1,1 0 1,-1 0 0,1 0 0,-1 1-1,1 0 1,0 1 0,0-1 0,0 1 0,-9 9-1,6-4-239,1 0 0,0 1-1,0 0 1,1 1-1,-7 13 1,-26 61-3931,24-49 1160,10-22 932,1-1 0,1 1 1,-5 20-1,0-7-1153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13 104 940,'-1'0'266,"1"1"1,0 0-1,0 0 0,0-1 0,0 1 0,0 0 1,0 0-1,0 0 0,0-1 0,1 1 1,-1 0-1,0 0 0,0 0 0,0-1 1,1 2-1,7-2-142,-6 0 415,-2 1-385,0 0 0,0-1 0,0 1 0,0 0 0,0 0 0,0-1-1,0 1 1,0 0 0,0-1 0,0 1 0,0 0 0,-1 0 0,1-1 0,0 1 0,0 0 0,-1 0-1,-8 0 2644,9-9-2358,0 8-416,0-1-1,0 1 1,0 0-1,0 0 1,-1-1 0,1 1-1,0 0 1,0 0-1,0-1 1,0 1 0,0 0-1,0 0 1,0-1-1,-1 1 1,1 0 0,0 0-1,0 0 1,0-1-1,-1 1 1,1 0 0,0 0-1,0 0 1,0 0-1,-1 0 1,1-1 0,0 1-1,0 0 1,-1 0-1,1 0 1,0 0 0,0 0-1,-1 0 1,1 0-1,0 0 1,0 0 0,-1 0-1,1 0 1,0 0-1,-1 0 1,1 0 0,0 0-1,-1 0 1,1 0-87,-1-1 166,1 0 1,-1 0-1,1-1 0,-1 1 0,1 0 1,0 0-1,0-1 0,0 1 1,0 0-1,0-1 0,0 1 0,1-2 1,-1-5 103,0 7-146,-1-1-65,1 0 0,0 1 1,0-1-1,0 0 1,0 0-1,0 1 0,0-1 1,1 0-1,-1 0 1,2-2-1,-2 4 4,0 0-3,1-1 0,0 1-1,-1 0 1,1-1 0,-1 1-1,1-1 1,-1 1 0,1 0-1,-1-1 1,0 1 0,1-1-1,-1 1 1,1-1-1,-1 0 1,0 1 0,1-1-1,-1 1 1,0-1 0,0 0-1,1 0 1,-1 0 4,0 1 1,0 0-1,0 0 1,0 0-1,0-1 1,0 1-1,0 0 0,0 0 1,0 0-1,0-1 1,1 1-1,-1 0 1,0 0-1,0 0 1,0-1-1,0 1 0,1 0 1,-1 0-1,0 0 1,0 0-1,0 0 1,0 0-1,1-1 0,-1 1 1,0 0-1,0 0 1,0 0-1,1 0 1,-1 0-1,0 0 1,0 0-1,1 0 0,-1 0 1,0 0 0,1 0-1,-1 0 1,0 0 0,0 0-1,0 0 1,1 0 0,-1 0-1,0 0 1,0 0 0,1 0 0,-1 0-1,0-1 1,0 1 0,0 0-1,1 0 1,-1 0 0,0 0-1,0 0 1,0 0 0,0-1 0,1 1-1,-1 0 1,0 0 0,0 0-1,0-1 1,0 1 0,0 0-1,0 0 1,0 0 0,0-1 0,1 1-1,-1 0 1,0-1 0,0 1-1,0-1 1,0 0 0,1 0-1,-1 0 1,0 1 0,1-1-1,-1 0 1,1 0 0,-1 1-1,1-1 1,-1 0 0,1 1-1,0-1 1,-1 1 0,1-1-1,0 1 1,1-2 0,19-10 17,1-3-14,-14 9-22,-8 6 18,0 0 0,0 0-1,1 0 1,-1 0-1,0 0 1,0 0-1,0 0 1,0 0-1,1 0 1,-1 0-1,0 0 1,0 0-1,0 0 1,0 0 0,1 0-1,-1 0 1,0 0-1,0 0 1,0 0-1,0 1 1,0-1-1,1 0 1,-1 0-1,0 0 1,0 0-1,0 0 1,0 0 0,0 1-1,0-1 1,0 0-1,0 0 1,1 0-1,-1 0 1,0 0-1,0 1 1,0-1-1,0 0 1,0 0-1,0 0 1,0 0 0,0 1-1,0-1 1,0 0-1,0 0 1,0 0-1,0 0 1,0 1-1,0-1 1,0 0-1,0 0 1,0 1-2,0 0 1,1-1-1,-1 1 1,1 0-1,-1-1 1,1 1-1,0-1 0,-1 1 1,1-1-1,0 1 1,-1-1-1,2 1 1,-1-1-1,1 3 1,-1-2 1,0 1 1,1-1-1,-1 1 0,0 0 0,0-1 0,0 1 0,0 0 0,1 2 1,-2-4 0,0 1 0,1 0 1,-1-1-1,1 1 0,-1 0 1,1-1-1,0 1 0,-1-1 1,1 1-1,0-1 0,-1 1 1,2 0-1,-1-1 1,2 13 21,1-9-18,-4-4-5,0 0 1,1 0-1,-1 1 0,1-1 0,-1 1 1,0-1-1,1 0 0,-1 1 0,0-1 1,1 1-1,-1-1 0,0 1 0,1-1 0,-1 1 1,0-1-1,0 1 0,0-1 0,0 1 1,0 0-1,0-1 0,1 1 0,-1 0-1,0 0 0,0 0 0,0 0 1,0 0-1,0 0 0,1 0 0,-1 0 0,1 0 0,-1 0 0,0 0 0,1 0 0,0 0 0,-1-1 0,1 1 0,-1 0 0,2 1 0,0 0-1,-2-2 2,1 1 0,-1 0 0,0 0 0,1 0 0,-1 0 0,0 0 0,0-1 0,1 1 0,-1 0-1,0 0 1,0 0 0,0 0 0,0 0 0,0 0 0,0 0 0,0 0 0,-1 1 0,0 3 15,2 6 30,-1-8-31,0 0 0,0-1 0,0 1 1,0 0-1,0 0 0,0-1 0,-1 1 0,1 0 0,-1-1 0,0 1 0,0-1 1,0 1-1,0-1 0,-3 5 0,4-6-11,-1 0 0,1 0 1,0 0-1,-1 0 0,1 0 0,0 0 1,0 0-1,-1 0 0,1 0 0,0 0 0,0 1 1,0-1-1,1 1 0,-2 9 4,-3-5-6,3-6-1,0 1 1,1 0-1,-1 0 0,1 0 0,0-1 0,-1 1 1,1 0-1,0 0 0,-1 0 0,1 0 0,0 0 1,0 0-1,0-1 0,-1 1 0,1 0 0,1 1 1,-2-1 0,1 0-1,0-1 1,0 1 0,0-1 0,0 1 0,0-1 0,0 1 0,-1 0 0,1-1 0,0 1 0,-1-1 0,1 1 0,0-1-1,-1 1 1,1-1 0,0 0 0,-1 1 0,1-1 0,-1 1 0,1-1 0,-1 0 0,1 1 0,-1-1 0,0 0 0,0 1 1,1 0 2,0-1 1,-1 1-1,1-1 0,0 1 0,0-1 1,-1 1-1,1 0 0,0-1 0,0 1 1,0 0-1,0-1 0,0 1 0,0 0 1,0-1-1,0 2 0,0 1 25,1-8-37,-1 4-9,1 0 64,7-4-20,-6 4 14,-2 0-131,-1 0 89,1 1 0,0 0 0,0 0 0,0 0 0,0 0 0,0-1 0,0 1 0,0 0 0,0 0 0,0 0 0,0 0 0,0 0 0,0-1 0,0 1 0,0 0 0,0 0 0,0 0 0,0 0 0,0-1 0,0 1 0,0 0 0,0 0 0,1 0 0,-1 0-1,0 0 1,0-1 0,0 1 0,0 0 0,0 0 0,0 0 0,0 0 0,1 0 0,-1 0 0,0 0 0,0-1 0,0 1 0,0 0 0,1 0 3,-1 0 0,1 0 0,0 0 0,-1 0 0,1 0 0,-1-1 0,1 1 0,-1 0 0,1 0 0,-1 0 0,1-1 0,-1 1 0,1 0 0,-1-1 0,0 1 0,1-1 0,-1 1 0,1-1 0,9-6 33,-1 3-11,-8 3-20,0 1-1,0-1 0,0 1 1,0-1-1,0 1 1,0 0-1,0-1 1,0 1-1,0 0 1,0 0-1,0 0 0,0 0 1,1 0-1,3 0 20,0 1-1,0 1 0,-1-1 0,1 1 0,-1 0 1,1 0-1,-1 0 0,1 0 0,-1 1 0,0 0 0,0-1 1,-1 2-1,6 4 0,-3-2-1,-5-5-26,1 0-1,-1 0 0,0 1 1,0-1-1,0 0 0,0 1 1,0-1-1,0 1 0,0-1 0,0 1 1,0 0-1,0 2 0,-1-3 7,0 0-1,1 0 0,-1 0 1,0-1-1,0 1 1,0 0-1,1 0 0,-1-1 1,0 1-1,1 0 0,-1 0 1,0-1-1,1 1 0,-1-1 1,1 2-1,0-2 2,0 1 0,-1 0-1,1 0 1,-1 0 0,1-1 0,-1 1-1,1 0 1,-1 0 0,0 0 0,1 0 0,-1 0-1,0 0 1,0 0 0,0 0 0,0 1-1,0 0 3,1-1 1,-1 1-1,0 0 0,0-1 0,1 1 0,-1 0 0,1-1 0,-1 1 0,2 2 1,-1-2 20,0 0 1,0 0-1,0 0 1,-1-1 0,1 1-1,-1 0 1,1 0-1,-1 0 1,0 4 0,0-5-7,0 0 0,0-1 0,0 1 0,0 0 0,-1 0 0,1-1 0,0 1 0,0 0 0,-1-1 0,1 1 0,0-1 0,-1 1 1,1 0-1,-1 0 0,0 0 19,0-1 0,1 1 1,-1 0-1,1 0 1,-1 0-1,1 0 1,-1 0-1,1 0 0,-1 0 1,1 0-1,0 0 1,0 0-1,0 0 0,-1 2 1,1-2 24,0 1 1,0-1-1,-1 1 0,1 0 1,-1-1-1,1 1 0,-1-1 1,0 1-1,0-1 1,0 1-1,1-1 0,-1 0 1,0 0-1,-2 3 0,-19 13 737,-55 24 1039,68-35-1737,-1-1 0,0 0 0,-15 5 0,20-9-152,1 0 1,-1-1-1,0 0 1,-8 0-1,2-1-14,10 1 18,0 0 0,0 0-1,0-1 1,0 1 0,1-1 0,-1 1 0,0-1 0,0 1 0,0-1 0,0 1 0,0-1 0,1 0-1,-1 0 1,0 1 0,0-1 0,1 0 0,-1 0 0,0-1 0,-6-6-747,5 7 485,0 0 1,1 0-1,-1-1 1,1 1-1,-1 0 0,1 0 1,0-1-1,0 1 1,0-1-1,-1 0 1,1 1-1,1-1 0,-1 0 1,0 1-1,0-1 1,1 0-1,-1 0 0,1 0 1,-1 0-1,1-1 1,0 1-52,-1 0 0,1 0 0,0 0 0,-1 0 1,1 0-1,-1 0 0,1 1 0,-3-5 0,2 5-40,1-1 0,-1 0 0,0 0 0,0 0 0,1 0 0,0 0 0,-1 0 0,1 0 0,0-3 0,0-14-2431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3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504 108 1768,'-3'-3'482,"-5"-7"258,1 0-1,-1 1 1,-1 0 0,0 1-1,0 0 1,-17-11-1,19 14-488,0 1-1,0 0 1,0 1-1,-1 0 1,1 0-1,-16-3 1,16 5-87,0 0 1,0 0-1,0 0 1,0 1-1,0 0 1,0 1-1,0 0 1,0 0-1,0 0 1,0 1 0,-11 4-1,4 1 232,1 0 0,0 1 1,1 1-1,-1 0 0,-11 11 0,14-11-91,8-7-197,-1 0 0,1 1 0,0-1 0,0 1 0,-3 4 0,-5 7 268,9-12-334,-5 3 145,1 1 0,-1 0-1,2 0 1,-1 0 0,1 1-1,-7 12 1,5-6 44,1 0 0,0 0 0,1 0 0,0 1 0,1-1 0,1 1 0,-2 24 0,4-25-13,-5 23-1,2-22-41,0 23 0,3 102 569,1-118-643,7 40-1,-4-40-104,-1-7 6,1 0 0,1 1 0,0-2 0,8 16 0,-5-12 12,7 24-1,-9-19 1,-1-5 11,0-1 0,14 32-1,-10-32-6,-3-5 8,10 24 1,-10-20-2,2 0-1,-1-1 1,16 22 0,-3-5 15,-11-16-21,1 0 0,1 0-1,0-1 1,16 16 0,-7-8-9,-16-17-8,1 0-1,-1 0 0,1 0 1,1-1-1,5 5 1,7 4-2,-14-10-1,0 0 0,1 0 0,-1 0 0,1 0 0,10 3 1,14 5 0,-23-8 3,1-1 1,-1 1-1,1-1 1,0 0-1,0 0 1,0-1 0,0 0-1,0-1 1,0 1-1,1-1 1,9-1 0,-6-2 10,0 0 0,-1 0 1,0 0-1,1-2 1,-1 1-1,-1-1 0,15-10 1,5-5 61,-22 15-55,1 0 0,-1-1-1,8-7 1,50-60 86,-58 66-85,-1-1 0,9-14 0,3-4 46,-10 17-21,-1-1-1,-1 1 1,0-1-1,9-21 1,-11 22-3,-2 5-25,-1 1 0,1 0 0,-1-1 0,0 1 0,0-1 1,-1 1-1,1-1 0,-1 1 0,0-6 0,0-86 277,0 87-279,-1-1 0,-1 0 0,-3-13 0,0 2-3,3 9-14,-1 1 0,-6-12 0,5 12-5,1 1 0,-5-20 0,2-4-6,-12-36 0,4 27 154,-38-78 0,50 115-106,-1 1-1,0-1 1,0 1-1,-1 0 1,-4-5-1,5 6-4,-1-1 0,1 1-1,1-1 1,-1 0-1,-3-4 1,2 0 25,-1 1 1,0 0-1,-1 1 1,1-1-1,-1 1 0,-8-6 1,10 10-38,1-1 1,-1 1 0,0 0-1,1 1 1,-1-1-1,-8-1 1,-9-5 69,2 1-25,8 3-38,1 0 0,-13-7 0,17 7-17,-1 0-1,0 1 0,0 0 0,-9-2 1,-10-5 11,18 8-23,1-1-1,-1 2 0,-15-3 0,-8-1-25,22 3 16,1 1 0,-1 0-1,0 0 1,1 1 0,-1 0 0,0 1 0,-10 1 0,13 0 0,0-1 1,0 1 0,0 0-1,0 1 1,0-1 0,1 1-1,-1 0 1,1 1 0,0-1-1,0 1 1,-5 5-1,-35 28-215,33-28 44,0 0 0,0 1-1,-17 21 1,-70 76-6381,96-102 4866,-1-1 0,0 0 0,0 0-1,-1 0 1,-6 4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71 844,'0'0'137,"0"0"0,0 0 0,0 1 0,0-1 0,0 0 0,0 1 0,0-1 0,0 0 0,0 0 0,1 1 0,-1-1 0,0 0-1,0 1 1,0-1 0,0 0 0,0 0 0,1 1 0,-1-1 0,0 0 0,0 0 0,0 0 0,1 1 0,-1-1 0,0 0 0,1 0 0,11 1 333,-8-2-67,-2 1 280,18 0 463,-18 0-1106,0 0-1,-1 0 0,1-1 1,-1 1-1,1-1 0,0 1 1,-1-1-1,1 0 0,-1 0 1,0 0-1,1 0 0,1-2 1,1 1 107,3-2-37,1 1-1,0 0 1,14-3 0,-3 1 29,1 3-32,-7-5-36,0 0 0,0 0 1,16-4-1,-22 8-30,-5 2-41,-1 0 1,1 0 0,-1 1 0,1-1 0,0 1 0,-1-1 0,1 1 0,0-1 0,-1 1 0,1 0 0,0 0 0,0 0 0,-1 0 0,1 0-1,0 0 1,0 0 0,-1 1 0,4 0 0,8 5 171,-11-5-131,1 0 0,-1 0 0,1 0 0,-1 0 0,1 1 0,-1-1 0,5 5 0,0-1 9,4 4-30,-2 17-187,-3-5 120,-4-16 41,-1-2-10,0 0 0,0 0-1,0-1 1,0 1 0,-1 0 0,1 0-1,0 5 1,-1-6-14,0-1-1,0 1 1,0-1-1,1 0 1,-1 1-1,1-1 1,-1 0-1,1 1 1,-1-1-1,1 0 1,1 2-1,-2-3-13,1 1 0,-1 0 0,0-1-1,1 1 1,-1 0 0,1-1 0,-1 1 0,0 0 0,0 0 0,1 0-1,-1-1 1,0 1 0,0 0 0,0 0 0,0 0 0,0-1 0,0 1-1,0 0 1,0 0 0,0 0 0,-1-1 0,1 2 0,-4 4-458,4-5 318,-1 0 1,0 0-1,1-1 1,-1 1-1,1 0 1,0 0-1,-1 0 1,1 0-1,0 0 1,-1 0-1,1 0 1,0 0-1,0 0 1,0 1-1,0 4-2402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7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265 294 1028,'-2'-2'348,"-1"0"0,-1 1 0,1-1 0,0 1 0,0-1 0,-1 1 0,1 0 0,0 1 0,-1-1-1,1 0 1,-1 1 0,1 0 0,-8 0 0,11 0-332,-1 0 0,1 0 0,-1 0-1,1 1 1,-1-1 0,1 0 0,-1 0 0,1 0 0,-1 0-1,1 1 1,-1-1 0,1 0 0,-1 0 0,1 1-1,0-1 1,-1 0 0,1 1 0,-1-1 0,1 1 0,0-1-1,-1 0 1,1 1 0,0-1 0,0 1 0,-1-1-1,1 2 1,-3 2 116,-1-3-95,4-1-31,-1 0 0,1 0 0,0 0 1,0 0-1,-1 0 0,1 0 0,0 0 0,0 0 0,0 0 1,-1 1-1,1-1 0,0 0 0,0 0 0,0 0 0,0 0 1,-1 0-1,1 0 0,0 0 0,0 1 0,0-1 0,0 0 0,-1 0 1,1 0-1,0 0 0,0 1 0,0-1 0,0 0 0,0 0 1,0 0-1,0 1 0,0-1 0,0 0 0,0 0 0,0 0 1,0 1-1,0-1 0,0 0 0,0 1 0,-1-1 12,1 1 1,-1 0-1,1-1 0,-1 1 0,1 0 0,-1-1 0,0 1 0,1-1 0,-1 1 0,1-1 1,-1 0-1,-1 2 0,1-2 8,1 0-15,0 1 1,-1-1-1,1 1 0,0-1 0,0 1 0,-1-1 0,1 1 0,0-1 0,0 1 0,0-1 0,-1 1 1,1-1-1,0 1 0,0 0 0,0-1 0,0 1 0,0-1 0,0 1 0,0-1 0,1 1 1,-1 0-1,0 0 0,0 0 3,1 0-1,-1 0 1,0-1 0,0 1 0,0 0 0,0 0 0,0 0 0,0-1-1,0 1 1,0 0 0,0 0 0,0 0 0,-1-1 0,1 1-1,0 0 1,0 0 0,-1 0 0,-2 4 49,2-5-50,0 1 1,1 0 0,-1 0-1,1-1 1,-1 1-1,1 0 1,-1 0-1,1 0 1,0 0-1,-1 0 1,1 0 0,0 0-1,0 0 1,0 0-1,0 0 1,0 1-1,-1 1 19,1 1-1,0-1 1,-1 0-1,0 1 1,-2 5-1,2-6-2,0 1-1,0-1 1,0 1-1,1-1 1,-1 8-1,1 12 179,2-1 0,5 30 0,-6-40-128,0 0 0,-2 23 0,1-22-44,0 0 1,0-1 0,2 15 0,2-8-8,25 125 76,-10-104-95,-18-37-9,-1-1 1,0 0-1,1 0 1,-1 0-1,1 0 1,0-1-1,0 1 1,0 0-1,0 0 0,0-1 1,0 1-1,0-1 1,0 1-1,0-1 1,1 1-1,-1-1 0,1 0 1,-1 0-1,1 1 1,2 0-1,17 18-16,-12-13 17,-8-6 0,-1 0 1,1-1-1,0 1 0,-1-1 1,1 1-1,0-1 0,-1 1 0,1-1 1,0 1-1,0-1 0,0 0 1,-1 1-1,1-1 0,0 0 1,0 0-1,0 1 0,0-1 0,0 0 1,0 0-1,-1 0 0,1 0 1,0 0-1,0 0 0,0-1 1,0 1-1,0 0 0,-1 0 1,2-1-1,1 0 4,-2 1 1,1-1 0,0 1-1,-1-1 1,1 1 0,-1-1-1,1 0 1,-1 0 0,1 1-1,-1-1 1,1 0 0,-1 0-1,2-3 1,15-11 17,-15 13-19,0-1 0,0 1 0,0 0-1,-1-1 1,1 1 0,-1-1 0,0 0 0,3-4 0,-3 3 2,0 0 1,-1-1 0,1 1 0,-1-1 0,0 1 0,-1-1 0,1 1 0,-1-1 0,0 0 0,0 1 0,-1-6 0,-1-7 2,-8-29 1,6 35-14,0 1 1,-1 0 0,-11-18 0,2 4-7,6 11 7,-1 1 1,0 0-1,-1 0 1,0 1-1,-1 1 1,0 0-1,-18-13 1,4 3-1,16 13 1,-1 1 1,0 0 0,-13-5 0,-9-6-10,-25-12 9,37 22 1,19 7 0,-1-1 1,1 1 0,-1 0-1,0-1 1,1 1 0,-1-1-1,1 1 1,-1-1-1,1 0 1,0 0 0,-1 0-1,1 0 1,0 0 0,-1 0-1,0-1 1,-7-1-17,8 3 15,1 0 1,0 0 0,0 0 0,0 0-1,0 0 1,-1 0 0,1 0 0,0-1 0,0 1-1,0 0 1,0 0 0,-1 0 0,1 0 0,0-1-1,0 1 1,0 0 0,0 0 0,0 0 0,0 0-1,0-1 1,0 1 0,0 0 0,0 0-1,0 0 1,-1-1 0,1 1 0,0 0 0,0 0-1,0 0 1,0-1 0,0 1 0,1 0 0,-1 0-1,0 0 1,0-1 0,0 1 0,0 0 0,0 0-1,0 0 1,0-1 0,0 1 0,0 0-1,0 0 1,1 0 0,-1 0 0,0-1 0,0 1-1,0 0 1,0 0 0,1 0 0,7-4-35,-4-2 7,27-9-30,-14 3-16,10-4-39,-18 10 57,0-1 0,0 1 0,0-1 0,-1-1 0,0 1 0,-1-1 0,8-10 0,11-12-83,-17 22 110,-5 4 17,1 0 0,-1 0 1,-1 0-1,1-1 0,0 1 0,4-10 0,-4 3 3,1-1-1,-2 1 0,0-1 0,0 0 0,-1-1 0,0 1 1,0-20-1,-2-39 311,-1 70-280,1 0 0,0 0 0,0 0 0,0 0 1,-1 0-1,1 0 0,0 0 0,-1 0 0,1 0 0,-1 1 1,1-1-1,-1 0 0,0-1 0,0 1 28,1 1 0,-1-1-1,1 0 1,-1 1 0,1-1 0,-1 0 0,1 0-1,0 1 1,-1-1 0,1 0 0,0 0-1,0-2 1368,-5 1-938,-1-1 94,5 4-376,3 3-106,-1-3-87,0 0 0,0 0 0,0 0 0,0 1 0,0-1-1,-1 0 1,1 0 0,-1 1 0,1-1 0,-1 1 0,1-1 0,-1 1 0,0-1 0,1 1 0,-1-1-1,0 1 1,0-1 0,0 2 0,0 2 0,0-1-1,1 1 1,0 0-1,2 7 1,-2-7 0,1 0 0,-1-1 0,-1 1 0,2 8-1,-2-7 16,1 1 0,0-1 0,0 0 0,0 0 0,5 11 0,4 17 217,0 35 362,14 62 513,64 251 1090,-77-327-2001,-8-37-159,0 0 0,2 0 0,6 18 0,1-9 4,-6-15 20,7 25-1,-8-22-37,-3-9-19,0-1 1,-1 0-1,0 0 1,0 0-1,0 9 1,-1-14-11,0 1 1,1 0-1,-1 0 1,0 0-1,0 0 1,0-1-1,1 1 1,-1 0-1,0 0 1,1 0-1,-1-1 1,1 1 0,-1 0-1,2 0 1,-2 0 3,1 0 0,-1-1 0,1 1 0,-1 0 0,1 0 0,-1-1 1,1 1-1,-1 0 0,0 0 0,0 0 0,1 0 0,-1 0 0,0 0 0,0 1 1,0-1 8,0-28-1530,1-11-1630,0 22 1443,0 0 0,-2 1 0,-3-24 0,-5 12-1015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2:49:48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22 271 2068,'0'-6'3102,"0"10"-2849,1-1 0,-1 0 0,1 1 0,0-1 0,0 0 0,0 0 0,0 0-1,1 0 1,2 5 0,4 9 259,-5-8-188,-2-7-207,0 0 0,0 1 0,0-1-1,0 0 1,0 0 0,3 4 0,-2-3 77,1 1 1,-1-1-1,0 1 1,-1 0-1,3 6 1,4 10 358,-3-12-295,-1 1 0,-1 0-1,1 0 1,-1 1 0,2 13 0,13 31 520,-15-40-568,7 21 150,0 0-134,-9-27-143,1 0-1,0 0 1,5 10 0,-4-9 53,0 0 0,3 15 1,6 15 419,-11-35-514,1 0 0,-1 0-1,1 0 1,-1 0 0,-1 0 0,1 0-1,0 8 1,-1-11-42,0-1 0,0 0 0,0 1 0,1-1 0,-1 0 0,0 0-1,0 1 1,0-1 0,1 0 0,-1 0 0,0 1 0,0-1 0,0 0 0,1 0 0,-1 0 0,0 1 0,1-1-1,-1 0 1,0 0 0,0 0 0,1 0 0,-1 0 0,0 0 0,1 0 0,-1 1 0,0-1 0,1 0 0,-1 0-1,4 1 644,-4-10 60,1 6-600,-1-1-1,0 1 1,0 0-1,0 0 1,-1 0-1,1-1 1,-2-4-1,0 3-39,1 2-42,0 1 1,0-1-1,0 0 1,0 0-1,0 0 1,1 0-1,-1 0 1,1-3-1,0 1-10,-1 0 0,1 0-1,-1 0 1,0 0 0,-1 0 0,1 0-1,-3-5 1,-6-22 13,7 12-14,1 8-4,-6-23 1,3 14-12,0 1 0,-1-24 0,3 23-1,0-1 0,-8-22-1,8 35 6,1 0 0,0 0 0,0 0-1,1-1 1,0-13 0,1 17 0,0-1 0,-1 0-1,0 0 1,0 1 0,0-1 0,-1 0-1,-3-7 1,0-1-13,-6-30 1,7 28 1,3-14-5,1 25 15,0 1-1,0-1 0,-1 1 1,-1-10-1,1 12 3,1 1 0,-1 1-1,1-1 1,-1 1 0,1-1 0,0 1 0,0-1 0,-1 0 0,1 1 0,0-1 0,1 0-1,-1 1 1,0-1 0,0 1 0,1-1 0,-1 1 0,1-1 0,0-2 0,3-23 12,1 13-6,-10 1-9,4 13 2,1-1-1,0 1 1,-1-1 0,1 0 0,0 1-1,-1-1 1,1 1 0,0-1-1,0 0 1,0 1 0,-1-1-1,1 0 1,0 1 0,0-1 0,0 0-1,0 1 1,0-1 0,0 0-1,0 1 1,1-1 0,-1 0 0,0 1-1,0-2 1,1 2 0,-1 0 0,0 0 0,1-1-1,-1 1 1,0 0 0,0 0 0,1 0 0,-1 0 0,0 0 0,1 0-1,-1 0 1,0-1 0,1 1 0,-1 0 0,0 0 0,1 0 0,-1 0-1,0 0 1,1 1 0,-1-1 0,0 0 0,1 0 0,-1 0 0,0 0-1,1 0 1,-1 0 0,0 0 0,0 1 0,1-1 0,0 1-2,0-1 1,0 0-1,0 1 0,0-1 1,-1 0-1,1 0 1,0 1-1,0-1 1,0 0-1,0 0 0,0 0 1,0 0-1,0 0 1,1-1-1,7 1-8,-3 3 15,0-1 0,0 1-1,7 4 1,-9 0-6,5 6 1,2-2 11,17 24-1,-12-14 78,-13-16-66,0-1 0,-1 1 0,1 0 0,-1 0 0,0 0-1,-1 0 1,1 0 0,-1 0 0,0 0 0,0 1 0,0 7-1,-1-11-32,0 0 0,0 0 0,1 0-1,-1 0 1,1 0 0,-1 0 0,1 0-1,0 0 1,1 2 0,-2-2 5,1 0-1,0-1 1,0 1 0,-1 0-1,1 0 1,-1 0 0,0 0 0,1 3-1,-1 64 112,0-69-100,0 1-1,0-1 1,0 1-1,0-1 1,-1 1-1,1 0 0,0-1 1,0 1-1,0-1 1,0 0-1,-1 1 1,1-1-1,0 1 1,-1-1-1,1 1 0,0-1 1,-1 0-1,1 1 1,-1 0-1,-3 4-5,0 3-16,3-5 2,0 0 0,-1-1 0,1 1 0,0-1 0,-1 1 0,0-1 0,1 0 0,-1 0 0,0 1 0,0-1 0,-3 2 0,-8 5-80,-1 0 0,-12 14 1,24-21 53,-1 0 0,1 0 0,-1 0 0,0 0 1,1-1-1,-5 3 0,4-3-58,0 1 0,0-1 0,1 1 0,-1 0 0,1 0 0,-4 3 0,0 0-225,-5 6-1059,-16 17-1,21-20-322,-1 0 0,0-1 0,-1 0 0,0-1 0,-11 9 0,8-9-1160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0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23 2084,'0'-22'9955,"0"22"-9913,0 0 1,0 1-1,0-1 0,0 0 1,0 0-1,0 1 0,0-1 0,0 0 1,0 0-1,0 0 0,0 1 1,1-1-1,-1 0 0,0 0 0,0 0 1,0 1-1,0-1 0,1 0 1,-1 0-1,0 0 0,0 0 0,0 0 1,1 1-1,-1-1 0,0 0 1,0 0-1,0 0 0,1 0 1,-1 0-1,0 0 0,0 0 0,1 0 1,-1 0-1,0 0 0,0 0 1,1 0-1,-1 0 0,0 0 0,0 0 1,0 0-1,1 0 0,-1 0 1,0 0-1,0 0 0,1 0 0,-1 0 1,0-1-1,0 1 0,0 0 1,1 0-1,-1 0 0,0 0 0,0 0 1,0-1-1,0 1 0,1 0 1,-1 0-1,1-2 1505,-1 2-1532,0 0 0,0 1-1,0-1 1,0 0 0,0 0 0,0 0 0,0 0 0,0 1 0,0-1 0,0 0 0,0 0-1,0 0 1,0 1 0,0-1 0,0 0 0,0 0 0,0 0 0,0 0 0,0 1-1,0-1 1,0 0 0,0 0 0,-1 0 0,1 0 0,0 1 0,0-1 0,0 0 0,0 0-1,0 0 1,0 0 0,-1 0 0,1 0 0,0 1 0,-4 0 55,4-1-55,0 0 1,-1 0-1,1 0 1,0 0-1,0 0 1,-1 0-1,1 0 1,0 0-1,0 0 1,0 0-1,-1 1 1,1-1-1,0 0 1,0 0-1,0 0 1,-1 0-1,1 0 1,0 0-1,0 1 1,0-1-1,0 0 1,-1 0-1,1 0 1,0 1-1,0-1 1,0 0-1,0 0 1,0 0-1,0 1 1,0-1-1,0 0 1,0 0-1,0 1 1,0-1-1,-1 0 1,1 0-1,0 1 1,1-1-1,-1 0 1,0 0-1,0 1 1,0-1-12,0 0 1,0 0 0,0 1 0,0-1 0,0 0-1,0 0 1,0 1 0,0-1 0,0 0 0,0 0-1,0 1 1,0-1 0,-1 0 0,1 0 0,0 0-1,0 1 1,0-1 0,0 0 0,0 0 0,0 0 0,-1 1-1,1-1 1,0 0 0,0 0 0,0 0 0,0 0-1,-1 0 1,1 1 0,0-1 0,0 0 0,0 0-1,-1 0 1,1 0 0,0 0 0,0 0 0,-1 0-1,-3 3 88,-9 22 275,10-20-271,0-1-1,0 1 1,1 0-1,-1 0 1,-1 5 0,2-3 26,-1 0 1,0-1-1,-6 10 1,-10 14 173,-15 21 122,29-44-350,0 1 0,-7 13 0,-3 5 42,-58 70 201,-15 35 35,47-76-199,29-41-97,1 1 0,0 1 0,-11 21 0,-46 113 145,44-88-164,24-62-31,-2 6-7,1-1 0,-1 1 0,1 0 0,0-1 1,0 1-1,0 9 0,1-15 4,0 1 0,0 0-1,0-1 1,0 1 0,1-1 0,-1 1 0,0 0 0,0-1 0,0 1-1,0-1 1,1 1 0,-1 0 0,0-1 0,1 1 0,-1-1 0,0 1-1,1-1 1,-1 1 0,1-1 0,-1 0 0,1 1 0,-1-1-1,1 1 1,-1-1 0,1 0 0,-1 0 0,1 1 0,-1-1 0,1 0-1,-1 0 1,1 1 0,0-1 0,-1 0 0,1 0 0,-1 0 0,1 0-1,0 0 1,-1 0 0,2 0 0,4-1-9,-1 1 0,1-1 0,9-3-1,-7 2-25,40-14-589,0-1 0,68-36 0,-66 29-235,31-19-999,25-10-878,-29 13 1133,-73 38 1556,0 0 0,1-1-1,-1 1 1,0-1 0,0 0 0,4-3 0,4-1 22,-11 6 42,0 1 1,0 0 0,0-1 0,0 1-1,-1-1 1,1 1 0,0-1-1,0 1 1,0-1 0,-1 0-1,1 1 1,0-2 0,0 2 69,-1-1 0,0 1 0,0 0 0,0 0 0,1-1 0,-1 1 0,0 0 1,1 0-1,-1-1 0,0 1 0,0 0 0,1 0 0,-1 0 0,0 0 0,1-1 0,-1 1 0,1 0 1,-1 0-1,0 0 0,1 0 0,-1 0 0,0 0 0,1 0 0,-1 0 0,1 0 0,-1 0-40,0 1 0,1-1 0,-1 0-1,0 1 1,0-1 0,0 0-1,0 1 1,1-1 0,-1 1 0,0-1-1,0 0 1,0 1 0,0-1-1,0 1 1,0-1 0,0 0 0,0 1-1,0-1 1,-1 1 0,1-1-1,0 0 1,0 1 0,0-1 0,0 0-1,0 1 1,-1-1 0,1 0 0,0 1-1,0-1 1,-1 0 0,1 1-1,-2 3 92,0 0 0,1 0 0,0 0-1,0 0 1,0 0 0,0 0 0,1 0-1,-1 0 1,2 7 0,-1-8-68,0 0-1,1 0 1,-1 0 0,1 0 0,0 0-1,1 3 1,-1-3-29,0 0 1,0 0-1,0 0 0,-1 0 1,1 0-1,0 3 0,-1-4-22,0-1 0,0 0-1,0 1 1,1-1 0,-1 1 0,0-1-1,1 1 1,-1-1 0,1 0 0,1 3-1,-1-3-3,0 0-1,-1 0 1,1 0-1,-1 1 1,1-1-1,-1 0 1,1 0-1,-1 1 1,0-1-1,1 2 1,-1-1 1,0 0 0,1 0 0,-1-1 0,1 1 0,-1 0 0,1 0 0,0-1 0,0 1 0,0-1 0,0 1 0,0-1 0,0 1 0,2 1 0,17 15 146,-16-16-137,0 0-1,0-1 1,0 1-1,0-1 1,0 0-1,0 0 1,0 0-1,0 0 1,1-1 0,-1 1-1,4-1 1,5-1 8,-1 0 0,18-5 0,-27 6-29,0-1 0,0 0 0,-1 0 0,1 0 0,-1-1 0,1 1 0,-1-1 0,4-2 0,2-2-3,67-48 9,-67 48-8,-1 0 0,0 0 0,-1-1 1,0 0-1,0 0 0,0-1 0,-1 1 1,5-10-1,-3 6-2,-5 8 6,-1 1 1,0-1 0,0 1 0,0-1 0,0 0-1,0 1 1,-1-1 0,1 0 0,0-4-1,2-10 32,-2 14-29,-1 2-3,1 0 1,-1 0 0,1 0-1,-1 0 1,0 0 0,0-1 0,1 1-1,-1 0 1,0 0 0,0 0 0,0 0-1,0 0 1,0-1 0,-1 1 0,1 0-1,0 0 1,0 0 0,-1 0 0,1 0-1,-1 0 1,0-2 0,-2-10 28,3 12-32,0 0 0,0 1 0,0-1 1,0 0-1,0 0 0,0 0 1,-1 1-1,1-1 0,0 0 0,0 0 1,-1 0-1,1 1 0,-1-1 0,1 0 1,-1 1-1,1-1 0,-1 0 1,1 1-1,-1-1 0,1 0 0,-1 1 1,0-1-1,1 1 0,-1-1 1,0 1-1,-1-1 0,-3-1-8,-1 1 1,0 0-1,1 0 0,-1 1 0,0 0 1,0-1-1,0 2 0,-8 0 1,-12 1-2,16-2-5,0 0 0,1 1-1,-1 0 1,0 1 0,0 0 0,1 1-1,-1 0 1,1 0 0,0 1 0,-17 10-1,-5-1-80,27-12 13,-1 1 0,0 0 0,1 0 1,-1 0-1,1 0 0,-1 1 0,1 0 0,-5 4 0,2-1-245,-3 5-808,-1-2-1,-15 11 1,25-19 996,0-1 0,0 1 0,1-1 0,-1 0 0,0 1 1,1-1-1,-1 1 0,1 0 0,-1-1 0,1 1 0,-1-1 0,1 1 1,-1 0-1,1 0 0,-1-1 0,1 1 0,0 0 0,-1-1 1,1 1-1,0 0 0,0 0 0,0 0 0,0-1 0,-1 1 0,1 0 1,0 0-1,1 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1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331 454 1220,'1'-1'307,"-1"1"-1,0-1 0,0 0 1,0 0-1,0 0 1,0 0-1,0 0 1,0 0-1,-1 1 0,1-1 1,0 0-1,0 0 1,-1 0-1,1 0 1,-4-2 75,4 2-332,-1 1 0,1 0 0,0-1-1,-1 1 1,1-1 0,-1 1 0,1 0-1,0-1 1,-1 1 0,1-1 0,0 1-1,0-1 1,-1 1 0,1-1 0,0 1-1,0-1 1,0 1 0,0-1 0,0 1-1,-1-1 1,1 0 0,0 0-8,0 0 1,0 1-1,0-1 0,0 0 0,0 1 1,0-1-1,0 0 0,0 0 1,-1 1-1,1-1 0,0 0 0,-1 1 1,1-1-1,0 1 0,-1-1 1,1 0-1,-1 1 0,0-2 0,1 2-7,-1-1 0,0 1 0,1-1 0,0 0-1,-1 1 1,1-1 0,-1 0 0,1 0 0,0 1-1,-1-1 1,1 0 0,0 0 0,0 1 0,0-1 0,-1 0-1,1 0 1,0 0 0,0-1 0,0 1 25,0-1 1,0 1 0,-1-1-1,1 1 1,-1-1 0,1 1-1,-1 0 1,1-1-1,-1 1 1,0 0 0,0 0-1,0-1 1,0 1 0,0 0-1,-1-1 1,-7-10 512,6 5-344,3 6-197,0 1 0,0-1 1,-1 0-1,1 0 0,-1 0 0,1 0 1,-1 1-1,1-1 0,-1 0 0,1 1 1,-1-1-1,0 0 0,1 1 0,-1-1 1,0 1-1,-1-2 0,0 0 149,-1 0 1,1 0-1,0 0 0,-1-1 0,-2-4 1,-9-8 812,13 15-938,1-1-1,-1 1 1,0 0 0,0-1-1,0 1 1,0 0 0,0 0-1,0 0 1,0 0 0,0-1-1,0 1 1,0 1 0,0-1-1,0 0 1,-1 0-1,-9 1 503,6 0-475,0 0 1,-1 0-1,1 1 1,0 0-1,1 0 0,-1 0 1,0 0-1,1 1 1,-1 0-1,-7 6 1,-1 1 93,0 1 1,1 0 0,0 1 0,0 1-1,1 0 1,-16 26 0,15-19-88,8-15-60,1 0 0,0 0 1,0 0-1,-3 10 0,3-3 8,2-8-31,0-1 1,0 1 0,0-1 0,0 0 0,0 1-1,-3 3 1,2-2-6,0 0-1,0 0 0,0 0 1,1 0-1,0 0 0,0 0 0,0 0 1,0 0-1,1 0 0,0 0 1,0 1-1,1 5 0,0 8 8,-1-18-20,1 0-1,-1 0 0,1 0 1,-1 0-1,1 0 0,-1 0 1,1-1-1,0 1 0,-1 0 1,1 0-1,0 0 0,0-1 1,-1 1-1,1 0 1,0-1-1,0 1 0,0-1 1,0 1-1,0-1 0,0 1 1,0-1-1,0 0 0,0 0 1,0 1-1,2-1 0,0 1-82,1 0 0,-1-1 0,1 1 0,0-1 0,-1 0-1,1 0 1,6-1 0,41-12-999,-46 11 984,0 0 0,0 0 0,0 0-1,0 0 1,0-1 0,8-5 0,10-5-115,-20 12 205,0-1 0,1 0 0,-1 0 0,0 0 0,0 0 1,0 0-1,3-4 0,12-9 24,-18 15-3,1-1 4,-1 1 1,1 0-1,0 0 1,-1-1 0,1 1-1,-1-1 1,1 1-1,-1-1 1,1 1 0,0-1-1,-1 1 1,0-1-1,1 1 1,-1-1 0,1 1-1,-1-1 1,0 0 0,1 1-1,-1-1 1,0 0-1,1-1 1,-1 2 0,0 0 0,0 0 0,0 0 0,0-1 0,0 1 0,0 0 0,0 0 0,0 0 0,0-1 0,0 1 0,0 0 0,1 0 0,-1 0 0,0-1 1,0 1-1,0 0 0,0 0 0,1 0 0,-1 0 0,0 0 0,0 0 0,0-1 0,1 1 0,-1 0 0,0 0 0,0 0 0,0 0 0,1 0 0,-1 0 0,0 0 0,0 0 0,0 0 0,1 0 0,-1 0 4,0 0-1,1 0 1,-1 0 0,0 0-1,0 0 1,1 0-1,-1 0 1,0 0-1,0 0 1,0-1 0,1 1-1,-1 0 1,0 0-1,0 0 1,0 0-1,1 0 1,-1 0 0,0 0-1,0-1 1,0 1-1,0 0 1,1 0-1,-1 0 1,0-1 0,0 1-1,0 0 1,0 0-1,0 0 1,0-1-1,0 1 1,0 0 0,0 0-1,1-1 1,-2-1 888,-8 5-396,9-2-503,0-1-1,0 1 0,-1-1 0,1 1 0,0 0 0,0-1 1,0 1-1,0-1 0,-1 1 0,1-1 0,0 1 0,0-1 1,0 1-1,0 0 0,1-1 0,-1 1 0,0-1 0,0 1 1,0-1-1,0 1 0,0-1 0,1 1 0,-1 0 0,2 1 8,-1-1 0,0 1 0,0 0-1,0-1 1,-1 1 0,1 0-1,0 0 1,-1 0 0,1 0 0,-1 0-1,1 0 1,-1 0 0,0 0-1,0-1 1,0 1 0,0 4-1,-1-5 0,1 0-1,0 1 0,0-1 0,0 0 0,0 1 0,1-1 0,-1 1 1,0-1-1,0 0 0,1 1 0,-1-1 0,1 0 0,0 1 0,-1-1 0,1 0 1,0 0-1,-1 0 0,1 0 0,2 2 0,0 11 29,-1-12-38,1 1-1,-1 0 1,1-1-1,-1 0 1,1 0-1,-1 0 0,1 0 1,0 0-1,0 0 1,0-1-1,0 1 1,1-1-1,2 1 1,8 4-2,7 2 13,-6-6-6,-1 0 0,0-1-1,1-1 1,-1 0 0,1-1 0,17-3-1,-7 2-30,-20 2 21,0 0 1,0-1-1,0 1 1,0-1 0,9-3-1,-5 1 4,-1 0 1,17-2-1,10-5-1,-32 9 6,2 0 0,-1-1-1,1 0 1,-1 0 0,1-1-1,-1 1 1,0-1 0,0 0-1,4-4 1,-6 5 0,0 1 1,0-1 0,1 0-1,-1 1 1,0 0-1,1-1 1,3 0-1,-4 1 1,0 0-1,0 1 0,-1-1 1,1 0-1,0 0 0,0-1 0,-1 1 1,1 0-1,-1 0 0,1-1 1,1-1-1,52-66 13,-51 63 5,0-1 0,0 1 0,-1-1 1,3-8-1,4-7 114,-9 19-103,-1 0 0,1 1 0,-1-1 0,1 0 0,-1 0 0,0 0 0,0 0 0,-1-4 0,1-3 181,0 9-189,0 0 1,-1 0 0,1 0-1,0-1 1,0 1-1,-1 0 1,1 0 0,-1 0-1,1 0 1,-1 0 0,1 0-1,-1 1 1,0-1 0,1 0-1,-1 0 1,0 0 0,-1 0-1,-18-13 345,17 12-275,0 0-60,1 1 0,-1 0 0,0 0 0,0 0 0,1 0 0,-1 1 0,0-1 0,0 1 0,0 0 1,0-1-1,0 1 0,0 1 0,0-1 0,0 0 0,1 1 0,-6 1 0,-5 2 151,0 1 0,-17 8 0,9-3 143,13-7-224,1 1 0,0 0 1,0 0-1,1 0 0,-1 1 0,1 0 0,0 0 0,0 1 1,0 0-1,-7 10 0,2-3-38,8-11-53,1 1-1,-1-1 1,1 1-1,0 0 1,0-1-1,0 1 1,-2 6-1,-3 6 25,7-14-30,-1 1 1,0-1 0,0 1-1,1 0 1,-1-1-1,1 1 1,-1 0-1,1 0 1,0-1 0,-1 3-1,1 0 3,-1 1 0,0-1-1,0 0 1,0 0 0,0 0-1,-1 0 1,0-1 0,-2 5-1,-3 7 2,2-4-12,4-10 1,0 0 1,0 1-1,0-1 0,1 1 0,-1 0 1,0-1-1,1 1 0,-1-1 0,1 1 1,0 0-1,-1-1 0,1 1 0,0 0 1,0 0-1,0-1 0,0 1 0,0 0 0,1 0 1,-1-1-1,1 3 0,0-1 2,1 0 0,-1-1 1,0 1-1,1-1 0,0 1 0,0-1 0,-1 0 0,1 0 0,1 0 0,-1 0 0,0 0 1,0 0-1,1 0 0,-1-1 0,1 1 0,-1-1 0,1 0 0,0 0 0,0 0 0,-1 0 1,1 0-1,0-1 0,0 1 0,0-1 0,0 0 0,4 1 0,0-1-7,-1 0 0,0 0-1,-1 0 0,1-1 0,0 1 1,-1-1-1,1 0 0,-1-1 0,7-2 1,19-9-73,-20 9 37,-1 0 1,1-1-1,-1 0 1,16-12-1,12-9-75,10-9 46,-30 19 56,-3 4 15,-1-1-1,18-21 0,7-8 159,-30 34-133,0-1 1,0 0-1,-1 0 0,-1-1 1,9-14-1,-8 8 9,-3 7-10,-1 0 0,2 0 1,6-8-1,-5 5-7,1 1 0,-2-1-1,0-1 1,0 1 0,4-15 0,14-29 145,-17 43-89,-1 0 1,-1-1 0,7-23-1,-8 21 15,-2 11-49,0 0 0,-1 0 0,0-1 0,0 1 0,0-8 0,0 10-13,-1 0 0,0 1 0,1-1 0,0 0 0,-1 0 0,3-3-1,-2 3 25,0 0-1,0 0 1,0 0-1,-1 0 1,1 0-1,-1-5 1,-1-2 120,1 9-165,0 1-1,0 0 1,0 0-1,0 0 1,0-1-1,0 1 1,-1 0-1,1 0 1,0 0-1,0 0 1,0 0-1,0-1 1,0 1-1,-1 0 1,1 0-1,0 0 1,0 0-1,0 0 1,-1 0-1,1 0 1,0 0-1,0 0 1,0 0-1,-1 0 1,1 0-1,0 0 1,0 0-1,0 0 1,-1 0-1,1 0 1,0 0-1,0 0 1,0 0-1,-1 0 1,1 0-1,0 0 1,0 0-1,0 0 1,0 0-1,-1 0 1,1 0-1,0 1 1,0-1-1,0 0 1,0 0-1,-1 0 1,-2 13 41,-41 43 145,34-41-89,0 0 0,-12 29 0,17-33-43,0-1 1,-7 11-1,5-12-4,2 1-1,-5 12 1,4-10 11,-12 20-1,13-25-48,1 1-1,0 0 0,0 0 1,0 0-1,1 0 1,-2 11-1,2-8-2,2-5-9,0 0 1,0 0-1,-1-1 1,-3 10-1,3-11-1,0 0-1,0 1 0,1-1 1,0 0-1,0 1 0,0-1 1,0 1-1,1 8 0,-8 34 14,12-33-12,0 7 0,-4-16-3,-1-3-5,1 1-1,0-1 0,0 0 1,0 0-1,0 1 0,1-1 0,-1 0 1,0 0-1,1 0 0,0 1 1,-1-1-1,1 0 0,0 0 1,0 0-1,0 0 0,1 0 1,1 2-1,4 3-91,25 21-515,-29-26 424,-1-1 0,1 1 0,0-1 0,0 1 0,-1-1 0,1 0 0,0 0 0,0 0 1,0 0-1,0-1 0,5 1 0,-1-1-648,0 0 0,0 0 0,0-1 0,-1 0 1,12-4-1,70-28-10519,-65 25 8139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2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21 1680,'0'0'212,"0"-1"0,0 0 0,0 0 0,0 1 0,0-1 0,0 0 0,0 0 0,0 0 0,0 1-1,-1-1 1,1 0 0,0 1 0,0-1 0,-1 0 0,1 0 0,0 1 0,-1-1 0,1 1 0,-1-1 0,1 0 0,-1 1 0,1-1-1,-1 1 1,1-1 0,-1 1 0,1-1 0,-1 1 0,-1-1 0,1 0 637,-1 1-110,-4 3-400,0 0 0,0 1 0,0-1 0,1 1 0,-7 6 0,4-2-96,0 0 0,-8 9-1,-10 11 196,25-27-424,-14 11 264,2 1 1,-1 0-1,-18 26 0,20-24-2,-18 19 0,-5 5 150,-42 43 312,66-68-644,-1 0 0,-1-1 0,-26 22 0,30-28-66,0 1 0,-8 9 0,-16 14 32,9-11-32,14-11-9,-22 15 0,13-10 0,12-9-16,1-1-1,-1 0 1,-7 4 0,12-7-4,0 0 0,0 0 0,-1 0-1,1 1 1,0-1 0,-3 3 0,4-3-2,0 1 1,-1-1-1,1 0 0,-1 0 0,1 0 1,-1 0-1,1-1 0,-1 1 0,-2 0 0,-1 1-70,-1-1-1,1 0 0,-1 0 0,0 0 1,1-1-1,-1 0 0,-9 0 0,13-1 24,-1 1-1,1 0 1,0-1-1,0 1 1,-1-1-1,1 0 0,0 0 1,0 0-1,0 0 1,0 0-1,0 0 0,0-1 1,0 1-1,0-1 1,0 1-1,1-1 1,-1 1-1,0-1 0,1 0 1,-2-2-1,-3-6-259,5 9 283,1 0 1,-1 0-1,0 0 0,1 0 1,-1 0-1,1-1 0,-1 1 1,1 0-1,-1 0 0,1-1 1,0 1-1,0 0 1,0 0-1,-1-3 0,1 2 5,0 0 1,0 0-1,-1 0 0,1 1 0,-1-1 0,1 0 1,-1 0-1,-1-2 0,1 2 10,0 0-1,1 0 1,-1 0-1,0 0 1,1 0-1,-1 0 1,1 0-1,-1-3 1,1-35-98,0 40 110,0-1 0,0 1 1,0 0-1,0 0 1,0-1-1,0 1 1,0 0-1,0 0 1,0-1-1,0 1 1,0 0-1,0-1 1,1 1-1,-1 0 1,0 0-1,0-1 1,0 1-1,0 0 1,0 0-1,0-1 1,1 1-1,-1 0 0,0 0 1,0 0-1,0-1 1,1 1-1,-1 0 1,0 0-1,0 0 1,0 0-1,1 0 1,-1-1-1,0 1 1,0 0-1,1 0 1,-1 0-1,0 0 1,1 0-1,-1 0 1,0 0 0,1 0 1,-1 0 0,0 0 0,0 0-1,1 0 1,-1 0 0,0 0 0,0-1 0,1 1-1,-1 0 1,0 0 0,0 0 0,0 0 0,1 0-1,-1 0 1,0-1 0,0 1 0,0 0 0,0 0-1,1 0 1,-1 0 0,0-1 0,0 1 0,0 0-1,0 0 1,0-1 0,0 1 0,0 0-1,0 0 1,0 0 0,1-1 0,-1 1 0,0 0-1,0 0 1,0-1 0,0 1 0,0 0 0,0 0-1,-1-1 1,2 1 16,-1-1 0,0 0 0,0 1 0,0-1 0,0 1 0,0-1 0,-1 0 0,1 1 0,0-1 0,0 1 0,0-1 0,0 1 0,-1-1 0,1 1 0,0-1 0,0 1 0,-1-1 0,1 1 0,0-1 0,-1 1 0,1-1 0,-1 1 0,1 0 0,-1-1 0,1 1 0,-1-1 0,1 1 42,5 0 14,-4 0-22,2 3-39,0 0 1,0-1 0,0 0-1,0 0 1,1 0 0,-1 0 0,6 2-1,4 4 28,40 27 120,-50-33-152,-1 0 0,0-1 0,0 1 0,0 0-1,0 0 1,2 3 0,-2-2 1,0-1 0,1 1 0,-1-1 0,0 0 1,1 0-1,3 3 0,0-1 2,0 2 1,0-1 0,0 1-1,-1-1 1,0 1 0,8 12-1,4 6 16,-12-18-36,0 0 1,0 0-1,0-1 0,1 1 1,0-1-1,0-1 1,0 1-1,1-1 1,0 0-1,0 0 1,0-1-1,0 0 0,0 0 1,15 3-1,-15-5-33,-3 0 9,-1 0-1,1 0 1,0 0 0,0-1-1,-1 1 1,1-1 0,0 0 0,0 0-1,0-1 1,0 1 0,-1-1-1,1 0 1,0 0 0,6-2-1,28-9-367,-30 10 291,1-1 1,-1 1 0,1-1-1,-1-1 1,9-5 0,-3 1-7,-1 0 0,0-1 0,0-1 0,-1 0 1,-1-1-1,21-23 0,-13 7 54,-6 10 38,10-19-1,-7 8 10,-12 22 11,0-1 0,0 0 0,0-1 0,-1 1 0,0-1 0,3-10 0,-3 2-34,0-3 47,0-1 0,1-31 0,-4 29 77,1 11 38,0 1 0,-2 0 0,1 0 1,-3-15-1,0 14-28,1 3-22,0 1-1,0-1 1,-1 1-1,-5-12 1,-2-1 63,-2-3 33,3 12-75,-17-19 278,24 27-328,0 1 0,0 1-1,-1-1 1,1 0 0,-1 0 0,0 1 0,1-1 0,-1 1 0,0 0-1,-5-1 1,-32-5 211,38 6-249,0 1 1,0 0-1,0 0 0,0 0 1,0 0-1,0 0 0,0 0 1,0 0-1,1 1 0,-1-1 1,0 1-1,-2 0 0,-6 2 9,-15 4 15,0 0 0,-43 20 0,57-22-30,0 1 1,1 1-1,0 0 0,0 0 0,0 1 0,1 0 0,0 0 1,-9 12-1,13-13-4,0 0 1,1 1-1,0-1 1,0 1 0,1 0-1,-5 16 1,6-17-1,1 0 0,0 0 0,1 0 1,0 0-1,0 0 0,0 1 0,1-1 0,0 0 1,0 0-1,1 0 0,-1 0 0,6 11 0,-2-8 0,-3-6 1,1 1-1,-1 0 0,1-1 0,6 8 0,7 5-2,-7-6-15,19 16 1,-16-19-127,1 0-1,-1-1 1,2-1-1,-1 0 1,1 0-1,-1-1 1,28 5-1,3-4-1492,0-1 1,73-2-1,-104-3 1296,18-2-1338,32-4 0,-24 1-206,-6 4-26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3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398 344 580,'11'0'5385,"-11"-14"-1901,-1 12-3144,0-1 1,0 1 0,0-1-1,0 1 1,-1 0-1,1 0 1,-1 0 0,1 0-1,-1 0 1,-3-3-1,-1-2 776,-16-14 994,20 19-1964,-1 0 0,1 0-1,-1 0 1,0 0 0,1 1 0,-1-1 0,0 1 0,0 0 0,-4-1 0,-15-8 606,19 8-668,0 1-1,0-1 0,-1 1 0,1 0 0,0 0 0,-1 1 1,1-1-1,0 1 0,-1 0 0,1-1 0,-1 2 1,1-1-1,-1 0 0,-5 2 0,2-1-37,0 1 0,0 0 0,0 1 0,1-1 0,-1 1 0,-8 6 0,-1-1-17,13-7-21,0 0 0,0 0 0,0 1-1,0 0 1,0-1 0,0 1 0,1 0-1,-1 1 1,0-1 0,1 0 0,-4 5 0,-3 6 29,-19 20 1,20-25-24,0 2-1,1-1 1,-1 1 0,2 0-1,-8 14 1,10-14-7,-5 8 27,-11 20 0,17-33-19,1 0 1,-1 1 0,1-1 0,-2 8-1,-2 2-1,5-11-21,0 0 1,1 0-1,-1 0 1,1 0 0,0 0-1,0 0 1,0-1-1,0 1 1,0 0-1,1 0 1,0 0 0,0 0-1,0 0 1,0-1-1,1 1 1,0 0 0,3 6-1,-3-8-6,0-1-1,0 1 1,1-1-1,-1 1 1,0-1-1,1 0 1,-1 1-1,1-1 1,-1 0-1,1-1 1,-1 1-1,1 0 1,0-1-1,-1 0 1,1 1-1,0-1 1,-1 0-1,1 0 1,0-1-1,4 0 1,5-1-92,-1 0 0,1-1 0,17-6 0,-14 2-68,1-1 0,-2 0 0,27-21 0,5-2-217,-37 25 337,-1 0-1,1 0 1,-1-1 0,-1 0 0,1-1 0,9-12 0,-6 8 19,9-12-7,5-4 9,-8 9 73,-17 19-19,1-1-1,-1 1 0,0 0 0,1-1 0,-1 1 1,0-1-1,1 1 0,-1-1 0,0 1 1,0-1-1,0 1 0,0-1 0,0 1 0,1-1 1,-1 1-1,0-1 0,0 1 0,0-1 0,0 1 1,0-1-1,-1 0 0,1 1 0,0-1 1,0 1-1,0-1 0,0 1 0,0-1 0,-1 1 1,1 0-1,0-1 0,-1 1 0,1-1 0,0 1 1,-1-1-1,1 1 0,0 0 0,-1-1 1,1 1-1,0 0 0,-1-1 0,1 1 0,-1 0 1,1 0-1,-1-1 0,1 1 0,-1 0 1,1 0-1,-1 0 0,0 0 0,-3 5 111,0-3-108,4-2-22,0 0 0,0 0-1,-1 0 1,1 0 0,0 0 0,0 0 0,0 0-1,-1 0 1,1 0 0,0 0 0,0 0 0,-1 0 0,1 1-1,0-1 1,0 0 0,0 0 0,-1 0 0,1 0-1,0 1 1,0-1 0,0 0 0,0 0 0,0 0 0,-1 1-1,1-1 1,0 0 0,0 0 0,0 0 0,0 1-1,0-1 1,0 0 0,0 0 0,0 1 0,0-1 0,0 0-1,0 0 1,0 1 0,0-1 0,0 1 2,0-1-1,0 1 1,0-1 0,0 1-1,0-1 1,-1 1 0,1-1 0,0 1-1,0-1 1,0 1 0,-1-1 0,1 1-1,0-1 1,0 1 0,-1-1-1,1 1 1,-1-1 0,1 0 0,-1 1-1,-3 4 27,-3 8 21,-8 14 24,11-12-82,3-13 3,0-1 3,1-1 0,-1 1 0,1-1 1,-1 1-1,1-1 0,-1 1 0,1-1 0,-1 1 0,1-1 0,0 1 0,-1 0 1,1-1-1,0 1 0,0 0 0,0-1 0,-1 1 0,1 0 0,0 0 1,0-1-1,0 1 0,0 0 0,0-1 0,0 1 0,0 0 0,1 1 0,2 1-2,-3-3 2,1 1 0,-1 0 0,1-1 0,0 1 0,-1 0 0,1 0 0,-1 0 1,0-1-1,1 1 0,-1 0 0,0 0 0,1 0 0,-1 0 0,0 0 0,0 0 0,0-1 0,0 1 0,0 0 0,0 1 0,0-1-4,0 0-1,1-1 1,-1 1-1,0 0 1,1-1-1,-1 1 1,1 0-1,-1-1 1,1 1-1,-1-1 0,1 1 1,-1-1-1,1 1 1,-1-1-1,1 1 1,0-1-1,-1 1 1,1-1-1,0 0 1,-1 1-1,2-1 0,21 8-238,-20-8 206,-1 0 0,1 0 0,0 0-1,0-1 1,0 1 0,0-1-1,-1 1 1,1-1 0,4-2 0,14-3-208,-3 3 27,0-2 0,0 0-1,23-10 1,-24 9 30,7-5-12,0-2-1,-1 0 1,0-1-1,22-19 1,-35 25 163,0-1 0,0-1 0,10-12 0,-3 1 17,49-54 99,-56 63 194,-2 0-1,1 0 1,-2-1-1,0-1 0,0 1 1,-1-1-1,5-17 1,-10 24-17,0 1 0,0 0 0,-1 0 0,0 0 1,0-1-1,-1-7 0,0-3 181,1 16-409,0 0 1,0 0-1,0 1 0,0-1 1,0 0-1,0 0 0,-1 0 1,1 0-1,0 1 0,-1-1 1,1 0-1,-1 0 0,1 1 1,-1-1-1,0-1 0,0 1-4,1 1-1,-1-1 0,1 0 0,-1 1 0,1-1 1,-1 0-1,1 0 0,0 0 0,-1 0 0,1 0 1,0 1-1,0-1 0,0 0 0,-1 0 0,1-2 1,0 3-12,0 0 0,0 0 0,0-1 0,0 1-1,0 0 1,0 0 0,0-1 0,0 1 0,0 0 0,0 0 0,0-1 0,0 1 0,0 0 0,0 0 0,0-1 0,0 1 0,0 0 0,-1 0 0,1-1 0,0 1 0,0 0 0,0 0 0,0 0 0,-1 0 0,1-1 0,0 1 0,0 0 0,0 0 0,-1 0 0,1 0 0,0 0 0,0-1 0,-1 1 0,1 0 0,0 0 0,0 0-1,-1 0 1,1 0 0,0 0 0,0 0 0,-1 0 0,1 0 0,0 0 0,0 0 0,-1 0 0,1 0 0,-2 0-52,0 0 72,2 1-32,1-1 1,-1 1-1,0-1 1,0 1-1,0-1 1,0 0-1,0 1 0,0-1 1,0 1-1,0-1 1,0 0-1,0 1 1,-1-1-1,1 1 0,0-1 1,0 0-1,0 1 1,0-1-1,-1 1 1,1-1-1,0 1 0,-2 1-3,1-2 1,0 1 1,1 0-1,-1-1 1,0 1-1,1 0 1,-1 0-1,1 0 1,0 0-1,-1 0 1,1-1-1,-1 1 1,1 0-1,0 0 0,0 0 1,0 0-1,-1 0 1,1 2-1,-1 1 11,0 1 0,0-1 0,-1 0 0,1 0 0,-1 0 0,0 0 0,-1-1 0,1 1 0,-1 0 0,-5 5 0,-10 16 99,-2 7 4,15-25-82,0 0 0,0 0 0,-4 10 0,-2 5 34,-20 29 1,-3 6-5,18-34-45,13-19-12,1 0 0,-1 0 0,1 0 0,0 0 1,0 0-1,0 0 0,-1 6 0,0-2 1,0-1-1,0 1 1,-1-1-1,-5 7 1,5-6-1,0-1 1,-6 16-1,8-19-3,0 0-1,1 0 1,-2 0-1,-2 5 1,-4 8-17,3-6-32,5-8 2,0-1 0,0 0 0,0 1 0,0-1 0,1 1 0,-1-1 0,0 1 0,1-1 0,0 1 0,0 3 0,0-5 15,0 0 1,-1 0-1,1 0 0,0 0 0,0 0 0,-1 0 0,1-1 0,0 1 0,-1 0 0,1 0 0,-1 0 0,1-1 0,-2 3 1,2-3-59,-1 1 1,1 0-1,-1-1 1,1 1-1,-1 0 1,1 0 0,-1 0-1,1-1 1,0 1-1,-1 0 1,1 0-1,0 0 1,0 2 0,0-3-63,0 1 1,0 0 0,0-1-1,1 1 1,-1-1 0,0 1-1,1-1 1,-1 1 0,0-1-1,1 1 1,-1-1 0,0 1 0,1-1-1,-1 1 1,1-1 0,-1 1-1,1-1 1,-1 0 0,1 1-1,0-1 1,-1 0 0,1 1-1,-1-1 1,1 0 0,0 0-1,1 1-228,-1-1-1,1 1 0,-1-1 0,1 0 0,-1 0 1,1 0-1,-1 0 0,1 0 0,-1 0 0,1 0 1,-1 0-1,3-1 0,27-12-5464,-18 0 2627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4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297 229 576,'1'-1'272,"0"1"0,0-1 0,0 0-1,0 0 1,-1 1 0,1-1 0,0 0 0,-1 0-1,1 0 1,0 0 0,-1 0 0,1 0 0,-1 0 0,1 0-1,-1 0 1,0 0 0,1 0 0,-1 0 0,0-1 0,0 1-1,0 0 1,0 0 0,0 0 0,0 0 0,0 0-1,0 0 1,0-1 0,-1 1 0,1 0 0,0 0 0,-1 0-1,0-1 1,0 0 46,0 0-1,0 1 1,0-1 0,0 0-1,0 0 1,0 1-1,1-1 1,-1 0 0,1 0-1,-1 0 1,1 0-1,0 0 1,0 0 0,0 0-1,0 0 1,0-3-1,0 5-218,0-1-1,0 1 1,0-1 0,0 1-1,0-1 1,0 0-1,0 1 1,0-1-1,0 1 1,0-1 0,0 1-1,0-1 1,0 1-1,-1-1 1,1 1-1,0-1 1,0 1 0,-1-1-1,1 1 1,0-1-1,-1 1 1,1-1-1,0 1 1,-1-1-1,-11 3 503,-5 2-106,13-3-418,0 0 1,0 0-1,0 0 0,0 1 0,0-1 0,1 1 1,-1 0-1,0 0 0,1 0 0,-1 0 1,1 1-1,0-1 0,-5 6 0,-15 9 242,-28 19 178,36-25-396,11-8-81,1 0-1,-1 0 1,0 0-1,1 1 1,-1-1-1,1 1 1,-3 4-1,-49 59 61,49-57-85,-1 0 0,-4 13 0,9-19-3,1 1 0,-1 0 0,1 0 0,0 1 0,0-1-1,1 0 1,-1 7 0,1-11 0,0 0-1,0-1 0,0 1 1,0 0-1,1 0 1,-1 0-1,0-1 1,0 1-1,0 0 0,1 0 1,-1-1-1,0 1 1,1 0-1,-1 0 0,1-1 1,-1 1-1,1 0 1,-1-1-1,1 1 0,-1-1 1,1 1-1,0-1 1,-1 1-1,1-1 0,0 1 1,-1-1-1,2 1 1,1 0-28,-1-1-1,1 1 1,-1-1 0,0 0 0,1 1 0,-1-1 0,1 0-1,-1-1 1,5 0 0,3-1-137,1-1-1,-1 0 1,17-8 0,-4 0 15,-1-1 0,0-1 1,-1-1-1,-1-1 0,0-1 1,-1 0-1,28-32 0,-40 38 79,1-2 10,-5 10 101,-1-1 1,0 1-1,0-1 1,0 0-1,0 0 1,0 0-1,0 0 1,-1 0-1,1 0 1,0-3-1,-2 5-24,0 1 0,0 0-1,0 0 1,0-1 0,0 1 0,0 0-1,0 0 1,0 0 0,0-1 0,1 1 0,-1 0-1,0 0 1,0-1 0,0 1 0,0 0-1,0 0 1,0 0 0,1 0 0,-1-1 0,0 1-1,0 0 1,0 0 0,1 0 0,-1 0-1,0 0 1,0-1 0,0 1 0,1 0 0,-1 0-1,0 0 1,0 0 0,1 0 0,-1 0 0,1 0-1,-1 0 1,0 0 1,0 0-1,0 0 0,1 0 0,-1 0 0,0 0 0,0 0 1,1-1-1,-1 1 0,0 0 0,0 0 0,0 0 0,1 0 1,-1 0-1,0 0 0,0-1 0,0 1 0,1 0 0,-1 0 1,0 0-1,0 0 0,0-1 0,0 1 0,0 0 0,0 0 1,1-1-1,-1 1 0,0 0 0,0 0 0,0 0 0,0-1 1,0 1-1,0 0 0,0-1 0,0 1 21,-1 0 0,1 0 0,-1-1 1,1 1-1,-1 0 0,1 0 0,-1 0 0,1 0 0,-1 0 1,1 0-1,-1 0 0,0 0 0,1 0 0,-1 0 0,1 0 0,-1 0 1,1 0-1,-1 1 0,1-1 0,-1 0 0,1 1-13,0-1 0,0 1 0,-1 0 0,1-1 0,0 1 0,0 0-1,-1-1 1,1 1 0,0-1 0,-1 1 0,1-1 0,-1 1 0,1-1 0,-1 1 0,1-1 0,-1 1 0,1-1-1,-1 0 1,1 1 0,-2-1 0,2 1-23,0-1 15,-1 0-1,1 1 1,0-1 0,-1 1-1,1-1 1,0 1 0,0-1-1,-1 1 1,1-1 0,0 1-1,0-1 1,0 1 0,0-1 0,0 1-1,0-1 1,0 1 0,0 0-1,0-1 1,0 1 0,0-1-1,0 2 1,-1 7 75,0-7-70,0 0 1,0-1-1,0 1 1,0 0-1,0-1 1,0 1-1,1 0 0,-1 0 1,1 0-1,-1-1 1,1 1-1,0 0 1,0 0-1,0 0 1,0 0-1,0 4 1,0-5-12,0-1 1,0 1 0,0 0-1,0 0 1,-1-1 0,1 1-1,0 0 1,-1 0 0,1-1-1,0 1 1,-1 0-1,1-1 1,0 1 0,-1 0-1,0 0 1,0 0-3,1-1 0,-1 1 0,1 0 0,-1 0 0,1 0 0,-1-1 0,1 1 0,-1 0 0,1 0 0,0 0 0,0 0 0,-1 0 0,1 0 0,0 0 0,0 1 0,0-1-1,0-1 0,0 0 1,0 1-1,-1-1 1,1 1-1,0-1 0,0 0 1,0 1-1,0-1 1,0 1-1,0-1 1,0 1-1,1-1 0,-1 0 1,0 1-1,0-1 1,0 1-1,0-1 0,0 0 1,1 1-1,-1-1 1,0 1-1,0-1 1,1 0-1,-1 1 0,0-1 1,0 0-1,1 0 1,-1 1-1,0-1 0,1 0 1,-1 0-1,1 1 1,3 1-2,0 11 40,-2-12-35,0 1-1,0 0 1,1-1 0,-1 1-1,0-1 1,1 0 0,0 0-1,-1 0 1,1 0 0,-1 0-1,1-1 1,0 1 0,-1-1-1,1 0 1,5 0 0,3 1 11,1-2 0,17-2 1,-15 1-2,-1-2 0,0 1 0,1-2-1,-2 0 1,18-8 0,58-40 218,-52 30-139,-23 13-38,0 0 1,17-19-1,0 2-3,-18 15-34,0 0-1,0 0 1,10-15-1,-13 14 12,12-21 159,-21 34-181,0-1 1,1 0-1,-1 1 0,0-1 1,1 1-1,-1-1 1,0 0-1,0 1 0,1-1 1,-1 0-1,0 1 0,0-1 1,0 0-1,0 1 1,0-1-1,0 0 0,0 1 1,0-1-1,0 0 0,-1 1 1,1-1-1,0 0 0,0 1 1,0-1-1,-1 1 1,1-1-1,0 0 0,-1 1 1,1-1-1,-1 1 0,1-1 1,0 1-1,-1-1 1,0 0-1,0 0 5,1 1 0,-1-1 1,0 0-1,1 0 0,-1 0 1,1 0-1,-1 0 0,1 0 0,0 0 1,-1 0-1,1 0 0,-1-1 0,1 1-8,0 1 0,0-1 0,0 0 0,0 1 0,0-1 0,0 1 0,0-1 0,0 1 0,0-1 0,0 1 0,-1-1 0,1 0 0,0 1 0,0 0 0,-1-1 0,1 1 0,0-1 0,-1 1 0,1-1 0,-1 1 0,1-1 0,0 1 0,-1 0 0,1-1 0,-1 1 0,1 0 0,-1 0 0,1-1 0,-1 1 0,1 0 0,-1 0 0,0 0 0,0-1 0,-10-4 22,-7-4 17,9 10-30,4 0-6,3-1-6,0 1-1,1-1 1,-1 0 0,1 0-1,0 1 1,-1-1 0,1 1-1,-1-1 1,1 1-1,0 0 1,-2 0 0,-13 6-19,13-7 11,0 1 0,0 0-1,1 0 1,-1 0 0,0 0-1,1 0 1,-1 0 0,1 1 0,0-1-1,-1 1 1,1 0 0,0 0-1,0 0 1,0 0 0,0 0-1,-3 5 1,-3-1-29,7-5 31,1 0 1,-1-1 0,0 1 0,0 0-1,0-1 1,0 1 0,1 0 0,-1 0-1,0 0 1,1 0 0,-1 0 0,0 0-1,1 0 1,0 0 0,-1 0 0,1 0-1,-1 0 1,1 0 0,0 0 0,0 0 0,0 2-1,-1 4-25,1-3-11,0 0 0,0-1 0,0 1 0,0 0 0,1-1 1,0 7-1,1-7 11,-1 0 1,1 0 0,0 0-1,0 0 1,0-1 0,0 1-1,0-1 1,1 1 0,-1-1 0,1 0-1,-1 0 1,5 3 0,26 22-146,-16-15 128,8 3 18,52 27 53,-75-41-25,0 0 1,0 0-1,0 0 1,0 1-1,0-1 1,0 1-1,0 0 1,3 2-1,8 8-18,-10-10 21,-1 0 0,0 0 1,0 0-1,-1 0 0,1 1 0,0-1 1,-1 1-1,1-1 0,-1 1 0,0-1 0,0 1 1,1 3-1,-2-5 0,0 0 0,0-1 0,0 1 0,0-1 0,0 1 0,0-1 0,0 1 0,1-1 0,-1 1 0,0-1 0,0 1 0,0-1 0,1 1 0,-1-1 0,0 1 0,0-1 0,1 1 1,-1-1-1,0 1 0,1-1 0,0 1 0,0 2 8,-5 3-2,0 8 28,-1-6-11,3-5-16,-1 0 0,1 0 0,-1 0 0,1 0 0,-1-1 0,0 1 0,0-1 0,0 1 0,0-1 0,-1 0 0,-3 2 0,-36 17 35,40-20-43,0 1-1,0-1 0,-1 1 1,1-1-1,-1 0 1,1-1-1,-7 2 0,-11 2-74,12-2-168,1 0 0,-1-1-1,-17 0 1,24-1 85,1 0 0,-1 0 0,0-1 0,0 1 0,1-1 1,-1 1-1,0-1 0,0 1 0,-1-2 0,-3-1-565,4 3 512,1-1 1,0 1 0,0-1-1,0 1 1,0-1 0,0 0-1,0 0 1,0 1 0,0-1-1,0 0 1,0 0 0,0 0-1,1 0 1,-1 0 0,0 0-1,1 0 1,-1 0 0,0 0 0,1 0-1,-1-1 1,1 1 0,-1-1-1,0-3-1336,1-1 1,-1 1-1,1 0 0,0-5 0,0 2-1627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5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247 355 1644,'-2'-1'410,"-1"1"1,0-1-1,1 1 0,-1-1 0,1 1 1,-1 0-1,0 0 0,1 0 0,-1 0 1,0 0-1,1 0 0,-4 2 0,-34 7 2291,38-8-2521,0-1-18,0 1 0,1-1-1,-1 1 1,1 0 0,-1-1-1,1 1 1,-1 0 0,1 0 0,-1 0-1,1 0 1,0 0 0,-3 2-1,-14 11 1333,14-11-1181,-5 5-41,9-8-266,0 0 0,0 0 1,0 1-1,0-1 0,0 0 1,0 0-1,-1 0 0,1 1 1,0-1-1,0 0 0,0 0 1,0 0-1,0 1 0,0-1 1,0 0-1,0 0 0,0 0 1,0 1-1,0-1 0,0 0 1,0 0-1,0 1 0,0-1 1,0 0-1,0 0 0,0 0 0,0 1 1,1-1-1,-1 0 0,0 0 1,0 0-1,0 1 0,0-1 1,0 0-1,0 0 0,1 0 1,-1 0-1,0 1 0,0-1 1,0 0-1,1 0 0,-1 0 1,22 14 207,-17-13-203,1 0 0,-1-1 0,1 1 0,-1-1 0,1 0 0,-1-1 0,1 1 0,5-2 0,-11 2-10,33-9 55,-30 8-51,-1 1 0,1-2 0,-1 1 0,1 0 0,-1 0 0,1-1 0,-1 0 0,0 1 1,1-1-1,1-2 0,3-2 13,-7 6-16,1 0 0,-1 0 0,0-1 0,1 1 0,-1 0 1,0 0-1,1 0 0,-1-1 0,0 1 0,1 0 0,-1-1 0,0 1 0,0 0 0,1-1 0,-1 1 0,0 0 0,0-1 0,0 1 0,0 0 0,1-1 0,-1 1 0,0 0 1,0-1-1,0 1 0,0-1 0,0 0 2,0 1 1,0 0-1,0-1 1,0 1-1,0-1 1,0 1-1,0 0 1,0-1-1,0 1 1,0-1-1,0 1 1,0-1-1,0 1 1,1 0-1,-1-1 1,0 1-1,0 0 1,0-1-1,1 1 1,-1 0-1,0-1 0,0 1 1,1 0-1,-1-1 1,0 1-1,1 0 1,-1 0-1,0-1 1,1 1-1,0 0 1,-1-1 55,-4-2 17,4 3-74,-4-13 269,-25-6 358,11 13-243,12 5-301,4 0-61,-1 1 1,0-1-1,1 1 1,-1-1-1,1 1 1,-1 0-1,1 0 1,-6 1-1,-8 0 102,11 0-90,1-1 0,-1 1 0,1 1 0,-1-1 0,1 1 0,-1 0 0,1 0 0,0 0 0,0 0 0,0 1 0,0 0 0,0 0 0,-6 6 0,8-8-24,1 1 1,-1-1-1,0 0 1,0 0-1,0 1 0,0-2 1,-3 2-1,-8 5 37,9-2-38,-1 0 0,1 1 0,0-1-1,1 1 1,-6 10 0,-8 12 19,11-20-18,4-6-11,1-1 1,-1 1 0,1 0 0,0-1-1,-1 1 1,1 0 0,0 0 0,0 0-1,1 0 1,-1 0 0,0 0 0,1 0-1,-1 0 1,1 0 0,-1 0 0,1 0-1,0 0 1,0 1 0,0 3 0,-3 13 10,3-19-12,-1 1 0,1 0-1,0 0 1,0 0 0,-1 0 0,1 0 0,0 0 0,0 0-1,0 0 1,0 0 0,0 0 0,0 0 0,0 0 0,1 0-1,-1 0 1,0 0 0,1 0 0,-1 0 0,0-1-1,1 3 1,4 14-5,-4-16 4,-1 0 0,0 0-1,0 0 1,0 0-1,0 0 1,1 0 0,-1 0-1,0 0 1,1 0-1,-1-1 1,1 1-1,-1 0 1,1 0 0,-1 0-1,1 0 1,0-1-1,0 2 1,4 2-1,0-1 1,0 1-1,0-1 0,0 0 1,1-1-1,-1 1 0,1-1 1,-1 0-1,12 2 0,-9-2-6,1-1 0,0 0 0,0 0 0,0-1 0,13-1 0,-13 0-21,9-1-157,-1 0 1,1-1-1,-1-1 0,27-10 0,35-15-779,-46 18 440,51-25 0,70-46 81,-132 69 449,37-29 1,-41 28 16,62-54 297,-67 58-244,-2 2 82,0 0 0,0-1 0,16-18 0,4-6 438,-23 27-395,-2-1 1,1-1 0,9-13 0,-4 5 216,-9 12-269,0 0 0,0 0 0,-1 0 0,1-1 0,2-8 0,6-19 813,-10 29-850,0 1 1,0-1-1,-1 0 0,1 0 0,-1 0 0,0 0 0,0 0 0,0 0 0,0 0 0,-1-4 0,0-6 364,1 13-461,0-1 1,1 1-1,-1-1 1,0 1-1,0 0 1,0-1-1,0 1 1,0-1-1,0 1 1,0 0-1,0-1 1,0 1-1,0-1 1,0 1-1,0 0 1,0-1-1,0 1 1,-1-1-1,1 1 1,0 0-1,0-1 1,0 1-1,-1 0 1,1-1-1,0 1 1,0 0-1,-1-1 1,1 1-1,0 0 1,0 0-1,-1-1 1,1 1-1,0 0 1,-2-1-1,-2-1 69,1 0 0,0 1 33,-3 4-25,3-1-74,-10 11 42,7-10-48,4-2-7,0 0-1,0 0 0,0 0 1,0 0-1,1 1 1,-1-1-1,0 0 1,1 1-1,-1-1 0,1 1 1,-3 3-1,-3 5 36,0 0 0,-1 0-1,-14 13 1,5-4 13,0 1-1,1 0 1,2 1 0,0 0-1,-18 36 1,29-49-49,0 0-1,0 0 1,1 0 0,0 0-1,-2 10 1,-2 14 5,5-31-8,-1 6-2,0 0 1,0-1 0,1 1-1,0 0 1,0 0-1,1 0 1,0-1 0,0 1-1,2 13 1,2-9-1,-3-9 0,0 1 0,0-1 1,-1 1-1,1-1 0,0 1 0,-1 0 1,0 2-1,1 0 8,0 0 1,0 0-1,0 0 1,0 0-1,1 0 0,0-1 1,0 1-1,0 0 1,0-1-1,1 0 1,0 1-1,0-1 1,0 0-1,0-1 0,1 1 1,6 6-1,-5-7-14,0 0-1,1 0 0,-1 0 0,1-1 0,-1 1 0,1-1 0,0-1 1,0 1-1,0-1 0,0 0 0,8 0 0,-2 1-21,-1-1-77,0 0-1,0 0 1,1-1 0,-1-1-1,0 0 1,0 0 0,13-4-1,4-4-2553,42-17-1,-69 25 2530,2 0-212,0 0-1,-1 0 1,1 0 0,-1 0 0,1-1-1,-1 0 1,0 1 0,0-1 0,1 0-1,2-4 1,7-6-2175,-10 11 1933,0-1 0,0 0 0,0 0 0,0 0 0,-1 0 0,1 0 0,0 0 0,-1 0 0,2-4 0,-1-14-2542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5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32 172 964,'-2'-1'327,"1"0"0,-1 0 0,0 1 0,1-1-1,-1 0 1,1 1 0,-1-1 0,0 1 0,0 0 0,-2-1 0,3 1 876,-9 0 1295,78-3-819,111-20 0,-131 15-1450,128-26-291,-131 25-822,53-18 0,10-13-4374,-95 32 3391,-2-5-326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0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12 227 1800,'-2'0'1942,"-7"0"1707,9 0-3571,0-1-1,0 1 1,0 0 0,0 0-1,0-1 1,0 1-1,0 0 1,0 0-1,0 0 1,0-1 0,0 1-1,0 0 1,0 0-1,0-1 1,0 1-1,0 0 1,0 0 0,0-1-1,0 1 1,0 0-1,0 0 1,1 0-1,-1-1 1,0 1 0,0 0-1,0 0 1,0 0-1,0 0 1,1-1-1,-1 1 1,0 0 0,1 0-95,-1 0 69,1 0 0,-1 0 0,0 0 0,0 0 0,1 0 1,-1 0-1,0 0 0,0 0 0,1 0 0,-1 0 0,0 0 0,0 0 0,1 0 0,-1 0 0,0 0 0,0 0 0,1 0 0,-1 0 0,0 0 0,0-1 0,1 1 1,-1 0-1,0 0 0,0 0 0,0 0 0,1-1 0,-1 1 0,0 0 0,0 0 0,0 0 0,0-1 0,1 1 0,-1 0 0,0 0 0,0-1 0,0 1 0,0 0 0,0 0 1,0-1-1,0 1 0,0 0 0,0-1 0,11-1 1941,-10 1-1912,-1 1 0,1-1 1,0 1-1,-1-1 0,1 1 0,0-1 0,-1 1 0,1-1 0,0 1 0,0 0 0,0-1 0,-1 1 1,1 0-1,0 0 0,0-1 0,1 1 0,23-5 880,-18 3-581,46-16 1294,101-11 156,-22 1-1586,86-6-248,-182 30-108,161-19-1276,-68 2-2678,-115 19 2413,-1-1 0,0-1 1,0 0-1,24-11 0,-15 2-1822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1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15 2408,'0'-1'2932,"-2"-4"-1782,-2 4-412,4 1-691,0 0 0,0 0 0,0 0 0,-1 0 0,1-1 0,0 1 0,0 0 0,-1 0 0,1 0 0,0 0 0,0 0 0,-3-6 5112,1 6-4755,1 0-477,1 0 107,0 0 0,0 0 0,-1 0 0,1 0-1,0 0 1,0 0 0,-1 0 0,1 0-1,0 0 1,0 0 0,-1 0 0,1 0-1,0 0 1,0 0 0,-1 0 0,1 0 0,0 0-1,0 0 1,-1 0 0,1 1 0,0-1-1,0 0 1,-1 0 0,1 0 0,0 0 0,0 1-1,0-1 1,0 0 0,-1 0 0,1 0-1,0 1 1,0-1 0,0 0 0,0 0 0,0 1-1,0-1 1,-1 0 0,1 0 0,0 1-1,0-1 1,0 0 0,0 1 0,0 0 156,0-1-154,-1 0 1,0 0-1,1 0 1,-1 0-1,1 0 1,-1 0-1,0 0 1,1 0 0,-1 0-1,1 0 1,-1 1-1,0-1 1,1 0-1,-1 0 1,1 1-1,-1-1 1,1 0-1,-1 1 1,1-1-1,-1 1 1,1-1-1,0 0 1,-1 1 0,1-1-1,-1 2 1,-7 5 162,7-6-157,-1 0-1,0 0 1,1 0-1,0 0 1,-1 1-1,1-1 1,0 0 0,-1 1-1,1-1 1,0 1-1,0 0 1,0-1-1,0 1 1,1 0-1,-1-1 1,0 1-1,1 0 1,-1 0 0,1 0-1,-1 0 1,1 0-1,0 0 1,0-1-1,0 4 1,0-1 38,-1 0 0,0 1 0,0-1-1,0 0 1,-2 6 0,-3 6 140,-12 25 374,13-23-92,-14 32 0,14-36-297,0 0 0,1 1-1,-4 20 1,-1 4-6,6 8-104,-1-34-86,3-6-3,-1-1 0,1 1 0,0-1 0,0 13 1,1-12-6,1 0 0,-1 0 1,1 0-1,1 0 0,-1 1 1,1-2-1,4 12 0,-4-12-2,0-1 0,1 1 0,-1 0 0,1-1 0,5 8 0,1-1 19,-6-7-2,0-1 0,0 0 0,1 0 1,-1 0-1,1 0 0,0-1 0,0 0 0,0 1 0,0-1 0,1 0 0,-1-1 0,8 4 1,-5-4-45,-4-1 22,-1 0 1,1 0-1,-1 0 0,1 0 1,-1-1-1,1 0 1,-1 1-1,1-1 1,-1 0-1,1 0 1,0 0-1,3-1 1,11-4 11,-12 4 1,0 0-1,0-1 1,0 0 0,0 0 0,8-5-1,1-1 16,-10 6-17,0 0 0,0 0 1,0 0-1,0-1 1,-1 1-1,1-1 0,-1 0 1,0 0-1,0 0 1,4-6-1,11-12 8,-15 15-7,-1-1-1,0 0 1,0-1 0,0 1-1,-1 0 1,0 0-1,-1-1 1,1 1 0,-2-9-1,2-6 5,-1 15-8,1-1 0,-1 1 0,-1-1 0,1 1 0,-3-9 0,-1 6 0,3 9-5,1-1 0,-1 0 0,0 1 0,1-1 0,-1 0 1,1 1-1,0-1 0,-1 0 0,1-3 0,-1-3 1,0 0 0,-1 0-1,0 0 1,0 0 0,0 1 0,-7-13 0,-3-13 7,7 12 25,4 15-23,-1 0 0,1 0-1,-1 0 1,0 0 0,-1 1 0,-5-11-1,-1-4 7,8 16-11,0 1-1,-1-1 0,0 0 0,0 1 1,-3-6-1,-5-10-5,9 17 1,0 0 1,1-1 0,-2 1-1,1 0 1,0 0-1,0 0 1,-1 0-1,-1-2 1,-2-1-4,4 4 6,0 0-1,0 0 0,0 0 1,0 0-1,-1 0 0,1 0 0,0 1 1,0-1-1,-1 0 0,1 1 1,-3-2-1,2 2-3,0-1 0,0 0 1,0 0-1,0 1 0,-1 0 0,1-1 0,0 1 1,0 0-1,-1 0 0,1 0 0,0 0 0,0 0 1,-1 1-1,1-1 0,0 1 0,0-1 1,0 1-1,0 0 0,0 0 0,0 0 0,0 0 1,0 0-1,0 1 0,-2 0 0,-2 4-15,0-1-1,0 1 1,0 0-1,1 0 1,0 1-1,0 0 1,1 0 0,-1 0-1,-4 13 1,-11 14-527,16-26 149,0-1 1,0 1-1,1-1 0,0 1 1,0 0-1,-3 14 0,4-5-1980,0 0-1,0 26 1,3-41 2007,-1 0 0,1-1 1,-1 1-1,1 0 1,0 0-1,-1 0 0,1 0 1,0-1-1,0 1 0,0 0 1,0-1-1,1 1 1,-1-1-1,0 1 0,1-1 1,-1 1-1,1-1 1,2 2-1,7 4-1977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2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1 281 896,'0'-26'12902,"0"27"-12708,0 1-1,0 0 1,1-1 0,-1 1 0,0-1-1,1 1 1,-1-1 0,1 1-1,1 2 1,-1-3-45,0 1 0,-1 0 0,1 0 0,0 0 0,-1 0 0,1-1 0,-1 1-1,0 0 1,1 4 0,-1-5-74,0 1 0,0-1 0,1 1 0,-1-1 0,0 0 0,1 1 0,-1-1 0,1 0 0,-1 1 1,2 1-1,-1-2-26,0 0 1,-1 1-1,1-1 1,0 0 0,-1 0-1,0 1 1,1-1-1,-1 0 1,0 1-1,1 1 1,-2 15 671,0-15-635,1 1 1,0 0-1,0-1 1,0 1-1,0-1 1,1 1-1,-1-1 1,3 7 0,-1-4-6,0 0 1,-1 1-1,1-1 1,-1 0-1,-1 1 1,1-1 0,-1 13-1,0 96 371,0-112-432,-1 0 1,1 0-1,-1 0 1,1-1-1,-1 1 1,-2 6 0,2-7-6,0 1 0,0-1 0,1 1 0,-1-1 0,0 1 0,1 4 1,0 61 290,0-67-304,0 0 0,0-1 0,0 1 1,0-1-1,0 1 0,0 0 1,-1-1-1,1 1 0,0 0 0,0-1 1,0 1-1,-1-1 0,1 1 0,0-1 1,0 1-1,-1-1 0,1 1 0,-1-1 1,0 2-1,1-2 1,-1 1-1,0 0 1,0 0-1,1 0 1,-1 0 0,1 1-1,-1-1 1,1 0-1,0 0 1,-1 0 0,1 0-1,0 0 1,0 1-1,-1-1 1,1 0 0,0 0-1,0 0 1,1 3-1,10-5 149,-11-3-114,-1 2-2,1 0 0,0 0 1,0-1-1,0 1 0,0 0 1,1 0-1,-1-1 0,2-3 1,0 1-29,-1-1 1,1 1 0,-1-1 0,0 0-1,0 1 1,0-1 0,-1 0-1,0-9 1,-1-10-10,0 13 4,1 0 0,1 1 1,2-18-1,-1 18 10,1 0 0,-2 0 1,1 0-1,-1-16 0,-2 11 9,1 9-16,-1 0 0,1 0-1,1 0 1,-1 0 0,3-8-1,-1 8-13,0 1 0,-1-1-1,1 0 1,-1 0 0,-1 0-1,1-7 1,-2-2-24,0 13 31,1 0-1,0 0 1,0 0-1,0 0 1,0 0-1,1 0 1,-1 0-1,1 0 1,1-3-1,0 0-2,-1 1-1,1-1 1,-1 0-1,0 1 1,0-1-1,0 0 1,-1-9-1,0 12 2,0-1 0,1 1-1,0-1 1,0 1 0,0 0 0,0-1 0,3-4 0,0-1 3,-3 7-1,0 0 0,0 0 1,1 0-1,-1 0 0,0 1 0,1-1 0,3-2 1,-3 2-4,0 1 1,-1-1 0,1 1-1,-1-1 1,1 0 0,-1 0 0,3-4-1,-2 1-12,1 1-1,0-1 0,1 0 0,-1 1 1,1-1-1,0 1 0,0 0 0,7-5 1,5-4-54,21-12 0,-19 13 46,-8 5 10,-1 1-1,2 0 0,-1 0 1,1 1-1,16-6 0,9-2-12,17-1 10,-51 14 17,-1-1 0,0 1 0,1 0 0,-1 0 0,0 1 0,0-1 1,1 0-1,-1 0 0,0 0 0,1 1 0,-1-1 0,0 1 0,0-1 1,0 1-1,1-1 0,-1 1 0,1 1 0,-1-1 1,1 0-1,-1-1 1,1 1 0,0 0-1,-1-1 1,1 1-1,0-1 1,-1 1 0,3-1-1,-3 0 1,-1 0-1,1 0 1,-1 0 0,1 0-1,-1 1 1,1-1-1,-1 0 1,1 0-1,-1 0 1,0 0 0,1 0-1,-1 1 1,1-1-1,-1 0 1,0 0-1,1 1 1,-1-1-1,1 0 1,-1 0 0,0 1-1,0-1 1,1 0-1,-1 1 1,0-1-1,1 1 1,-1-1-1,0 0 1,0 1 0,0-1-1,0 1 1,1-1-1,-1 1 1,0-1-1,0 1 1,0-1 0,0 0-1,0 1 1,0 0-1,3 7-11,5-1-16,-7 8 17,-1-12 14,0 1-1,0 0 0,-1-1 0,1 1 0,-1 0 1,0-1-1,0 1 0,0-1 0,0 1 0,-1-1 1,0 0-1,1 0 0,-1 1 0,-1-1 0,1 0 1,0-1-1,-1 1 0,1 0 0,-6 3 0,3 0 22,0 0 0,-9 14 0,-8 8 46,-7 0-28,-39 29 0,14-2-55,35-40 14,-26 32 0,-1 0 3,35-32-2,10-13 0,0 0 0,0 0 0,0-1 0,0 1 1,0 0-1,-1-1 0,1 1 0,-3 1 0,4-3-1,-1 0-1,1 0 0,0 0 1,-1 0-1,1 0 0,-1 0 1,1 0-1,0 0 0,-1 1 0,1-1 1,0 0-1,0 0 0,-1 0 1,1 0-1,0 0 0,-1 0 1,1 1-1,0-1 0,-1 0 1,1 0-1,0 1 0,0-1 1,0 0-1,-1 0 0,1 1 1,0-1-1,0 0 0,0 0 0,-1 1 1,1-1-1,0 0 0,0 1 1,0-1-1,0 0 0,0 1 1,0 0 13,4-1-82,3-1 27,-7 0 38,0 0 0,1-1 0,-1 1 0,0 0 0,1 0 0,-1-1 0,1 1 0,0 0 0,-1 0 0,1 0 0,0 0 0,0 0 0,0 0 0,0 0 0,0 0 0,0 0 0,0 0 0,0 0 0,0 0 0,0 1 0,0-1 0,0 0 0,1 1 0,-1-1 0,0 1 0,2-1 0,3 0-1,-1-1 1,1 1 0,0 0 0,-1 0 0,10 0-1,6-2-7,-19 3 8,0-1 0,1 0 1,-1 1-1,1 0 0,0-1 0,-1 1 0,1 0 1,-1 0-1,1 1 0,-1-1 0,1 0 0,-1 1 1,1 0-1,4 1 0,16 6 2,-8-2 2,-14-6-1,1 0 0,0 1 1,-1-1-1,0 1 0,1 0 1,-1-1-1,1 1 0,-1 0 0,3 2 1,2 4-5,-4-5 11,0-1-1,-1 1 0,1 0 1,0 0-1,-1 1 1,0-1-1,1 0 0,-1 0 1,0 1-1,1 3 0,-2-5-5,0-1 0,0 1 0,0-1 0,1 0 0,-1 1-1,0-1 1,0 1 0,0-1 0,0 1 0,0-1 0,1 1 0,-1-1-1,0 1 1,0-1 0,1 0 0,-1 1 0,0-1 0,1 0-1,-1 1 1,0-1 0,1 0 0,-1 1 0,1-1 0,-1 1 0,1-1 1,-1 0-1,1 0 0,-1 1 1,0-1-1,1 0 1,-1 1-1,0-1 1,0 1-1,1-1 0,-1 0 1,0 1-1,0-1 1,1 1-1,-1-1 1,0 1-1,0-1 0,0 1 1,0-1-1,0 1 1,0-1-1,0 1 1,0 0-1,0-1 0,0 1 0,0-1 0,0 1 0,1-1 1,-1 1-1,0-1 0,0 0 0,0 1 0,0-1 0,0 1 0,1-1 0,-1 1 0,0-1 0,0 1 1,1-1-1,-1 0 0,0 1 0,0-1 0,1 0 0,-1 1 0,1-1 0,-1 0 0,1 1 0,-1-1-1,1 0-1,-1 1 1,0-1-1,1 0 1,-1 1-1,1-1 1,-1 0-1,0 1 1,0-1-1,1 1 0,-1-1 1,0 0-1,0 1 1,1-1-1,-1 1 1,0-1-1,0 1 1,0-1-1,0 1 1,0-1-1,0 1 0,0-1 1,0 1-1,0 0 1,0 0 0,1 0-1,-1-1 1,0 1-1,0 0 1,0 0 0,1-1-1,-1 1 1,0 0 0,1-1-1,-1 1 1,0 0 0,1-1-1,-1 1 1,2 1-1,-2-2-4,1 1-1,-1 0 1,1-1-1,-1 1 0,1 0 1,-1-1-1,1 1 1,-1 0-1,0 0 1,1 0-1,-1 0 0,0-1 1,0 1-1,0 0 1,0 2-1,0-2-17,3 3-10,-3-4 33,1 0 0,-1 1 0,0-1-1,0 0 1,0 0 0,0 0 0,0 0 0,0 1 0,1-1 0,-1 0 0,0 0 0,0 0-1,0 0 1,0 0 0,1 0 0,-1 0 0,0 1 0,0-1 0,0 0 0,1 0 0,-1 0-1,0 0 1,0 0 0,0 0 0,1 0 0,-1 0 0,0 0 0,0 0 0,1 0-1,-1 0 1,0 0 0,0 0 0,1 0 0,0 0 16,-1-1-16,0 1 1,0 0-1,0 0 1,0-1-1,0 1 1,0 0-1,0 0 1,0 0-1,0-1 1,0 1-1,0 0 1,0 0-1,0-1 1,0 1-1,0 0 1,0 0-1,0-1 1,0 1-1,0 0 1,0 0-1,0 0 1,1-1-1,-1 1 1,0 0-1,0 0 1,0 0-1,0-1 1,0 1-1,1 0 1,-1 0-1,0 0 1,1-1 0,0 1-1,0 0 1,1-1 0,-1 1-1,0-1 1,0 1 0,0-1-1,-1 1 1,1-1 0,0 0-1,0 1 1,0-1-1,0 0 1,-1 0 0,1 0-1,0 0 1,-1 0 0,2-1-1,11-12 15,-10 12-15,0-1 0,0 0 0,-1 0 0,1 0 1,-1 0-1,0 0 0,3-5 0,3-5 3,-4-1 3,-1 11-3,-2 3-3,-1-1 1,1 1 0,-1 0-1,1-1 1,-1 1 0,0 0-1,1-1 1,-1 1 0,0-1-1,1 1 1,-1-1-1,0 1 1,0-1 0,1 1-1,-1-1 1,0 1 0,0-1-1,0 0 1,9-2 4,-6-9 7,-4 7-39,1 9-50,0-3 8,-6-1-706,-4 0-3187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3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47 2764,'0'-1'237,"1"-1"-1,-1 1 1,0 0-1,-1-1 1,1 1-1,0-1 0,0 1 1,0 0-1,-1-1 1,1 1-1,-1 0 1,1-1-1,-1 1 1,1 0-1,-1 0 1,0-1-1,0 1 0,0 0 1,-1-1-1,0-12 2646,2 9-1285,0 9 1072,0-3-2574,0 2-18,0 0 1,0 1-1,0-1 1,0 0-1,0 0 1,2 5-1,1-5 24,-2-2-83,-1-1 0,1 0 0,-1 1 0,0-1 0,1 0 0,-1 1 0,1-1 0,-1 1 0,0-1 0,0 1 0,1-1 0,-1 1 0,0-1 0,0 1 0,1-1 0,-1 1 0,0-1 0,0 1 0,0-1 0,0 1 0,0 0 0,0-1 0,0 1 0,1 6 188,0 0-1,1 0 0,-1 0 1,6 13-1,1 5 227,-4-8-127,0-1 1,0 0-1,2 0 0,11 24 0,-14-35-221,-1 0 0,0 0 0,-1 0 0,3 10 0,-3-8 3,1 0 0,0-1-1,3 8 1,4 5 109,-1 0-1,10 40 1,-14-48-161,0 1 1,1-1-1,8 15 1,-8-15-6,1 0 0,-1 1 0,4 15 1,-7-18-17,1-1 1,0 1 0,0-1-1,0 1 1,1-1 0,1 0-1,7 11 1,-10-16-12,-1 0 0,1 0 0,-1 1 1,0-1-1,1 5 0,-1-5-1,0 0 0,0 1 0,0-1 0,0 0 1,0 0-1,1 0 0,3 4 0,1 2 4,-1-1 1,8 14-1,5 8-1,-14-21-1,-4-8-5,0-1 1,0 0 0,0 0 0,0 1 0,0-1 0,0 0 0,0 0 0,0 0 0,0 1 0,0-1 0,0 0 0,1 0 0,-1 0-1,0 0 1,0 1 0,0-1 0,0 0 0,0 0 0,0 0 0,1 0 0,-1 1 0,0-1 0,0 0 0,0 0 0,1 0-1,-1 0 1,0 0 0,0 0 0,0 0 0,1 0 0,-1 0 0,0 0 0,0 0 0,0 0 0,1 0 0,-1 0 0,0 0 0,0 0-1,0 0 1,1 0 0,-1 0 0,0 0 0,0 0 0,0 0 0,1 0 0,-1 0 0,0 0-1,1 0 1,-1 0 0,0 1 0,0-1 0,0 0-1,0 0 1,1 0 0,-1 1 0,0-1 0,0 0-1,0 0 1,0 0 0,0 1 0,0-1 0,0 0-1,0 0 1,0 1 0,0-1 0,0 0 0,0 0-1,0 1 1,0-1 0,0 0 0,0 0 0,0 1 0,0-1-1,0 0 1,0 0 0,0 1 0,0-1 0,0 0 0,0 0 0,0 1 0,-1-1 0,1 0 1,0 0-1,0 1 0,0-1 0,0 0 0,0 0 0,0 1 0,0-1 0,0 0 1,0 0-1,1 0 0,-1 1 0,0-1 0,0 0 0,0 0 0,0 1 1,0-1-1,0 0 0,0 0 0,0 0 0,1 1 0,-1-1 0,0 0 0,0 0 1,0 0-1,1 1 0,6-1 13,-5 0-5,-4 0-3,-5 0 19,5 0 191,0 0-839,1 0 899,0 0-345,1 0 0,0 0 1,0 0-1,-1 0 0,1 0 1,0 0-1,0 0 0,-1 0 0,1 0 1,0 0-1,0 0 0,-1 0 1,1 0-1,0 0 0,0 0 1,-1-1-1,1 1 0,0 0 0,0 0 1,-1 0-1,1 0 0,0 0 1,0-1-1,0 1 0,-1 0 0,1 0 1,0 0-1,0 0 0,0-1 1,0 1-1,-1 0 0,1 0 0,0-1 1,0 1-1,0 0 0,0 0 1,0-1-1,0 1 0,0 0 1,0 0-1,0-1 0,0 1 0,0 0 1,0 0-1,0-1 0,0 1 1,0-1 19,0 1 1,0 0-1,0 0 1,0-1-1,0 1 1,0 0-1,0 0 1,0 0-1,0-1 1,0 1-1,0 0 1,0 0-1,0-1 1,-1 1-1,1 0 1,0 0-1,0-1 0,0 1 1,0 0-1,0 0 1,-1 0-1,1-1 1,0 1-1,0 0 1,0 0-1,-1 0 1,1 0-1,0 0 1,0-1-1,0 1 1,-1 0-1,1 0 1,0 0-1,0 0 1,-1 0-1,1 0 1,0 0-1,-1 0 1,1 0-12,0 0 1,0 0-1,-1 0 0,1 0 1,0 0-1,0 0 0,-1-1 1,1 1-1,0 0 0,0 0 0,0 0 1,-1 0-1,1 0 0,0 0 1,0-1-1,0 1 0,-1 0 1,1 0-1,0 0 0,0 0 1,0-1-1,0 1 0,-1 0 1,1 0-1,0-1 0,0 1 1,0 0-1,0 0 0,0 0 1,0-1-1,0 1 0,0 0 1,0 0-1,0-1 0,0 1 1,0 0-1,0 0 0,0-1 1,0 0-185,-1-1 1,1 1-1,-1 0 1,0-1-1,1 1 1,-1 0-1,0 0 1,1-1-1,-1 1 1,0 0-1,0 0 1,0 0-1,0 0 1,0 0-1,0 0 1,-1 1-1,-1-2 1,1 1-162,1-1 0,-1 1 1,0-1-1,0 0 1,1 1-1,-3-4 1,-2-7-1924,-12 4-189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3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1444,'-11'0'8597,"11"8"-7732,0-8-857,0 0 0,0 0 1,0 0-1,0 1 0,0-1 1,0 0-1,0 0 0,1 1 1,-1-1-1,0 0 0,0 0 1,0 0-1,0 1 0,0-1 1,0 0-1,0 0 0,0 0 1,1 0-1,-1 1 0,0-1 1,0 0-1,0 0 0,0 0 0,1 0 1,-1 0-1,0 1 0,0-1 1,0 0-1,1 0 0,-1 0 1,0 0-1,0 0 0,1 0 1,-1 0-1,0 0 0,1 0 1,-1 0 3,0 0 0,0 0 0,1 0 0,-1 0 0,0 0 0,0 0 0,1 1 1,-1-1-1,0 0 0,0 0 0,1 0 0,-1 0 0,0 0 0,0 1 0,0-1 0,1 0 1,-1 0-1,0 0 0,0 0 0,0 1 0,0-1 0,1 0 0,-1 0 0,0 1 0,0-1 1,0 0-1,0 0 0,0 1 0,0-1 0,0 0 0,0 0 0,0 1 0,0-1 0,0 0 1,0 0-1,0 1 0,1 0 46,-1 1 1,1-1-1,-1 0 1,1 0-1,-1 1 1,1-1-1,0 0 1,-1 0-1,1 0 1,0 0 0,0 0-1,0 0 1,0 0-1,2 1 1,4 6 312,14 22 1013,-7-11-868,-9-13-370,0 1 0,0-1 0,0 1 0,1-1-1,0-1 1,0 1 0,0-1 0,1 0 0,8 4-1,-5-2 22,0 1 0,8 8-1,-9-8 8,0 0-1,12 7 1,3 1 93,-17-10-190,1-1 0,0 0 0,9 4-1,-6-3 6,4 1 33,-5-5-67,-4-1-4,-1 0 0,1 0 1,0 1-1,-1 0 0,8 3 0,-11-5-32,0 1-1,1 0 0,-1-1 1,0 0-1,0 1 0,1-1 0,-1 0 1,0 0-1,0-1 0,4 0 1,-1 1 1,-3 0-9,0 0-6,-2 0 4,0 0 0,1 0-1,-1 0 1,0 0 0,1 0 0,-1 0 0,0 0 0,1 0 0,-1 0 0,0 0 0,1 0 0,-1 0 0,0 0 0,1 0-1,-1-1 1,0 1 0,1 0 0,-1 0 0,0 0 0,0 0 0,1-1 0,-1 1 0,0 0 0,1-1 0,0-12-752,-6-2-225,4 13 574,0 0 1,0-1-1,1 1 1,-1 0-1,0 0 0,1 0 1,-1-1-1,1-3 1,0 0-783,0 4 919,0 1-1,0-1 0,0 0 1,0 0-1,0 0 0,0 1 0,-1-1 1,1 0-1,-1-1 0,-4-2-665,5 4 800,-1 1 1,1-1-1,-1 0 0,1 1 0,-1-1 0,1 0 0,0 0 1,-1 1-1,1-1 0,0 0 0,0 0 0,-1 0 1,1 1-1,0-1 0,0 0 0,0 0 0,0 0 1,0 0-1,0 1 0,0-1 0,0 0 0,1-1 1,-1-11-1555,0-1-303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4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21 572,'0'-19'7871,"0"18"-7132,-2 2-620,1-1-95,0 1 0,1-1 1,-1 0-1,1 1 0,-1-1 1,0 1-1,1-1 0,-1 1 0,1 0 1,-1-1-1,1 1 0,0-1 0,-1 1 1,1 0-1,0-1 0,-1 1 1,1 0-1,0 0 0,0-1 0,0 1 1,-1 0-1,1 0 0,0-1 1,0 1-1,0 0 0,0 0 0,0-1 1,1 2-1,-2 0 22,1-1 1,0 1 0,-1-1-1,1 1 1,-1-1-1,1 0 1,-1 1-1,1-1 1,-1 0-1,0 1 1,0-1-1,0 0 1,0 0-1,-2 2 1,-6 10 330,-7 22 707,-1-1-1,-30 43 0,14-24-520,15-27-295,-22 25 0,25-32-158,13-16-95,0 0 0,0 0 0,0 1 0,1-1 0,-1 1 0,1-1 0,0 1 0,-1 4 0,-7 19 56,-2-8-82,-1 1 0,-20 23 1,30-40-11,0 0-1,1-1 1,-1 1 0,1 0 0,-3 7-1,3-7 6,0 0 0,0 0 0,-1 0 0,1 0 0,-5 6 0,3-6-27,2-2 33,1-1 0,0 0 0,-1 1 0,1-1 0,-1 0 0,1 1 0,0-1 0,-1 1 0,1-1 0,0 1 0,-1-1 1,1 1-1,0-1 0,0 1 0,0-1 0,-1 1 0,1-1 0,0 2 0,0-2-13,0 0 1,0 1-1,-1-1 1,1 0 0,0 1-1,0-1 1,-1 0-1,1 1 1,0-1-1,0 0 1,-1 0 0,1 1-1,0-1 1,-1 0-1,1 0 1,0 0-1,-1 0 1,1 1 0,0-1-1,-1 0 1,1 0-1,0 0 1,-1 0-1,1 0 1,0 0-1,-2 0 1,0-25-13817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6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343 245 52,'0'0'3432,"-2"0"-2313,1 0-1025,1 0-47,-1 0 0,1 0 0,0 0-1,0 0 1,-1 0 0,1 0 0,0 0-1,0 0 1,-1 0 0,1 0 0,0 0-1,-1 0 1,1 0 0,0 0 0,0 0-1,0-1 1,-1 1 0,1 0 0,0 0-1,0 0 1,-1 0 0,1 0 0,0 0-1,0-1 1,0 1 0,-1 0 0,1 0-1,0 0 1,0-1 0,0 1 0,0 0-1,0 0 1,-1-1 0,1 1 0,0 0-1,0 0 1,0-1 0,0 1 0,0 0-1,0 0 1,0-1 0,0 1 0,0 0-1,0 0 1,0-1 0,0 1 0,-9-1 669,0-9 41,9 9-738,0 1 0,0-1 0,-1 0 0,1 1 1,-1-1-1,1 1 0,-1-1 0,1 1 0,-1-1 0,1 1 1,-1-1-1,1 1 0,-1 0 0,1-1 0,-1 1 1,0-1-1,1 1 0,-1 0 0,0 0 0,1 0 1,-1-1-1,0 1 0,1 0 0,-1 0 0,0 0 1,1 0-1,-1 0 0,-1 0 0,1 0 8,-1 0-1,1 0 1,-1 0 0,1 0-1,0 0 1,-1-1 0,1 1 0,-1 0-1,1-1 1,-1 1 0,1-1-1,0 0 1,-3-1 0,3 2-14,0 0 0,0 0 0,0 0 0,0 0 0,0 0 1,0 0-1,0 0 0,0 0 0,0 0 0,0 0 1,0 1-1,0-1 0,0 0 0,1 1 0,-2 0 1,-13 2 143,9-2-103,1 0-1,-1 0 0,0 0 1,1 1-1,-1 0 1,1 0-1,0 0 0,-8 5 1,-5 2 29,13-6-44,0 0 0,0 0 0,0 1 1,1 0-1,-1 0 0,1 0 1,0 0-1,0 1 0,-5 7 0,2-3 37,-4 7 159,0 1 1,-16 34-1,10-19 96,14-23-231,-1 0 0,1 0-1,1 0 1,-1 1 0,0 12 0,-2 5 67,1-12-94,-1 5 35,1 1 0,1-1 0,-1 28 1,3-26-48,0-16-51,1 1 0,0-1 0,0 0 1,1 1-1,1 9 0,1-7-14,0 1-1,1 0 1,0-1-1,0 0 1,1 0-1,0 0 1,6 8-1,-9-14 5,0-1-1,0 0 0,0 1 1,0-1-1,0 0 1,1 0-1,-1 0 1,1 0-1,-1-1 1,1 1-1,0-1 1,0 1-1,-1-1 0,1 0 1,0 0-1,0 0 1,0-1-1,0 1 1,0-1-1,0 1 1,1-1-1,-1 0 1,0 0-1,0-1 0,0 1 1,0 0-1,4-2 1,7-2-29,-10 3 20,0 0 0,0-1 0,0 1 0,0-1 0,0 1 0,-1-1 0,1 0 0,4-4 0,2-2-31,-1 0 1,0 0-1,-1-1 1,0 0-1,0 0 1,-1-1-1,-1 0 1,8-14-1,8-15-39,-17 31 73,0 0 1,-1 0-1,4-11 1,49-174 66,-48 158-59,3-34 21,-2 8 24,14-50 338,-15 82-92,-7 24-190,0 0 0,0 0 1,-1 0-1,0 0 0,0 0 0,0 0 0,0-6 0,-1 7 70,1 0 1,-1 0-1,1 0 0,0 0 0,0 0 0,0 0 1,1 0-1,-1 0 0,1 1 0,0-1 0,0 1 1,4-6-1,-5 8-69,-1 0 0,1 0 1,-1 0-1,0-1 0,1 1 1,-1 0-1,0 0 0,0 0 1,0-1-1,0 1 0,0-2 1,-1 1 377,1 13-214,0 168 1853,-1-167-2088,0-1 1,-3 15-1,2-15-14,1 0-1,-1 13 0,2 216 137,0-235-160,1 0-1,-1 0 1,1-1 0,3 10 0,-3-10-13,0 0 1,0 1 0,0-1 0,0 9-1,-1-5-15,-1-6 13,1 1 0,0-1 0,0 0 0,0 1 0,0-1 0,1 0 0,-1 0 0,2 5 0,1-1-95,-2-4 77,0-1 0,0 0 1,-1 0-1,1 1 0,-1-1 1,1 1-1,-1-1 0,0 0 1,1 1-1,-1-1 0,0 1 1,0-1-1,0 1 0,0 1 1,0-3 26,0 0 1,0 1-1,0-1 1,0 0 0,0 0-1,0 1 1,0-1-1,0 0 1,0 1-1,0-1 1,0 0-1,1 0 1,-1 1-1,0-1 1,0 0-1,0 0 1,0 0 0,1 1-1,-1-1 1,0 0-1,0 0 1,0 0-1,1 1 1,-1-1-1,0 0 1,0 0-1,1 0 1,-1 0 0,0 0-1,0 1 1,1-1-1,-1 0 1,0 0-1,0 0 1,1 0-1,-1 0 1,0 0-1,1 0 1,-1 0-1,0 0 1,0 0 0,1 0-1,-1 0 1,1 0-12,1 0-185,-2-1 199,0 1-1,0 0 1,0 0 0,0 0 0,0 0-1,0-1 1,0 1 0,0 0-1,-1 0 1,1 0 0,1-1-1,-1 1 1,0 0 0,0 0-1,0 0 1,0 0 0,0-1-1,0 1 1,0 0 0,0 0-1,0 0 1,0-1 0,0 1 0,0 0-1,0 0 1,1 0 0,-1 0-1,0 0 1,0-1 0,0 1-1,0 0 1,0 0 0,1 0-1,5-2-71,-5 2 74,0 0-1,-1-1 1,1 1 0,0 0 0,-1 0 0,1 0 0,0-1-1,-1 1 1,1 0 0,-1-1 0,1 1 0,-1 0-1,1-1 1,0 1 0,-1-1 0,1 1 0,-1-1 0,1 0-1,6-13-82,1 0 0,1 1 0,15-20 0,-15 25 73,-7 6 13,0 0 1,0 0 0,0 1 0,0-1 0,-1 0 0,1-1-1,0 1 1,-1 0 0,0 0 0,2-4 0,-2 3 3,0-1 0,0 1 0,0 0-1,1-1 1,0 1 0,-1 0 0,1 0 0,0 0 0,0 0 0,1 0 0,3-3 0,-5 5-1,-1 1 0,1-1 0,0 0 0,0 1 0,0-1 0,-1 0 0,1 0 0,-1 1 1,1-1-1,0 0 0,-1 0 0,1 0 0,-1 0 0,0 0 0,1 0 0,-1 0 0,0 0 0,0 0 0,1 0 0,-1 0 0,0-2 0,0 3 0,0 0 0,0 0 0,0-1 0,0 1 0,0 0 0,0-1 0,0 1 0,0 0 0,0 0 0,0-1 0,0 1 0,0 0 0,0 0 0,0-1 0,0 1 0,0 0 0,0 0 0,0-1 0,1 1 0,-1 0 0,0 0 0,0-1 0,0 1 0,0 0 0,1 0 0,-1 0 0,0-1 0,0 1 0,1 0 0,-1 0 0,0 0 0,0 0 0,1 0 0,-1 0 0,0-1 0,0 1 0,1 0 0,-1 0 0,1 0 0,-1 0-1,0 0 1,0 0 0,1 0 0,-1 0 0,0 0 0,0 0 0,0 0-1,1 0 1,-1 0 0,0 0 0,0-1 0,0 1 0,1 0 0,-1 0-1,0 0 1,0 0 0,0 0 0,1-1 0,-1 1 0,0 0 0,0 0-1,0 0 1,0-1 0,0 1 0,0 0 0,1 0 0,-1 0-1,0-1 1,0 1 0,0 0 0,0 0 0,0-1 0,0 1 0,0 0-1,0 0 1,0 0 0,0-1 0,0 1 0,0-1 0,0 1 0,0 0 0,0 0 0,0-1 0,0 1 0,0 0 0,0-1 0,0 1 0,0 0 0,0 0 1,0-1-1,0 1 0,0 0 0,1 0 0,-1-1 0,0 1 0,0 0 0,0 0 0,0-1 0,1 1 0,-1 0 0,0 0 1,0 0-1,0 0 0,1-1 0,-1 1 0,0 0 0,0 0 0,1 0 0,-1 0 0,0 0 0,0 0 0,1-1 1,-1 1-1,0 0 0,1 0 0,-1 0 0,0 0 0,0 0 0,1 0 0,-1 0 0,0 0 0,1 0 0,-1 1 0,1-1 1,1 0 69,-4 0-46,-5 0-15,5 0 93,2 0-91,-1 1 0,1 0-1,0 0 1,0 0 0,0 0 0,0 0 0,0 0-1,1-1 1,-1 1 0,0 0 0,0 0 0,1 0-1,-1 0 1,1 0 0,0 1-7,0 0 0,0-1 1,0 1-1,0 0 0,0-1 0,-1 1 0,1 0 1,0 0-1,-1 0 0,0 0 0,1 0 0,-1 0 1,0 0-1,0 0 0,0 0 0,0 3 0,0-4 1,-1 0 0,1 1 0,0-1 0,0 1 0,1-1 0,-1 0 0,0 1 0,0-1 0,1 1 0,-1-1 0,1 0 0,-1 0 0,1 1-1,-1-1 1,1 0 0,0 0 0,0 0 0,0 1 0,1 0 0,-2-1-4,1-1-1,-1 1 1,0 0 0,1-1 0,-1 1-1,0 0 1,0 0 0,0-1-1,1 1 1,-1 0 0,0-1-1,0 1 1,0 0 0,0 1 0,1 6-1,6 2-14,-6-8-10,1-1 1,-1 1-1,0 0 0,0 0 1,0 0-1,0 0 0,0 0 1,0 0-1,0 0 1,0 0-1,0 3 0,-1-3-85,0 0-1,1 0 1,-1 0 0,1 0-1,0 0 1,-1 0-1,1 0 1,0 0-1,0 0 1,0 0-1,0-1 1,1 1-1,-1 0 1,2 1 0,2 2-800,0-1 0,-1 0 0,12 7 0,-7-5-459,-6-4 1114,-1 0-1,0-1 0,1 1 1,-1-1-1,1 0 0,0 0 1,-1 0-1,1 0 1,0 0-1,-1-1 0,1 1 1,0-1-1,0 1 1,0-1-1,3 0 0,0-1 45,1 1 0,-1-1-1,0-1 1,1 1 0,-1-1-1,0 0 1,0 0 0,0-1-1,0 0 1,0 0 0,-1 0-1,1-1 1,-1 0-1,0 0 1,0 0 0,0 0-1,5-8 1,45-43 418,-49 47-83,4-4 264,0 0-1,-1 0 1,0-2-1,11-24 1,-16 10 281,-1 22-488,-2 5-135,0 0 1,0-1 0,-1 1 0,1 0 0,0-1-1,-1 1 1,1 0 0,-1-1 0,0 1-1,1-1 1,-1 1 0,0-1 0,0 1-1,0-1 1,0 1 0,0-1 0,0 1 0,0-1-1,0 1 1,-1 0 0,1-1 0,-2-2-1,1 2 32,0 1-49,0 0 1,1 0 0,-1 1-1,0-1 1,1 0-1,-1 0 1,1 0 0,-1 0-1,1 0 1,0 0-1,-1 0 1,1 0 0,0 0-1,0 0 1,-1 0 0,1-2-1,0 3-11,0-1 1,0 1-1,0-1 1,0 1-1,0-1 0,0 1 1,0-1-1,0 1 0,0-1 1,-1 1-1,1-1 0,0 1 1,0-1-1,-1 1 0,1-1 1,0 1-1,-1-1 0,1 1 1,0-1-1,-1 1 0,0-1 1,-3-4 141,0-2 61,4 5-129,-1 0-1,0 0 1,-1-1 0,1 2-1,0-1 1,0 0 0,-1 0-1,1 0 1,-1 1 0,0-1-1,0 0 1,1 1 0,-3-2-1,-3-4 232,6 6-279,0 0 0,0 0-1,0 0 1,0 0 0,0 0 0,0 0-1,0 0 1,0 0 0,0 1 0,-3-2-1,-5-2 229,8 3-242,1 1 0,-1-1 0,0 1 0,0-1 0,0 1 0,0 0 0,0-1 0,0 1 0,0 0 0,0 0 0,0 0 0,-1 0 0,2 0-20,0 0 0,-1 0-1,1 0 1,0 0 0,-1 0-1,1 0 1,0 1 0,-1-1-1,1 0 1,0 0-1,-1 0 1,1-1 0,0 1-1,-1 0 1,1 0 0,0 0-1,-1 0 1,1 0 0,0 0-1,-1 0 1,1-1-1,0 1 1,0 0 0,-1 0-1,1 0 1,0-1 0,0 1-1,-1 0 1,1 0 0,0-1-1,0 1 1,0 0-1,-1 0 1,1-1 0,0 1-1,0 0 1,0-1 0,0 1-1,0 0 1,-1-1 0,0 1 26,0-1 0,0 1 0,-1 0 0,1 0 0,0 0 0,0 0 0,-1 0 0,1 0 0,0 0 0,0 0 0,-1 0 0,0 1 0,-1-1 47,-2 3 55,3-3-126,1 1 1,-1 0 0,1 0-1,-1-1 1,1 1 0,-1 0-1,1 0 1,0 0 0,-3 3-1,1 2 18,3-4-23,-1-1-1,0 0 0,1 1 1,-1-1-1,0 0 0,0 0 0,0 1 1,0-1-1,-2 1 0,1 2 14,-1-1-1,1 1 0,0 0 0,0-1 1,0 1-1,1 0 0,-1 0 1,1 0-1,0 0 0,-2 9 0,2-7 21,-1 1 0,1-1 0,-6 13-1,3-14-20,1 0 0,1 0 0,-1 1 0,1 0 0,0-1 0,0 1 0,1 0 0,0 0 0,-1 11 0,1-12-13,1 0 0,-1 0-1,0 0 1,-2 7 0,2-9-7,0 0 0,0 0 0,1 0 1,-1 0-1,1 0 0,0 1 0,-1-1 0,2 0 0,-1 6 1,4 5-13,-2-11 8,-1 1 1,0 0 0,-1 0 0,1 0 0,0 5-1,-1-5-63,0 1 0,0-1-1,1 1 1,0-1 0,0 0-1,0 0 1,1 1 0,-1-1-1,1 0 1,0 0 0,0 0-1,0-1 1,1 1 0,-1 0-1,1-1 1,0 0 0,0 1-1,0-1 1,1 0 0,-1-1-1,1 1 1,-1-1 0,1 1-1,0-1 1,7 3-1,-7-4 16,-1 0 0,1-1 0,-1 1 0,1-1 0,-1 0 0,1 0-1,-1 0 1,1 0 0,-1-1 0,1 1 0,-1-1 0,0 0-1,1 0 1,-1 0 0,0-1 0,1 1 0,-1-1 0,0 0 0,0 0-1,0 0 1,3-3 0,-4 3 41,47-48-199,-44 44 213,0 0-1,0 0 1,-1 0-1,0-1 1,-1 1-1,6-15 1,0-3 164,-6 16 140,0 0-1,-1-1 1,0 1-1,0 0 1,-1-1 0,1-13-1,-2 21-45,0-4 237,0 8-463,0-1-61,1-3 23,-1 1 0,0 0 0,1 0 0,-1 0 0,0 0 0,1 0 0,-1 0 1,0 0-1,1 0 0,-1 0 0,1 0 0,-1 0 0,0 0 0,1 1 0,-1-1 0,0 0 1,1 0-1,-1 0 0,0 0 0,1 0 0,-1 1 0,0-1 0,0 0 0,1 0 0,-1 1 0,0-1 1,0 0-1,1 0 0,-1 1 0,0-1 0,0 0 0,0 1 0,1-1 0,-1 0 0,0 1 1,0-1-1,0 0 0,0 1 0,0-1 0,0 0 0,0 1 0,0-1 0,0 0 0,0 1 1,0-1-1,0 1 0,0-1 0,0 0 0,0 1 0,0-1 0,0 0 0,0 1 0,-1-1 1,1 1 0,0 0-1,0 0 1,0 0 0,0-1 0,0 1 0,0 0 0,0 0 0,0 0 0,0 0 0,0-1 0,0 1 0,1 0 0,-1 0 0,0 0 0,0-1 0,1 1 0,0 1 0,0-1-1,0 0 1,0 0-1,0 1 1,0-1 0,-1 0-1,1 0 1,0 1-1,-1-1 1,1 0-1,-1 1 1,0-1-1,1 1 1,-1-1-1,0 0 1,0 1-1,0-1 1,0 1-1,0 2 1,0-4 1,0 1 1,0 0 0,1 0 0,-1 0 0,0 0 0,0-1 0,1 1 0,-1 0-1,0 0 1,1-1 0,-1 1 0,1 0 0,-1 0 0,2 0 0,-2 0 0,1 0 1,-1-1 0,1 1 0,-1 0 0,1 0 0,-1-1 0,1 1 0,-1 0 0,0 0 0,0 0-1,1 0 1,-1 0 0,0 0 0,0 1 0,2 0-8,-1-1 7,0 0 0,0 0 1,1-1-1,-1 1 0,0 0 1,0-1-1,1 1 0,-1-1 1,0 0-1,0 1 0,1-1 1,-1 0-1,1 0 0,-1 0 1,0 0-1,1 0 0,-1 0 1,0 0-1,1 0 0,-1 0 1,0-1-1,1 1 0,-1-1 1,0 1-1,1-1 0,1 0 1,2-2-2,-3 3 2,1-1 0,-1 0 0,0 1 0,1-1 0,-1 0 0,0 0 0,0-1 0,0 1 0,0 0 0,0-1 0,0 1 0,0-1 0,0 1 0,-1-1 0,3-3 0,-1 3 2,0-1-1,1 0 0,-1 1 1,1 0-1,-1 0 1,1 0-1,0 0 0,0 0 1,7-1-1,12-7 8,-14 9-8,4 0 7,8 2-101,-20-1 96,-1 0 0,1 0 0,-1 0-1,1 0 1,-1 1 0,1-1 0,-1 0-1,1 0 1,-1 1 0,0-1-1,1 0 1,-1 1 0,1-1 0,-1 0-1,0 1 1,1-1 0,-1 1-1,0-1 1,0 1 0,1-1 0,-1 0-1,0 1 1,0-1 0,0 1 0,1-1-1,-1 1 1,0-1 0,0 1-1,0-1 1,0 1 0,0-1 0,0 2-1,9 7 225,-8-4-207,0 0 0,0 1 0,-1-1-1,0 0 1,-1 11 0,1-4-118,0-10 93,0 1 0,-1-1 0,1 1 0,-1 0 1,0-1-1,1 1 0,-2 2 0,0-3-2,1 1 0,1 0 0,-1-1 0,0 1 0,1 0 0,-1-1 0,1 5 0,1-3-6,-2 0 5,-8 8 12,6-7 37,4-5 57,-1 0-98,0 0 1,0 0-1,1-1 1,-1 1-1,0 0 1,0 0-1,0 0 1,0 0-1,0 0 1,0-1-1,0 1 1,0 0-1,0 0 1,0 0-1,0 0 1,0-1-1,0 1 1,0 0 0,0 0-1,0 0 1,0 0-1,0 0 1,0-1-1,0 1 1,0 0-1,0 0 1,0 0-1,-1 0 1,1 0-1,0-1 1,0 1-1,0 0 1,0 0-1,0 0 1,0 0-1,0 0 1,-1 0-1,1 0 1,0 0 0,0-1-1,0 1 1,0 0-1,0 0 1,-1 0-1,1 0 1,-1 0-3,1-1 1,-1 1 0,0-1 0,1 0-1,-1 1 1,0-1 0,1 0-1,-1 1 1,1-1 0,-1 0 0,1 0-1,0 1 1,-1-1 0,1 0-1,0 0 1,-1 0 0,1 1 0,0-1-1,0 0 1,0 0 0,0 0-1,0 0 1,0 0 0,0 0 0,0 1-1,0-1 1,0 0 0,0 0-1,0 0 1,1 0 0,-1 0 0,1 0-1,1-4-4,-1 2 5,0 0-1,0 1 1,0-1-1,0 0 1,0 0-1,-1 0 1,1-5-1,-1 4-1,1 0 1,-1 0-1,1 0 1,0 0-1,0 1 0,0-1 1,1 0-1,2-5 1,5-13-7,-7 13 11,0 0 0,0 0 0,0 1 0,2-1-1,-1 1 1,1 0 0,0 0 0,10-15 0,-3 10 27,-1-1 0,11-20 0,-16 24-24,1 0 1,1 1-1,-1 0 1,1 0-1,1 0 0,0 1 1,0 1-1,1-1 1,13-8-1,-20 14-21,0 2 5,-1 1 11,0-1-1,0 1 1,1-1 0,-1 1 0,0 0 0,0-1-1,0 1 1,1 0 0,-1 0 0,0 0 0,0 0 0,0 0-1,0 0 1,-1 0 0,1 0 0,0 0 0,0 0 0,0 1-1,0 1 7,1-1 0,-1 1 0,0-1 0,0 1 0,0-1-1,0 1 1,0 0 0,0-1 0,0 7 0,0 14 40,-1-15-32,1 0 0,-1 0 0,-1-1 0,1 1-1,-3 11 1,1-15-8,1 1 2,-1 0 0,1 0 0,0 0 0,0 0 0,0 0 0,1 0 0,0 5 0,0-7-4,0-1 0,0 1-1,1 0 1,-1 0 0,1-1 0,-1 1 0,1 0-1,0-1 1,0 1 0,3 3 0,-4-5-10,1 1 1,-1-1 0,1 0 0,-1 0-1,0 0 1,0 1 0,1-1-1,-1 0 1,0 1 0,0-1-1,-1 2 1,3 8-106,2-5-8,-4-5 92,1 0 1,-1-1 0,1 1 0,-1 0-1,1 0 1,-1 0 0,0 0 0,1-1-1,-1 1 1,0 0 0,0 0 0,0 0-1,1 0 1,-1 1 0,0-1-20,0 0 0,0-1 0,1 1 1,-1 0-1,1-1 0,-1 1 0,0 0 0,1-1 0,-1 1 0,1-1 1,0 1-1,-1 0 0,1-1 0,-1 0 0,1 1 0,0-1 0,-1 1 1,1-1-1,0 0 0,-1 1 0,1-1 0,0 0 0,0 0 1,-1 0-1,1 1 0,0-1 0,1 0 0,25 2-1369,-17-3 1046,0-1-1,1 0 1,-1-1 0,0 0-1,0-1 1,-1 0-1,19-10 1,4-1-52,-21 9 354,-1 0 0,1 0 0,-1-2 0,0 1-1,13-14 1,-12 7 93,-10 12-21,0 1 0,0 0 0,0-1 0,0 1-1,0 0 1,0 0 0,1 0 0,-1 0 0,0 0 0,2-1-1,-1 1 15,-1 0-1,0-1 0,1 1 0,-1 0 0,0 0 0,0-1 1,0 1-1,0 0 0,0-1 0,0 1 0,0-1 0,0-2 1,8-11 284,-8 14-254,0 0 0,0-1-1,0 1 1,0-1 0,0 1-1,0-1 1,0 1 0,-1-1-1,1 1 1,-1-1 0,1 0-1,-1 0 1,0 1 0,0-1-1,1 0 1,-1 1 0,0-1-1,-1 0 1,1 0 0,0 1-1,0-1 1,-1 0 0,1 1-1,-2-3 1,0 0 15,1 3-12,0-1-1,1 1 1,-1-1 0,0 0 0,1 1-1,-1-1 1,1 0 0,-1 1 0,1-1-1,0 0 1,-1-2 0,1 3-37,0 1 0,0-1 0,0 1 0,0-1 0,0 1 0,0-1 0,0 1 0,0-1 0,-1 1-1,1-1 1,0 1 0,0-1 0,-1 1 0,1-1 0,0 1 0,-1 0 0,1-1 0,0 1 0,-1-1 0,1 1 0,0 0 0,-2-1 0,2 1 0,0 0 1,-1-1-1,1 1 1,0 0-1,-1-1 0,1 1 1,0 0-1,-1-1 1,1 1-1,0 0 1,0-1-1,-1 1 0,1 0 1,0-1-1,0 1 1,0-1-1,0 1 1,0-1-1,-1 1 0,1 0 1,0-1-1,0 0 1,0 1 4,0-1 1,0 1-1,0 0 1,-1-1-1,1 1 1,0 0-1,0-1 1,-1 1 0,1 0-1,0-1 1,-1 1-1,1 0 1,0-1-1,-1 1 1,1 0-1,0 0 1,-1 0-1,1-1 1,0 1-1,-1 0 1,1 0-1,-1 0 1,1 0 0,-1 0-1,1 0 1,-1-1-1,-10 0 312,8 2-294,-1 0 0,0 1-1,1-1 1,-1 1 0,1-1-1,0 1 1,0 0-1,-1 0 1,1 1 0,1-1-1,-1 1 1,0-1 0,1 1-1,-1 0 1,1 0 0,-4 5-1,4-2-35,2-5-4,-1 1-1,1-1 0,-1 0 0,0 1 0,1-1 1,-1 0-1,0 0 0,0 0 0,0 0 1,1 0-1,-1 0 0,-2 1 0,1 1-31,0 0 0,0 0 0,0 1-1,0-1 1,0 1 0,0-1 0,-1 7-1,-9 30 40,10-32 13,1-2-14,0-1-1,1 1 1,0-1 0,-1 1 0,2 5-1,-1 4-4,0-14-2,0 0 0,0 0 0,0-1 0,1 1 0,-1 0-1,0 0 1,0 0 0,0-1 0,1 1 0,-1 0-1,0 0 1,0-1 0,1 1 0,-1 0 0,1 0-1,-1-1 1,1 1 0,0 0 0,0 0-6,-1-1 1,1 1-1,-1 0 1,1-1-1,-1 1 0,0-1 1,1 1-1,-1 0 1,0-1-1,1 1 1,-1 0-1,0-1 1,0 1-1,0 0 0,0 0 1,0-1-1,0 1 1,0 1-1,0-1-6,1 0 0,-1 0 0,0 0 0,0 0 0,0 0 0,1 0 0,-1-1 0,0 1 0,1 0 0,-1 0 0,1 0 0,-1 0 0,1 0 0,-1-1 0,1 1 0,-1 0 0,1 0 0,0-1-1,0 1 1,-1-1 0,2 2 0,1-1-35,-1 0 0,0 0 0,1 0-1,-1 0 1,1 0 0,-1 0 0,1-1-1,3 1 1,-3 0-10,1-1-1,0 0 1,0 1-1,0-2 1,0 1-1,0 0 1,0-1 0,-1 0-1,1 0 1,0 0-1,5-3 1,24-23-198,-30 25 279,0 0-1,-1 0 1,1-1-1,-1 1 1,0-1-1,1 1 1,-1-1-1,-1 0 1,1 0 0,0 0-1,-1 0 1,1 0-1,-1 0 1,0 0-1,0 0 1,0-1-1,0-3 1,-1 6 12,0-1 0,0 1 1,1 0-1,-1-1 0,0 1 0,1 0 0,-1 0 1,1-1-1,-1 1 0,1 0 0,-1 0 0,2-2 0,-1 2 92,-1 0 0,1 0 0,-1 0-1,1-1 1,-1 1 0,1 0 0,-1 0-1,1-1 1,-1 1 0,0 0-1,0-1 1,0 0 0,0 1-85,0 1-1,0 0 1,0 0 0,0-1-1,0 1 1,0 0 0,0 0 0,0-1-1,0 1 1,0 0 0,0 0 0,0-1-1,0 1 1,0 0 0,0 0-1,0-1 1,-1 1 0,1 0 0,0 0-1,0-1 1,0 1 0,0 0 0,-1 0-1,1 0 1,0 0 0,0-1-1,0 1 1,-1 0 0,1 0 0,0 0-1,0 0 1,-1 0 0,1 0-1,0-1 1,0 1 0,-1 0 0,1 0-1,0 0 1,0 0 0,-1 0 0,1 0-1,0 0 1,0 0 0,-1 0-1,1 0 1,0 0 0,0 0 0,-1 1-1,1-1 1,-3 0 631,1 22-501,0-20-174,2-1 3,-1-1-1,1 0 0,-1 1 1,1 0-1,-1-1 1,1 1-1,0-1 1,-1 1-1,1-1 0,0 1 1,-1 0-1,1-1 1,0 1-1,0 0 1,0-1-1,-1 1 0,1 0 1,0-1-1,0 1 1,0 0-1,0 0 1,0-1-1,0 1 1,0 0-1,1-1 0,-1 2 1,2 3 4,0-1 0,-1 1 1,1 0-1,-1 0 0,-1 0 0,1 0 1,0 0-1,-1 0 0,-1 9 0,1-10-6,0 83-20,8-44 40,-16 11 2,8-46-15,-1 0 0,-3 15 0,-2 13 8,6 31-19,0-64 5,0 0 1,0-1 0,0 1-1,-1 0 1,0-1-1,1 1 1,-1 0 0,-2 3-1,2-4 1,1 0-1,-1 0 0,0 0 1,1 0-1,-1 0 0,1 0 1,0 0-1,-1 3 0,1-3 1,0-1-1,0 1 0,0-1 0,-1 0 0,1 1 0,0-1 0,-1 0 0,1 1 0,-1-1 1,1 0-1,-2 3 0,1-3 10,0 0-1,1 0 1,-1 0 0,0 0-1,1 0 1,0 1 0,-1-1 0,1 0-1,0 0 1,0 0 0,-1 3-1,0-4 0,1 0 0,-1 1 0,0-1 0,0 0 0,0 0-1,0 0 1,0 0 0,1 0 0,-1 0 0,0 0-1,0 0 1,0 0 0,0 0 0,0 0 0,0 0-1,0-1 1,-4 1-2,-8-13 12,8 9-24,0 0 0,1 0-1,-1 0 1,-3-5 0,-9-8-56,-21-27-505,12 14-112,10 11-106,13 15 526,0 0 0,0 0 0,0 1 1,0 0-1,-1-1 0,0 1 1,-4-3-1,4 4 111,-20-15-1515,23 17 1460,-1-1 0,1 0 1,0 0-1,0 0 1,0 0-1,0 0 1,1 0-1,-1 0 0,0-1 1,0 1-1,1 0 1,-1 0-1,0-1 0,1 1 1,-1 0-1,1-3 1,0 3 69,-1 1 1,1-1-1,0 1 1,0-1-1,0 1 0,0-1 1,0 0-1,-1 1 1,1-1-1,0 1 1,0-1-1,-1 1 1,1-1-1,0 1 1,-1-1-1,1 1 1,-1 0-1,1-1 1,-1 1-1,1-1 1,-1 1-1,1 0 1,-1 0-1,0-1 0,0 0-168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7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41 2164,'-1'-2'561,"-2"0"128,1 0 1,0-1-1,0 1 0,1-1 0,-1 1 1,0-1-1,1 0 0,0 0 1,0 0-1,0 0 0,-2-6 0,3 9-637,0 0-1,-1 0 0,1 0 0,0 0 0,-1 0 1,1-1-1,0 1 0,-1 0 0,1 0 0,-1 0 1,1 0-1,0 0 0,-1 0 0,1 0 0,0 0 1,-1 0-1,1 0 0,-1 0 0,1 1 0,0-1 1,-1 0-1,1 0 0,-1 0 0,2 1-33,0 0 0,0 0-1,0 0 1,-1 0 0,1 0 0,0 0-1,-1 0 1,1 0 0,-1 0-1,1 0 1,-1 0 0,1 0 0,-1 0-1,0 0 1,1 0 0,-1 1 0,0-1-1,0 2 1,0 27 436,-1-14-71,1 142 2732,0-149-2946,-1-1 1,-3 16-1,2-15-27,0-1-1,0 16 1,2-17-69,-1 0 0,0-1 1,0 1-1,-1-1 0,-4 12 0,-3 14 122,6-15-112,0-4-13,0 0 1,-1 26 0,4-30-50,-1-1 1,-3 16-1,2-15-9,1-1 0,-2 16 0,3-16-6,-1 0 1,-3 15-1,-2 13-7,6-31-4,0 0 0,-1 0 0,0 0-1,-2 7 1,1-7-60,1-1 1,0 0 0,0 1-1,0 7 1,2-11-17,-1 0 0,0 1 0,0-1 0,0 0 0,0 1 0,0-1 1,-1 1-1,1-1 0,0 0 0,0 1 0,-1-1 0,1 0 0,-1 0 1,1 1-1,-1-1 0,0 0 0,0 0 0,1 0 0,-3 2 0,2-2-27,0 10-1772,1-11 1744,0 1 0,0-1-1,0 0 1,0 1 0,0-1 0,0 1 0,0-1-1,0 1 1,0-1 0,0 0 0,0 1 0,-1-1-1,1 1 1,0-1 0,0 0 0,0 1 0,0-1-1,-1 1 1,1-1 0,0 1 0,-1-1-47,0 1 0,0 0 0,0-1 1,0 1-1,0-1 0,0 1 0,0-1 1,0 1-1,0-1 0,0 0 0,0 0 0,0 1 1,0-1-1,0 0 0,0 0 0,0 0 1,0 0-1,0 0 0,0 0 0,0-1 1,-1 1-1,1 0 0,0 0 0,0-1 0,0 1 1,0-1-1,0 1 0,1-1 0,-3 0 1,-8-6-1157,-1 1 0,-16-7 0,23 11 914,-15-4-882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7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45 276 288,'-17'-18'1799,"15"17"-1647,-1-1-1,1 0 0,0 0 1,0 0-1,0-1 1,1 1-1,-1 0 1,1-1-1,-1 1 0,1-1 1,0 1-1,-1-1 1,1 0-1,1 1 1,-1-1-1,0 0 1,1 0-1,-1 0 0,1-3 1,0 4-100,0-1 1,0 0 0,0 1-1,0-1 1,0 1-1,1-1 1,0 1-1,-1-1 1,1 1 0,0-1-1,0 1 1,0-1-1,0 1 1,1 0 0,-1 0-1,1-1 1,-1 1-1,1 0 1,0 1-1,0-1 1,3-2 0,10-7 124,1 1 1,28-13 0,-35 18-154,57-22 142,-52 21-134,1 2 4,-1 0 0,0 0 0,1 1 1,18-1-1,64 2 402,-89 2-382,-2 0-3,-1 0-1,0 1 0,1 0 0,-1 0 1,0 0-1,0 1 0,0 0 0,6 3 1,4 2 212,17 14 1,-11-8 133,-20-12-369,0 0 1,1 0-1,-1 0 1,0 0 0,0 0-1,-1 0 1,1 0 0,0 0-1,0 0 1,0 0 0,0 3-1,9 10 299,-5-9-142,0 1 0,0 0-1,-1 0 1,0 0 0,0 0 0,6 14-1,-1-2 254,0-8-155,-8-9-261,0 0 0,0-1 0,-1 1 1,1-1-1,0 1 0,0 0 0,-1-1 0,1 1 0,-1 0 0,1 0 0,-1 0 0,1 0 0,-1-1 0,1 1 0,-1 0 0,0 0 0,0 0 1,1 0-1,-1 0 0,0 0 0,0 1 0,1 0 50,0 1 0,0-1 0,0 1 1,0-1-1,1 0 0,-1 0 0,1 0 0,-1 0 1,1 0-1,3 3 0,1 2 137,-2-2-128,1 0-1,-1-1 0,1 0 0,6 5 1,-8-9-72,0 1 1,-1-1 0,1 1-1,0-1 1,0 0 0,-1 0-1,1 0 1,0 0 0,0-1 0,4 0-1,-4-1-5,1 1 0,-1-1-1,0 0 1,0 0 0,0 0-1,0 0 1,0 0 0,0-1-1,-1 1 1,1-1 0,-1 0-1,0 1 1,0-1 0,3-5-1,6-7 12,-7 8-5,0 1 0,0-1 0,-1 0-1,0-1 1,0 1 0,2-12 0,0 3 11,-4 10-18,0 0 0,-1 0 0,1 1 1,-2-1-1,1 0 0,0 0 0,-1 0 1,0 0-1,-1 0 0,1 1 0,-1-1 1,0 0-1,0 1 0,-1 0 0,-5-10 1,2 3 1,-3-3 8,-20-6-21,27 20 5,-1-1 0,1 0 0,-1 1 0,1-1 0,-1 1 0,0 0 0,1 0 0,-1 0 0,0 0 0,0 0 0,0 1 0,-5-1-1,-39 1-63,24 0 7,18 1-33,-1 0-1,0-1 1,1 2-1,-1-1 1,1 1-1,0-1 1,0 2-1,-1-1 1,1 0-1,0 1 1,1 0-1,-1 0 1,1 1 0,-6 3-1,-20 15-1322,25-18 1060,-1 0-1,1 0 0,0 1 1,0 0-1,0 0 0,-5 8 1,-11 20-4626,19-25 2500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8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310 468 1056,'-1'-1'271,"0"0"1,0 0-1,0 0 1,0 0-1,0 0 0,0 0 1,0 0-1,0 0 1,1 0-1,-1 0 0,-1-3 1,-8-10 1426,-10-6-271,14 13-1156,-1 0 0,1 0-1,-1 1 1,-1 0-1,1 1 1,-1-1-1,0 1 1,-14-6 0,19 10-232,-1 0 1,1 1 0,-1-1 0,0 1 0,1 0 0,-1 0 0,1 0-1,-6 1 1,-9 0 64,15-1-79,0 1 0,0-1 0,0 1 0,0 0 0,0 0 0,0 0-1,0 0 1,0 0 0,1 1 0,-1-1 0,0 1 0,1 0 0,-1 0 0,-3 3 0,-3 4 84,0 1 1,-9 12-1,12-15-69,0 2-24,0 0-1,1 1 1,-1 0 0,2 0 0,0 0 0,-6 20 0,9-28-15,0 6 13,0-1 0,0 1 1,1-1-1,0 1 0,1 8 1,0 6-58,-1-20 3,0 1-1,1-1 1,-1 0 0,1 1 0,0-1-1,0 0 1,0 1 0,0-1 0,0 0-1,0 0 1,1 0 0,-1 0-1,1 0 1,-1 0 0,1 0 0,0 0-1,0-1 1,3 3 0,-3-2-18,-1-1 1,1 0-1,0 0 0,0 0 1,-1 0-1,1-1 0,0 1 1,0 0-1,0-1 0,0 1 1,0-1-1,0 0 0,0 0 1,0 1-1,0-1 0,0-1 1,-1 1-1,1 0 0,0 0 1,0-1-1,0 1 0,0-1 1,0 1-1,0-1 0,2-2 1,5-2 9,-1 0 1,1-1 0,-1 0-1,-1 0 1,0-1-1,11-12 1,-13 13 59,-1 0 0,0 0 0,3-8 0,-3 5 34,6-3 91,-9 11-122,0 0-1,0 0 0,0 1 1,-1-1-1,1 0 1,0 0-1,-1 0 0,1 0 1,-1 0-1,1 0 0,-1-1 1,1 1-1,-1 0 1,0 0-1,1 0 0,-1 0 1,0 0-1,0-3 1,0 3 7,0 1 0,0-1 0,0 0 0,1 0 0,-1 0 0,0 1 0,0-1 0,0 0 0,1 0 0,-1 1 0,0-1 0,1 0 1,-1 0-1,1 1 0,-1-1 0,1 0 0,0 0 85,0 0 0,-1 0 0,1 1 0,-1-1-1,1 0 1,-1 0 0,1 0 0,-1 0 0,0 0 0,1 1 0,-1-1 0,0 0 0,0 0 0,0 0 0,0 0-1,0-2 1,0 3-98,0 0-1,0 0 0,0 0 1,0 0-1,0 0 0,0 0 1,0 0-1,0-1 0,0 1 1,0 0-1,0 0 0,0 0 1,0 0-1,0 0 0,0 0 1,0-1-1,0 1 0,0 0 1,0 0-1,0 0 0,0 0 1,0 0-1,1 0 0,-1 0 1,0 0-1,0-1 0,0 1 1,0 0-1,0 0 0,0 0 1,0 0-1,0 0 0,0 0 1,0 0-1,1 0 0,-1 0 1,0 0-1,0 0 0,0 0 1,0 0-1,0 0 0,0 0 1,0 0-1,1 0 0,4 2 65,-4-1-145,1 1-34,-2-1 35,-1 2 45,13 6-19,-2 1 43,-9-9 2,-1 0 0,1-1 1,0 1-1,0 0 0,-1 0 0,1 0 0,0-1 0,0 1 0,0 0 0,0-1 1,2 2-1,13 3-169,0-1-1,0 0 1,0-1 0,0 0 0,25-1 0,-35-1 49,1-1 0,-1 0 0,1-1 0,-1 1 0,1-1 0,-1-1 0,0 1 0,0-1 0,0 0 0,0-1 0,0 1 0,7-5 0,-3 1 45,-1-1 0,0 0 0,0-1 0,11-11-1,42-31-1,-44 28 255,25-37-1,-38 53-125,4-10 195,0-1 1,-1 1-1,-1-1 1,6-19-1,9-20 641,-16 40-331,0 0 0,3-20 0,1 1 493,-9 31-867,-1 0 0,1 0 0,-1 0 1,0 1-1,1-1 0,-2-5 0,1 0 209,0 8-341,0 0 1,-1 0 0,1 0-1,0 0 1,0 0 0,0 0 0,-1 0-1,1 1 1,0-1 0,-1 0-1,1 0 1,-1 0 0,1 1-1,-1-1 1,0-1 0,0 2-11,1-1 0,-1 0 0,1 1 0,-1-1 0,1 0 0,0 0 0,-1 1 0,1-1 0,0 0 0,-1 0 0,1 0 0,0 1 0,0-1 0,0 0 0,0-1 0,0 1 471,-1 1-513,1 0 0,-1 0 0,1 0 0,-1 0 0,1 0 0,-1 0 0,1 1 0,-1-1 0,1 0 0,-1 0 0,1 0 0,0 1 0,-1-1 0,1 0 0,-1 1 0,1-1 0,0 0 0,-1 1 0,1-1 0,0 0 0,-1 1 0,1-1 0,0 1 0,0-1 0,-1 1 0,1-1 0,0 0 0,0 1 0,0-1 0,0 1 0,0-1 0,0 2 0,-1 21 40,0-2 99,-51 194 2189,42-168-2122,8-39-193,1-1 0,0 1 0,1 0 0,-1-1-1,2 1 1,-1 0 0,1 0 0,0-1 0,1 1 0,-1 0 0,2-1 0,-1 0 0,1 1 0,0-1 0,5 7 0,-4-7-12,1 0 1,0 0 0,0 0 0,1-1 0,0 1-1,0-1 1,1-1 0,0 1 0,-1-1 0,2-1-1,-1 1 1,1-1 0,9 4 0,-7-4-48,1 0 0,0-1 0,0 0 0,13 2 0,-17-4-3,-1-1 0,1 1 0,-1-2 0,1 1 0,0-1 1,-1 0-1,1 0 0,6-3 0,-4 2-1,90-34-558,-86 31 522,-1-2 0,0 1-1,0-2 1,-1 0 0,19-16-1,-22 17 47,0 0 8,0 0 0,-1 0 0,0-1 1,-1 0-1,0 0 0,10-16 0,-6 4 18,-5 12 27,-1-1 0,0 1 0,4-16 0,-4 6 65,0 1 0,-2-1-1,1-24 1,-2 25 26,-1 10-32,0 1-1,0-1 1,0 0-1,-3-11 0,2 12-20,-1 0 39,0-1 1,1 0-1,-1 0 0,2 0 1,-1-8-1,1 12-49,-1 1 0,1-1 0,-1 0 1,0 1-1,0-1 0,0 1 0,0-1 1,0 1-1,0-1 0,-1 1 0,1 0 1,-1-1-1,-3-3 0,3 4 0,0-12 156,2 9-110,0 9-37,0-3-50,-1-1-1,1 1 1,-1 0 0,1-1-1,-1 1 1,1-1 0,-1 1-1,0 0 1,1-1 0,-1 0 0,0 1-1,-1 0 1,2-1-1,-1 1 1,1-1 1,0 1-1,-1 0 0,1 0 1,0-1-1,0 1 0,-1 0 0,1 0 1,0-1-1,0 1 0,0 0 1,0 0-1,0-1 0,0 2 0,-1 7 0,-6 11 3,-6 15 26,7-21-5,0 2 1,1-1-1,-6 30 0,8-31-12,1 1-8,0 1 0,2 0 0,1 27 0,0-5-36,-1-35 4,1 1 0,-1-1 0,1 0 0,0 0-1,-1 1 1,1-1 0,1 0 0,1 4 0,1 2-175,-3-7 37,0 0 0,1 0 0,-1 0 0,1 0 0,-1 0 0,1-1 0,0 1 0,-1 0 0,1-1 0,0 0 0,0 1 0,0-1 0,0 0 0,1 0 0,-1 0 0,0 0 0,0-1 0,0 1 0,1 0 0,3-1 0,-3 1-492,1 0 1,-1-1-1,1 0 1,-1 0-1,1 0 1,-1 0-1,1-1 1,-1 1-1,1-1 1,-1 0-1,1 0 0,-1 0 1,6-3-1,4-3-2444,7 0-29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8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19 504,'0'-1'329,"-1"1"10,0 0 0,1 0 0,-1-1 0,0 1-1,1 0 1,-1-1 0,1 1 0,-1-1-1,1 1 1,-1-1 0,1 1 0,-1-1 0,1 1-1,0-1 1,-1 0 0,1 1 0,0-1 0,-1 1-1,1-1 1,0 0 0,-1-1 0,1 2-208,0 0 0,0-1 1,0 1-1,0 0 0,-1-1 1,1 1-1,0 0 0,0 0 1,0-1-1,-1 1 0,1 0 1,0-1-1,0 1 0,-1 0 0,1 0 1,0 0-1,0-1 0,-1 1 1,1 0-1,0 0 0,-1 0 1,1 0-1,0 0 0,-1 0 1,1 0-1,0-1 0,-1 1 1,0 1 203,2-1-267,-1 0 0,0 0 1,0 0-1,0 0 0,0 0 0,0 0 0,0 0 0,0 0 0,0 1 0,0-1 1,0 0-1,0 0 0,0 0 0,0 0 0,0 0 0,0 0 0,-1 2 1227,1-2-1227,0 0 0,0 0 0,0 0 0,0 0 0,-1 0 0,1 0 1,0 0-1,0 0 0,4 1 100,-4-1-157,0 0-1,1 0 0,-1 0 0,0 0 0,0 0 0,0 1 1,1-1-1,-1 0 0,0 0 0,0 0 0,1 0 0,-1 0 0,0 0 1,0 0-1,0 1 0,1-1 0,-1 0 0,0 0 0,0 0 1,0 1-1,0-1 0,1 0 0,-1 0 0,0 0 0,0 1 0,0-1 1,0 0-1,0 0 0,0 0 0,0 1 0,0-1 0,0 0 1,0 0-1,0 1 0,0-1 0,0 0 0,0 0 0,0 1 0,0 0 24,0 1-1,1-1 1,-1 0-1,0 1 0,1-1 1,-1 0-1,0 1 1,1-1-1,0 0 0,-1 0 1,2 2-1,-2-2-2,1 0 1,0 0-1,-1 1 0,1-1 0,-1 0 1,1 1-1,-1-1 0,1 0 0,-1 1 0,0-1 1,0 2-1,0-1 29,1 0 0,-1 0 0,0 0 1,1 0-1,-1 0 0,1 0 0,-1 0 0,3 3 1,-2-3 8,0 0 1,-1 0 0,1-1 0,0 1 0,-1 0 0,0 0 0,1 0 0,-1 4 0,0 137 2292,0-133-2284,-2 0 0,1 0 1,-7 20-1,6-23-49,0 4 23,-2 0 0,1 0-1,-8 13 1,6-12-18,1-1 0,0 1-1,0 0 1,-3 19 0,-4 14 13,9-38-42,1-3-6,-1 0-1,1 0 1,0 0 0,1 0-1,-1 1 1,0 4 0,1-8-7,0 1 0,0-1 0,0 1 0,0-1 0,-1 0 0,1 1 0,-1-1-1,1 0 1,-1 1 0,1-1 0,-2 2 0,1-2-38,0 0-1,1 1 0,-1-1 1,1 0-1,-1 0 0,1 1 0,-1-1 1,1 0-1,0 1 0,0-1 1,-1 2-1,1-2-139,1 0 0,-1 0 1,0-1-1,0 1 0,0 0 0,0 0 1,0 0-1,0-1 0,-1 1 0,1 0 0,0-1 1,0 1-1,0 0 0,-1 0 0,1-1 1,0 1-1,-1 0 0,1-1 0,-1 1 1,1-1-1,-1 1 0,1 0 0,-1-1 1,1 1-1,-1-1 0,0 1 0,1-1 0,-2 1 1,0-6-4078,1 4 3959,1 1 1,0-1 0,-1 0 0,1 1-1,0-1 1,-1 0 0,1 1 0,-1-1-1,0-1 1,0 2 90,1-1 1,-1 1-1,1-1 0,-1 0 1,1 1-1,0-1 1,-1 0-1,1 1 0,0-1 1,-1 0-1,1 1 0,0-1 1,0 0-1,0 0 1,-1 1-1,1-1 0,0-1 1,0-5-2612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9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12 223 1796,'0'-1'156,"0"0"-1,0 1 0,0-1 1,0 0-1,0 0 0,0 0 1,0 1-1,-1-1 1,1 0-1,0 0 0,0 1 1,-1-1-1,1 0 0,0 0 1,-1 1-1,1-1 0,0 0 1,-1 1-1,1-1 1,-1 0-1,0 1 0,1-1 1,-1 1-1,1-1 0,-1 1 1,-1-1-1,2 0-111,0 1 0,0 0 0,0 0 0,0 0 0,-1 0 0,1-1 0,0 1 0,0 0 0,0 0 1,0-1-1,0 1 0,0 0 0,0 0 0,0-1 0,0 1 0,-1 0 0,1 0 0,0-1 0,0 1 0,0 0 0,0 0 0,1-1 0,-1 1 0,0 0 0,0 0 0,0-1 0,0 1 0,0 0 0,0 0 0,0 0 0,0-1 0,0 1 0,1 0 0,-1 0 0,0 0 0,0-1 0,0 1 0,0 0 0,1 0 0,-1 0 0,0-1 0,7-4 382,-6 4-257,0-2-60,1 0 0,0 1 0,0 0 1,0-1-1,0 1 0,0 0 0,0 0 0,1 0 0,-1 1 0,1-1 0,-1 0 1,1 1-1,0 0 0,0 0 0,-1-1 0,5 1 0,16-5 56,26-11-1,14-3-5,1 5-45,-33 7-21,-26 5-15,1 1-1,-1 1 1,1-1 0,0 1 0,0 0-1,8 0 1,4 8 80,-16-7-116,-1 1 1,0-1-1,1 1 0,-1 0 0,0 0 0,1 0 1,-1 0-1,0 0 0,0 0 0,0 0 1,0 0-1,0 0 0,0 0 0,0 0 1,0 1-1,0-1 0,-1 0 0,2 3 0,2 2 420,7 11 408,-1-1 0,13 30 0,-5-9-346,-17-35-500,1 0-1,-1 0 1,1 0 0,0 0 0,-1 0 0,1 0-1,2 2 1,7 6 110,-9-8-123,-1 0-1,1-1 0,0 0 0,0 1 0,0-1 0,0 0 0,1 0 1,-1 0-1,0 0 0,0-1 0,1 1 0,-1-1 0,0 1 0,3-1 0,0 1-1,-1-1-1,0 0 0,1 0 0,-1 0 0,1 0 0,-1-1 0,6-1 0,-4 0 1,0-1 0,0 1-1,0-1 1,0-1 0,0 1 0,-1-1-1,11-8 1,-3 1 5,-7 7-17,-1 0 0,0 0-1,0 0 1,-1-1 0,1 0 0,5-7 0,13-14-20,-20 22 21,1 1 0,-1 0 1,0-1-1,0 0 1,0 1-1,0-1 0,-1 0 1,4-8-1,-3 4 7,0 1 0,7-13-1,-7 16 3,-1 0 0,0 0 0,0 0 0,0-1-1,0 1 1,-1-1 0,1 1 0,-1-1 0,-1 0 0,2-6 0,-2 11-3,0-1-1,0 1 1,0 0 0,0-1 0,0 1 0,0 0 0,0 0 0,0-1 0,0 1 0,0 0 0,0 0 0,0-1 0,0 1 0,0 0 0,0 0 0,1-1 0,-1 1 0,0 0 0,0 0 0,0 0 0,0-1 0,1 1 0,-1 0 0,0 0 0,0 0 0,0 0 0,1 0 0,-1-1 0,0 1 0,0 0 0,1 0 0,-1 0 0,0 0 0,0 0 0,1 0 0,-1 0 0,1 0 1,-1 0 1,0 0 0,0 0 0,1 0 0,-1 0 0,0 0 0,0-1 0,0 1 0,1 0 0,-1 0 0,0 0 0,0 0-1,0 0 1,1 0 0,-1 0 0,0-1 0,0 1 0,0 0 0,0 0 0,1 0 0,-1 0 0,0-1 0,0 1 0,0 0 0,0 0-1,0 0 1,0 0 0,0-1 0,0 1 0,0 0 0,1 0 0,-1-1 0,0 1 0,0 0 0,0 0 0,0-1 0,-1 1 20,1-1 0,-1 0 0,1 1 0,-1-1 0,1 0 0,-1 1 0,1-1 0,-1 1 0,0-1 0,1 1 0,-1-1 0,-1 0 0,1 1 10,1 0-14,0 0 0,0 0-1,-1-1 1,1 1 0,0 0-1,0 0 1,-1-1 0,1 1-1,0 0 1,0-1 0,0 1-1,0 0 1,-1-1 0,1 1 0,0 0-1,0-1 1,0 1 0,0 0-1,0-1 1,0 1 0,0 0-1,0-1 1,0 1 0,0 0-1,0-1 1,0 1 0,0-1-1,0 1 1,0-1 0,-9 6 71,4-3-28,0 0 0,1 1 0,-1 0 0,1 0 0,0 1 0,-1-1-1,2 1 1,-6 6 0,-13 10 268,14-13-202,1 0-1,0 1 1,-7 9 0,-5 6 80,-2 3-129,2 0-1,1 2 0,-23 47 1,39-72-80,-12 24 7,2 1 0,-15 48 1,10-23-3,5-15 0,-12 61 1,20-28-13,0-39 14,-1 36 1,6-38-2,0-21-1,-1 1 1,0 0 0,0 0-1,-1-1 1,-2 11 0,1-13-4,0-1 8,1 0 0,-1 0 0,1 0 1,0 9-1,1-14-11,0-1 0,0 0 0,0 1 0,0-1 1,0 0-1,0 0 0,0 1 0,0-1 0,0 0 0,0 1 0,0-1 0,0 0 1,0 0-1,0 1 0,0-1 0,0 0 0,-1 1 0,1-1 0,0 0 1,0 0-1,0 0 0,0 1 0,-1-1 0,1 0 0,0 0 0,0 0 0,-1 1 1,1-1-1,0 0 0,0 0 0,-1 0 0,1 0 0,0 0 0,0 1 1,-1-1-1,1 0 0,0 0 0,-1 0 0,1 0 0,0 0 0,-1 0 0,1 0-1,0 0 1,0 0 0,0 0 0,-1 0 0,1 0 0,0 0 0,0 0-1,0 0 1,-1 0 0,1 1 0,0-1 0,0 0 0,0 0 0,0 0-1,-1 0 1,1 0 0,0 0 0,0 1 0,0-1 0,0 0-1,0 0 1,0 0 0,-1 1 0,1-1 0,0 0 0,0 0 0,0 0-1,0 0 1,0 1 0,0-1 0,0 0 0,0 0 0,0 1 0,0-1-1,0 0 1,-17-6 51,14 5-42,-21-24 2,10 11-458,1 0 1,1-1-1,0 0 1,1-1 0,-15-28-1,22 35-425,0 0 0,-4-15 0,4 10-399,3 8 496,0-1 1,1 1 0,0-1-1,0 1 1,0-1 0,1 1-1,0-1 1,0 1 0,0-1 0,4-6-1,-5 10 388,2-18-2594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1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17 1264,'0'-17'11620,"0"27"-10819,0-6-586,0-1-1,-1 1 0,0 0 1,1 0-1,-3 5 1,1-5-82,1-1 1,1 0 0,-1 1 0,0-1-1,0 5 1,1-3 51,0 0 0,-1 0 0,0-1 0,0 1 0,-3 9 0,-1 6 291,-14 28 469,14-26-358,-14 37 0,-46 120 643,57-158-1070,-12 22 1,10-22 6,-7 24 0,3-6 50,0-1-1,-24 43 1,18-33-95,19-43-91,0-1 0,0 1 1,1 0-1,0 0 0,0 9 0,1-5 92,-1-9-124,0-1-1,0 1 1,0 0-1,0 0 1,0 0-1,0-1 1,0 1-1,0 0 1,0 0-1,0 0 1,0-1 0,0 1-1,0 0 1,0 0-1,1 0 1,-1-1-1,0 1 1,0 0-1,0 0 1,0 0-1,1 0 1,-1-1 0,0 1-1,0 0 1,0 0-1,0 0 1,1 0-1,-1 0 1,0 0-1,0 0 1,0 0-1,1 0 1,-1-1 0,0 1-1,0 0 1,1 0-1,-1 0-5,0 0 0,1 0 0,-1 0 0,0 0 0,0 0 0,1 0 0,-1 0 0,0 0 1,0 0-1,1 0 0,-1-1 0,0 1 0,0 0 0,1 0 0,-1 0 0,0 0 0,0-1 0,0 1 0,0 0 0,1 0 0,-1 0 0,0-1 0,0 1 0,0 0 0,0 0 0,0-1 0,0 1 0,1 0 0,-1 0 0,0-1 0,0 1 0,0 0 1,0 0-1,0-1 0,0 1 0,0-1 0,0-5-487,1 0 0,0-1-1,0 1 1,1 0 0,-1 0 0,5-8 0,2-10-1718,-2 2-1364,2 1-1,13-27 1,-10 22 221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2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0 226 700,'2'-1'249,"-1"-1"0,0 1 0,0 0 0,0-1 0,0 1 0,-1-1 0,1 1 0,0-1 0,-1 0 0,1 1 0,-1-1 0,1 1 0,-1-1 0,0 0 0,0-3 0,1 4-96,-1-1 0,0 0 0,1 1-1,-1-1 1,1 0 0,-1 1 0,1-1 0,0 1 0,0-1 0,0 1 0,0-1 0,0 1 0,2-3 0,20-17 835,-14 13-655,-6 6-287,-1 0-1,0 0 1,0 0 0,1 1-1,-1 0 1,1-1 0,0 1 0,-1 0-1,6-1 1,8-4 107,-6 3-96,1 0 0,15-2 1,13-4 45,-36 9-87,0-1-1,0 1 0,-1 0 0,1 0 0,0-1 0,0 2 1,0-1-1,-1 0 0,1 1 0,0-1 0,0 1 0,-1 0 0,4 1 1,-5-1 25,1-1 1,-1 1 0,1-1 0,-1 1 0,0 0 0,0 0 0,1 0 0,-1 0-1,0 0 1,0 0 0,0 0 0,0 0 0,0 0 0,0 0 0,0 0-1,0 1 1,-1-1 0,1 0 0,0 1 0,-1-1 0,1 0 0,-1 1 0,0-1-1,1 4 1,-1-5 2,0 1 0,0 0 0,0 0 0,0 0 0,-1 0 0,1-1 0,0 1 0,-1 0 0,1 0 0,0 0-1,-1-1 1,1 1 0,-1 0 0,0 0 0,0 0-13,1 0 0,-1 0 0,1-1 0,-1 1 0,1 0-1,-1 0 1,1 0 0,-1 0 0,1 0 0,0 0 0,0 0 0,-1-1 0,1 1 0,0 2-1,0 8 300,0 0 0,-1 0 0,0 0 0,-6 19 0,6-23-153,-1 0-1,2-1 1,-1 1 0,1 0-1,0-1 1,1 9 0,0 7 155,-1-18-288,0-1-8,0 0-1,0 0 1,0 0-1,0 0 1,0 0-1,0-1 1,1 1-1,0 0 1,-1 0 0,1 0-1,0-1 1,0 1-1,3 4 1,0 6 111,2-9-45,-4-2-68,0-1 1,0 1-1,0-1 0,0 1 0,1-1 1,-1 0-1,0 0 0,1 0 0,-1 0 0,0 0 1,1 0-1,-1-1 0,5 1 0,46-13 86,-15-1-106,-29 10-13,0 0 0,-1 0 0,16-8 0,-2-1 15,-18 10-9,0-1 1,0 1 0,0-1-1,6-4 1,3-3 4,-8 7 3,0-1-1,-1 1 0,1-1 0,5-6 1,12-13-5,-19 20-12,1 0 0,-1 0 0,0 0 0,0 0 0,0-1 0,-1 1 0,1-1 0,-1 0 0,3-5 0,0-5-7,-4 10 7,1 0-1,0 0 0,0 0 0,0 0 0,0 0 1,6-6-1,-7 8 3,0 1 0,0 0 0,0-1-1,-1 1 1,1-1 0,0 1 0,-1-1 0,1 1 0,0-1 0,-1 1 0,0-1 0,1 0 0,-1 1 0,0-1-1,0-2 1,4-18-4,-2 13 6,0 0 0,0-1-1,-1 1 1,0 0 0,0-13-1,-2 18-6,0 0 0,0 0 0,0 1 0,-1-1-1,1 0 1,-1 1 0,0-1 0,0 1-1,0-1 1,0 1 0,-5-5 0,5 6-1,-1 1 1,1-1-1,-1 1 0,0 0 1,1 0-1,-1 0 0,0 0 1,1 0-1,-1 1 1,0-1-1,0 1 0,0-1 1,-4 1-1,-18 6-14,21-6 17,0 1 1,0 0-1,0-1 1,1 1-1,-1 1 1,0-1-1,1 1 0,-1-1 1,1 1-1,0 0 1,-1 0-1,-4 5 1,3-2 1,0 0 0,0 0 0,0 1 0,1 0 0,0 0 0,0 0 0,1 0-1,-4 9 1,0 9 0,3-10 2,0 0 0,1 1 0,1-1 0,-2 28 0,4-39-1,1 1-1,-1-1 0,1 0 0,0 1 0,0-1 1,0 0-1,1 0 0,-1 0 0,1 0 0,-1 0 0,1 0 1,4 5-1,1 1 6,1-1 0,15 12-1,-18-16-9,0-1-1,0 0 0,0 0 0,1 0 0,-1-1 1,1 0-1,0 0 0,0 0 0,0-1 0,0 0 0,7 1 1,12-1-395,35-1 1,-25-1-224,-21 1 268,7 0-711,0 0 1,36-7-1,-33 3 143,3 0-1767,30-10-1,-24 2-117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3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243 343 16,'-1'0'184,"1"-1"0,0 0 0,1 0 0,-1 1 0,0-1 0,0 0 0,0 1 0,0-1 0,1 0 0,-1 1 0,0-1 0,0 0 0,1 1 0,-1-1 0,1 0 0,-1 1 0,1-1 0,0 0 0,-1 0-64,1 1-1,-1-1 1,1 0-1,-1 1 0,1-1 1,-1 0-1,1 1 1,-1-1-1,0 0 1,1 0-1,-1 1 0,0-1 1,0 0-1,0 0 1,0 0-1,1 1 0,-1-1 1,-1-1-1,1-44 13017,0 46-13117,0 0 0,0 1 0,0-1 0,0 0 0,0 0 0,0 1 0,0-1 0,0 0 0,0 0 1,0 1-1,0-1 0,0 0 0,0 0 0,-1 0 0,1 1 0,0-1 0,0 0 0,0 0 0,0 0 0,-1 0 0,1 1 0,0-1 0,0 0 0,0 0 0,-1 0 0,1 0 0,0 0 0,0 0 0,0 1 0,-1-1 0,1 0 1,0 0-1,0 0 0,-1 0 0,1 0-12,-1 0 1,1 0 0,0 0 0,0 0-1,0 0 1,-1 0 0,1 0 0,0 0-1,0 0 1,-1 0 0,1 0 0,0 1-1,0-1 1,0 0 0,-1 0-1,1 0 1,0 0 0,0 1 0,0-1-1,0 0 1,-1 0 0,1 0 0,0 1-1,0-1 1,0 0 0,0 0 0,0 0-1,0 1 1,0-1 0,0 0 0,0 0-1,0 1 1,0-1 0,0 0-1,-1 1 2,1 0 0,-1-1 0,1 1 0,-1 0-1,1-1 1,-1 1 0,0-1 0,1 1-1,-1-1 1,0 1 0,1-1 0,-2 1-1,1-1 3,1 1-7,0 0 1,-1-1-1,1 1 0,0 0 0,-1 0 0,1-1 0,0 1 1,0 0-1,0 0 0,0-1 0,-1 1 0,1 0 0,0 0 1,1 0-1,-2 8 26,-41 108 349,-30 89 71,1 0-49,67-196-375,1 0 0,-2 14-1,3-13 4,-1-1-1,-4 14 0,4-17-18,2-5-8,0 0-1,0-1 1,0 1 0,1 0 0,-1-1 0,1 1 0,-1 0 0,1 0 0,0 1 0,0-2-2,0-1 0,0 1 0,0 0 1,0-1-1,0 1 0,0-1 0,-1 1 1,1-1-1,0 1 0,0-1 1,0 1-1,-1-1 0,1 1 0,0-1 1,0 1-1,-1-1 0,1 1 0,0-1 1,-1 0-1,1 1 0,-1-1 0,1 1 1,-1-1-1,0 1 0,1-1 0,0 0 0,-1 0 0,1 1 0,0-1 0,-1 0 0,1 0 0,0 1 1,0-1-1,-1 0 0,1 1 0,0-1 0,0 0 0,0 1 0,-1-1 0,1 1 0,0-1 0,0 0 0,0 1 0,0-1 0,0 1 1,0-1-1,0 1 0,0-1 1,0 1 1,0-1-1,0 0 0,0 0 1,1 1-1,-1-1 1,0 0-1,0 0 1,0 1-1,1-1 0,-1 0 1,0 0-1,0 1 1,1-1-1,-1 0 1,0 0-1,0 0 1,1 0-1,-1 1 0,0-1 1,1 0-1,-1 0 1,0 0-1,1 0 1,-1 0-1,0 0 1,0 0-1,1 0 0,3 2 47,-4-8 3,1 1 0,0-1 0,0 1 0,0 0 0,1-1 1,0 1-1,2-6 0,8-23 109,-10 25-119,2 0 0,6-15 0,5-9-4,51-173-204,-46 152 150,-12 36 8,8-26 0,-4 5-1,-6 21-1,7-36 0,-11 38 5,-1 6 4,0 1-1,1 0 1,5-15-1,-2 6-2,5-32 1,-2 8-6,0 15 4,-5 19 4,0 0 0,-1-1 0,0 1 0,0-12-1,-1 18 3,-1 0-1,0 0 0,1 0 1,-1 1-1,0-1 1,1 0-1,0 1 0,0-1 1,-1 0-1,1 1 0,0-1 1,0 1-1,0-1 1,0 1-1,2-2 0,8-13-8,-9 14 8,-1 0 0,1 0-1,0 0 1,-1 0 0,1 0 0,0 0 0,0 1-1,1-1 1,-1 1 0,0-1 0,4 0-1,33-14-13,-17 7 8,-12 5-3,0 0 0,1 1 0,-1 0-1,1 0 1,10 0 0,49-4-173,-62 7 145,9 0-368,-1 0 1,31 5-1,-29-3-1379,30-2 0,-30 0 255,-12-1 614,0 1 1,-1-1-1,1 0 0,5-2 1,-1 1-224,14-10-4073,-13 11 2303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3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20 496,'0'0'133,"0"1"0,-1-1 0,1 0 1,0 0-1,0 0 0,0 1 0,0-1 0,0 0 0,0 0 0,0 1 0,0-1 0,0 0 1,0 0-1,0 1 0,0-1 0,0 0 0,0 0 0,1 0 0,-1 1 0,0-1 0,0 0 1,0 0-1,0 1 0,0-1 0,0 0 0,0 0 0,1 0 0,-1 0 0,0 1 1,0-1-1,1 0 0,6 3 533,-6-3-637,-1 1-1,1-1 1,-1 0-1,1 1 1,-1-1-1,1 0 1,0 1-1,-1-1 1,1 0-1,-1 0 1,1 0-1,0 0 1,-1 0 0,1 0-1,0 0 1,-1 0-1,1 0 1,0 0-1,-1 0 1,1 0-1,1 0 1,79-10 707,-34 6-554,-15 0-55,-5 0 19,38-1 0,-30 2-30,-26 2-83,1 0 1,0 0 0,10 2-1,-8 0-13,0 2-1,12 3 0,-20-5 2,0 0 1,-1 1 0,1-1-1,-1 1 1,0-1 0,1 1-1,-1 0 1,0 1-1,0-1 1,3 4 0,-2 9 328,-2-13-293,-2-2-44,1 1 0,-1-1 0,1 1 0,-1-1 0,1 1 0,-1-1 1,0 1-1,1 0 0,-1-1 0,0 1 0,1-1 0,-1 1 0,0 0 0,0-1 0,1 1 0,-1 0 0,0 0 0,0-1 1,0 1-1,0 0 0,0-1 0,0 1 0,0 0 0,0-1 0,-1 2 0,0 0 30,0-1-1,0 1 1,0 0-1,0-1 1,0 1 0,1 0-1,-1 0 1,0 0-1,1 0 1,0-1 0,-1 1-1,1 0 1,0 0-1,0 0 1,0 0 0,0 2-1,0-2-6,0-1 1,0 1-1,0-1 0,-1 0 1,1 1-1,0-1 0,-1 1 1,1-1-1,-1 0 0,0 1 1,0 1-1,0-2-10,0 0 0,0 0 0,1 0 0,-1 1 0,1-1 0,-1 0 0,1 0 1,0 1-1,0-1 0,-1 0 0,1 3 0,0-2 7,0-1-1,0 1 1,-1-1 0,1 1 0,0 0-1,-1-1 1,1 1 0,-1-1 0,0 1-1,0-1 1,1 1 0,-1-1 0,0 0-1,-2 3 1,-7 13 385,7-7-202,3-7-119,-1 0 0,0 0 0,0 0 0,-1 0 0,1 0 0,-3 4 0,-8 21 604,2-3-245,10-24-443,-2 2 14,1-1 1,0 1-1,-1-1 1,1 1-1,0 0 1,1-1-1,-1 1 1,0 0-1,1 0 1,-1 4-1,1-5-16,0 1 0,0-1 0,-1 0-1,1 1 1,-1-1 0,1 0 0,-1 1-1,-1 2 1,1-3-4,0 0-1,0 0 1,0 1-1,1-1 1,-1 1-1,1-1 1,0 0-1,-1 4 1,1 27 113,0-32-113,0 0-1,1 0 1,-1 0-1,0 0 0,0 0 1,1 1-1,-1-1 1,1 0-1,-1 0 0,1 0 1,-1 0-1,1-1 1,0 1-1,-1 0 0,1 0 1,0 0-1,0 0 1,0-1-1,-1 1 1,1 0-1,0-1 0,0 1 1,0-1-1,0 1 1,0-1-1,0 1 0,0-1 1,0 0-1,1 1 1,-1-1-1,0 0 1,0 0-1,1 0 0,3 1 12,0-1 1,0 0-1,0 0 0,0 0 0,8-2 0,22-7-244,0-1 0,-1-2 0,40-19 1,-63 26-659,-1-1 0,18-13 1,-22 15-243,-1-1 0,0 1 0,7-9 1,-3-1-1631,-7 0-139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4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54 1372,'0'-33'5751,"-1"32"-5630,1 1-1,0-1 1,-1 0 0,1 1 0,-1-1 0,0 1 0,1-1 0,-1 1 0,1-1 0,-1 1-1,0-1 1,-1 0 0,2 1 30,-4-13 1225,-1 17-1374,7-2-101,-2-1 53,1-1-1,-1 1 1,1-1 0,-1 1-1,0-1 1,1 1-1,-1 0 1,0-1 0,1 1-1,-1 0 1,0-1-1,0 1 1,1 0 0,-1-1-1,0 1 1,0 0-1,0-1 1,0 1 0,0 1-1,0-2 1,0 1-1,0-1 0,0 1 1,0-1-1,0 1 0,0-1 1,0 1-1,-1-1 1,1 0-1,0 1 0,0-1 1,0 1-1,0-1 0,-1 0 1,1 1-1,0-1 1,0 1-1,-1-1 0,1 0 1,0 1-1,-1-1 0,1 0 1,0 0-1,-1 1 1,0-1-48,1 1 0,-1-1 0,1 0 0,0 1 0,-1-1 0,1 0 0,0 1 0,-1-1 0,1 1 0,0-1 0,-1 0 0,1 1 0,0-1 0,0 1 0,0-1 0,-1 1 0,1-1 0,0 1 0,0-1 0,0 1 0,0-1 0,0 1 0,0-1 0,0 2 0,-2 9-2130,-7-3-297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4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46 512,'0'-1'323,"0"-1"-1,0 1 1,-1 0-1,1-1 1,-1 1 0,1-1-1,-1 1 1,0 0-1,1-1 1,-1 1 0,0 0-1,0 0 1,0 0 0,0-1-1,-2 0 1,3 1-75,-1 0 1,0 0 0,0 0-1,0 1 1,0-1-1,1 0 1,-1-1 0,0 1-1,1 0 1,-1 0-1,1 0 1,0 0 0,-1 0-1,0-3 1,-8 2 1578,9 2-1810,0 0-1,0 0 0,0 0 0,0 0 1,0 0-1,0 0 0,0 0 0,0 0 0,0 0 1,-1 0-1,1 0 0,0 0 0,0 0 1,0 0-1,0 0 0,0 0 0,0 0 1,0 0-1,0 0 0,0 0 0,0 0 0,0 0 1,-1 0-1,1 0 0,0 0 0,0 0 1,0 0-1,0 0 0,0 0 0,0 0 0,0-1 1,0 1-1,0 0 0,0 0 0,0 0 1,0 0-1,0 0 0,0 0 0,0 0 1,0 0-1,0 0 0,0 0 0,0 0 0,0-1 1,0 1-1,0 0 0,0 0 0,0 0 1,0 0-1,0 0 0,0 0 0,0 0 1,0 0-1,0 0 0,0 0 0,0 0 0,0-1 1,0 1-1,0 0 0,0 0 0,0 0 1,0 0-1,0 0 0,0 0 0,0 0 1,0 0-1,0 0 0,1 0-7,-1 0-1,0 0 1,0 0 0,0 0-1,0 0 1,0 0 0,0 0-1,0 0 1,0 0 0,0 0-1,0 1 1,0-1 0,0 0-1,0 0 1,0 0 0,0 0-1,0 0 1,0 0 0,0 0-1,0 0 1,0 0 0,0 0-1,0 0 1,0 1 0,0-1-1,0 0 1,0 0 0,0 0-1,0 0 1,0 0 0,0 0-1,0 0 1,0 0 0,0 0-1,0 0 1,0 0 0,0 1-1,0-1 1,0 0 0,0 0-1,0 0 1,0 0 0,0 0-1,0 0 1,-1 0 0,1 0-1,0 0 1,0 0 0,0 0-1,0 0 1,0 0 0,0 0-1,0 0 1,0 0 0,0 0-1,0 0 1,0 0 0,-1 0-1,1 0 1,0 0 0,0 0-1,0 0 1,0 0-1,0 0 1,0 0 0,0 0-1,0 0 1,-3 2 158,0-1 1,1 1-1,-1 0 0,1 0 0,-4 4 1,3-1-4,0 0 0,1 0 0,-1 0 1,1 0-1,0 0 0,0 1 1,1-1-1,-2 8 0,2-6 79,-1 0 1,0 1-1,-6 12 0,-42 95 1176,34-72-989,-6 0-25,16-32-288,0 0 0,-4 12 1,4-7 6,3-6-28,0 0 0,-9 15 0,2-10-36,5-8-28,1 1 1,0-1-1,-4 12 0,-23 56 181,-2 10-131,31-78-87,1 0-1,1 0 0,-1 0 1,2 14-1,0-2-50,-1-19 45,0 0 0,0 1-1,0-1 1,0 0-1,0 1 1,0-1-1,0 0 1,0 0 0,0 1-1,1-1 1,-1 0-1,0 1 1,0-1-1,0 0 1,0 0 0,1 1-1,-1-1 1,0 0-1,0 0 1,0 1-1,1-1 1,-1 0 0,0 0-1,1 0 1,-1 0-1,0 1 1,0-1-1,1 0 1,-1 0-1,0 0 1,1 0 0,-1 0-1,0 0 1,1 0-1,-1 0 1,0 0-1,1 0 1,-1 0 0,0 0-1,0 0 1,1 0-1,-1 0 1,1 0-144,0 0 0,0-1 1,0 1-1,0 0 0,0-1 1,0 1-1,0 0 0,0-1 0,0 1 1,0-1-1,-1 1 0,1-1 1,0 0-1,1 0 0,-1-1-82,0 1 0,1 0 0,-1 0-1,1 0 1,0 0 0,-1 0 0,1 1-1,0-1 1,2-1 0,7-2-952,-7 1 420,0 0 1,0 0-1,-1-1 0,6-5 0,2-2-917,11-10-1708,0 0-13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4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89 124 2268,'-9'2'1345,"9"3"-468,0-4-801,0 0-1,0-1 0,0 1 1,0 0-1,0-1 1,0 1-1,0 0 1,0-1-1,0 1 0,-1 0 1,1-1-1,0 1 1,0 0-1,-1-1 1,1 1-1,0 0 0,-2 0 1,2 0-30,-1-1 1,1 1-1,-1-1 0,1 1 1,-1-1-1,1 1 1,-1-1-1,1 1 0,0-1 1,-1 1-1,1 0 0,0-1 1,-1 1-1,1 0 1,0-1-1,0 1 0,-1 0 1,1 0-1,0-1 0,0 1 1,0 0-1,0-1 1,0 1-1,0 0 0,0 0 1,1-1-1,-1 1 0,0 0 1,0-1-1,0 1 1,1 0-1,-1-1 0,0 1 1,1 0-1,-1-1 0,0 1 1,1-1-1,-1 1 1,1 0-1,-1-1 0,1 1 1,0 0-1,1 0 47,-1 1 0,1 0 1,-1-1-1,1 1 0,0-1 0,0 0 1,-1 1-1,1-1 0,0 0 0,0 0 0,0 0 1,0 0-1,0-1 0,3 2 0,1-1 21,1-1-1,-1 1 1,11-1-1,-2-1 39,-5 0-113,0-1 0,-1-1 0,1 0 0,-1 0 0,0-1 0,17-8 0,-12 5-22,-1 0-6,18-14 1,-11 8-5,-18 11-6,0 0 1,-1 0-1,1 1 1,0-1-1,-1 0 1,0 0-1,1-1 1,-1 1-1,0 0 1,0 0-1,1-5 1,2-3-1,-3 9-1,-1 0 0,1 0 1,-1-1-1,0 1 0,1 0 0,-1 0 0,0 0 0,0 0 1,1 0-1,-1 0 0,0-1 0,0 1 0,-1 0 1,1 0-1,0-2 0,-1-7 1,1 8-1,-1 1 0,1-1 0,-1 0 0,1 1 0,-1-1 0,1 1 0,-1-1 0,0 1-1,0-1 1,0 1 0,0-1 0,0 1 0,0 0 0,0 0 0,0 0 0,-1-1 0,1 1 0,0 0 0,-1 0 0,1 1 0,-1-1 0,1 0 0,-1 0 0,-2 0 0,-5-3 0,-1 1 1,-18-4 0,25 7 3,0 0-1,1-1 1,-1 1-1,0 1 1,0-1-1,1 0 1,-1 1-1,0-1 1,1 1-1,-1 0 1,0 0 0,-2 1-1,-14 4 35,11-5-8,0 0 0,-1 1 0,1 0 0,0 1 0,0 0 0,0 0 0,1 1 0,-1-1 0,1 2 0,0-1 0,-8 7 0,3-1 29,6-6-30,1 0-1,0 1 1,-7 6-1,-1 5 28,7-10-20,1 0-1,0 0 1,1 1 0,-1-1-1,1 1 1,1 0-1,-1 0 1,-2 8-1,2 0 57,0 1-1,-1 19 1,5-30-76,0 0 0,-1 0 0,2 0 0,-1 0 0,1 0 0,0 0 0,0 0 0,0 0 0,0 0 0,1-1 0,2 6 0,0-4 2,0 1 0,0-1 0,0-1-1,0 1 1,1-1 0,0 1-1,0-1 1,0-1 0,1 1-1,0-1 1,0 0 0,0 0-1,0-1 1,1 0 0,-1 0 0,1 0-1,0-1 1,-1 0 0,1 0-1,0-1 1,8 1 0,12 1-70,0-1 1,51-4-1,-58 0-504,-1-1-1,1 0 0,-1-1 1,35-13-1,-10 2-1658,-29 11 154,23-11 1,-14 1-698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5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90 756,'-17'-1'6860,"3"3"948,14-2-7710,5 2 82,0-1 1,1 1-1,-1-1 1,0 0-1,0 0 0,10 0 1,3 1 64,-13-1-184,0-1-1,1 0 1,-1 0 0,0-1-1,8-1 1,3 0 35,127-16 302,-22-7-336,-63 16-43,71-10 4,-95 13-32,-22 3 0,0 2 0,18-2 0,-22 3 4,11 0 37,-17 0-64,-11 0-74,-33 7-2758,27-7 943,-19 0-1698,33 0 3255,-1-1 0,0 1-1,0 0 1,1-1-1,-1 0 1,0 1 0,1-1-1,-1 0 1,1 0-1,-1 1 1,1-1 0,-1 0-1,1-1 1,0 1-1,-2-2 1,1-4-2415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5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22 2000,'-10'-4'893,"4"2"11,-1 0 0,0 0 0,0 0 0,-11 0 0,8-1 208,9 2-966,0 1 0,1-1-1,-1 1 1,0 0-1,0-1 1,0 1 0,1 0-1,-1-1 1,0 1 0,0 0-1,0 0 1,1 0-1,-1 0 1,-2 0 0,-4 0 183,5 0 104,4 0-269,49 19 1561,1-5-381,8 0-676,-43-11-576,0 2 1,-1 0 0,24 10 0,-7-2-34,-24-9-48,-5-3-7,0 0 1,-1 0-1,1 1 1,-1 0-1,1 0 0,-1 0 1,0 0-1,4 3 0,4 4 6,2 2 7,19 19-1,-28-25-19,0 0 0,0 0 0,-1 0 0,1 1-1,-1-1 1,0 1 0,3 11 0,-4-13 3,-1 1-2,1 0-1,-1 0 1,2 12 0,-3-16 3,0 1 0,0 0 0,0 0 1,0 0-1,-1 0 0,1 0 0,-1 0 0,1 0 0,-1 0 0,0 0 0,0 0 1,0-1-1,0 1 0,0 0 0,-1 2 0,-20 27 21,17-23-21,0 0-1,0-1 1,-1 0 0,-6 7-1,-3-2 1,0 0 0,-28 16 0,-5 4-52,-9 6-1683,-75 39 0,63-46-1717,19-14-2213,28-10 2654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442 187 1532,'-3'-3'762,"-1"1"0,0 0 0,0 0 0,0 1-1,-8-3 1,9-2 208,-4 3-624,7 3-326,0 0 0,0 0 0,0 0 0,0 0 0,-1 0 0,1 0 0,0 0 0,0 0 0,0 0 0,0 0 0,0 0 0,-1 0 0,1 0 0,0 0 0,0 0 0,0 0 0,0 0 0,0 0 0,0 0 0,-1 0 0,1 0 0,0-1 0,0 1 0,0 0-1,0 0 1,0 0 0,0 0 0,0 0 0,0 0 0,0-1 0,0 1 0,0 0 0,0 0 0,0 0 0,0 0 0,0 0 0,0-1 0,-1 1 0,1 0 0,0 0 0,1 0 0,-1 0 0,0 0 0,0 0 0,0-1 0,0 1 0,0 0 0,0 0 0,0 0 0,0 0 0,0 0 0,0-1 0,0 1-1,0 0 1,-3 1 297,1-1 0,-1 0 0,0 0 0,0 0 0,0 0 0,-4 0 0,-2-1 110,5 2-182,-1 0 1,1 0-1,-1 0 1,1 1-1,0 0 1,-1-1-1,-4 5 1,-4 0 205,2-1-131,0 1 1,1 1-1,-1 0 0,2 1 0,-1 0 1,1 0-1,-10 11 0,-2 2 38,2-2-12,2 2-1,-26 39 0,23-31-216,6-7 5,-21 45 0,31-58-120,-13 36 38,10-23-35,2-6-6,1 0-1,-3 18 1,3-10 1,2-13-8,1-1 0,0 1-1,1 14 1,0-20 1,0 0 0,1 0 1,0-1-1,0 1 0,0 0 1,0 0-1,1 0 0,4 8 0,-3-9 0,0 0-1,0 0 1,0 0-1,1-1 0,0 1 1,-1-1-1,1 0 1,1 0-1,-1 0 1,0-1-1,1 1 0,4 1 1,-2-2-7,0 1 1,0-1-1,1-1 0,-1 1 1,0-1-1,15 0 0,-9-1-45,0-1 1,0-1-1,-1 0 0,1-1 0,0-1 0,-1 0 0,0 0 0,17-9 0,2-4-435,50-36-1,-63 40 384,-1-2-1,0 0 1,-1-1 0,0 0-1,-1-1 1,-1-1 0,-1-1 0,-1 0-1,0 0 1,13-33 0,-16 29 67,-2-1 0,-1 1 0,5-37 0,-10 47 26,-1 1-1,0-1 0,-1 0 0,0 0 0,-4-13 0,0-3 32,1 14 10,0 0 0,-1 0 0,-1 0 1,-1 0-1,-10-17 0,16 32-32,-4-9 41,-1 0 0,-8-9 1,-1-1 54,7 9-15,0 0 1,-1 1-1,0 1 1,-1-1-1,1 2 1,-2-1-1,-13-7 1,22 14-73,0 0 0,-1-1 0,1 1 0,-1 1 0,1-1 0,-1 0 0,0 1 0,1-1 0,-1 1 0,1-1 1,-1 1-1,0 0 0,1 0 0,-1 1 0,0-1 0,1 1 0,-1-1 0,0 1 0,1 0 0,-1 0 0,1 0 0,0 0 0,-1 0 0,1 0 0,0 1 0,-1-1 0,1 1 0,-3 3 1,-1 0-12,0 1 1,0 0 0,1 1 0,0-1 0,0 1 0,1 0 0,-6 12 0,4-8-3,1-1 0,1 1 1,0 0-1,0 0 1,1 0-1,1 0 0,0 0 1,-1 20-1,-5 38-19,9-56 23,4 23 1,-2-15 1,0-8 2,0 0-1,0 0 0,1 0 1,1-1-1,0 1 0,1-1 1,0 0-1,1-1 0,0 0 1,1 0-1,10 13 0,-7-13-3,-7-5 1,0-1-1,1 0 0,0-1 1,0 1-1,7 4 1,-2-2-29,1-2 1,-1 0 0,1 0 0,0-1-1,0 0 1,0-1 0,1 0 0,-1-1-1,1 0 1,0-1 0,0 0 0,-1-1-1,1 0 1,0-1 0,0 0 0,-1-1-1,1 0 1,-1-1 0,0-1 0,1 1-1,14-9 1,13-7-36,0-2-1,55-41 1,-86 56 46,-1 0 1,0-1 0,0 0-1,-1 0 1,11-16-1,19-42-82,-21 36 147,-15 28-49,4-5 43,-1-1 0,0 1 1,0-1-1,0 0 0,3-15 0,3-7 222,-7 24-174,0 0 0,-1 0 0,1 0 0,-1 0 0,0 0 0,0 0 0,0-6 1,-1 6 91,-1 0 0,1 0 0,-1-1 0,0 1 0,0 0 0,0 0 0,-3-7 0,2 2 200,0-5 276,2 15-643,0-1-1,0 1 1,0 0-1,-1 0 1,1-1-1,0 1 1,0 0 0,0 0-1,0 0 1,-1-1-1,1 1 1,0 0-1,0 0 1,-1 0-1,1 0 1,0-1 0,0 1-1,-1 0 1,1 0-1,0 0 1,-1 0-1,1 0 1,0 0 0,0 0-1,-1 0 1,1 0-1,0 0 1,-1 0-1,1 0 1,0 0-1,0 0 1,-1 0 0,1 0-1,0 0 1,-1 0-1,1 1 1,0-1-1,0 0 1,-1 0 0,1 0-1,0 0 1,0 1-1,-1-1 1,1 0-1,0 0 1,-22 21 218,15-16-215,1 1 0,0 0-1,0 1 1,0-1 0,1 1 0,0 0-1,1 0 1,-1 1 0,-4 10 0,-18 29 51,12-24-40,2 1 0,1 1 0,0 1-1,-10 35 1,-14 33-18,19-52-45,-15 59 0,13-40 51,-65 201-38,66-192-24,14-48 34,-11 29 0,-27 67 104,18-35-38,15-67-46,8-14-11,0 0 1,0-1 0,0 1-1,0 0 1,0 0 0,0 0 0,0-1-1,0 1 1,1 0 0,-1 0 0,0 3-1,1-5 1,0 1-1,0-1 0,0 1 1,0-1-1,0 1 0,0-1 1,0 1-1,0-1 1,0 1-1,-1-1 0,1 1 1,0-1-1,0 0 0,-1 1 1,1-1-1,0 1 0,0-1 1,-1 0-1,1 1 0,0-1 1,-1 0-1,1 1 1,-1-1-1,1 0 0,0 0 1,-1 1-1,1-1 0,-1 0 1,1 0-1,-1 0 0,1 0 1,-1 0-1,1 1 0,-1-1 1,1 0-1,-1 0 1,1 0-1,-1 0 0,1 0 1,0-1-1,-1 1 0,1 0 1,-1 0-1,1 0 0,-1 0 1,1 0-1,-1-1 0,1 1 1,-1 0-1,1 0 1,0-1-1,-1 1 0,1 0 1,0-1-1,-1 1 0,1 0 1,-1-1-1,-7-8 12,7 8-13,-1-1 0,0 0 0,1 0-1,-1 0 1,1 0 0,0 0 0,-1 0 0,0-3-1,2 3 1,-5-11-31,1-1 1,-11-17 0,14 27 3,-1 0 1,1 0-1,-1-1 0,1 1 0,0 0 1,1 0-1,-1-1 0,1-7 1,-3-17-229,-1 16 79,3 9 100,0 0-1,0 1 1,1-1 0,-1 0-1,1 0 1,-1 0 0,1 0-1,1-7 1,3-7-328,-2 11 74,-1 0-1,0 0 1,0-10-1,0 10-146,0 0 0,0 0 1,0-1-1,1 1 0,0 0 0,0 1 0,1-1 0,0 0 0,0 1 0,8-12 0,-4 6-947,-1 0 1,6-15 0,1-5-1626,7 3-184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7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62 1092,'0'-2'285,"0"1"0,0-1 1,0 1-1,0-1 0,0 1 0,-1 0 0,1-1 0,0 1 0,-1-1 1,1 1-1,-1-1 0,1 1 0,-1 0 0,0-1 0,0 1 0,1 0 1,-1 0-1,-1-2 0,1 3-217,1-1 0,-1 1 0,1-1 0,0 0 0,0 0 0,-1 1 0,1-1 1,0 0-1,0 1 0,0-1 0,0 0 0,-1 0 0,1 0 0,0 1 0,0-1 0,1 0 0,-1 0 0,0 1 0,0-1 0,0 0 1,0 1-1,1-1 0,-1 0 0,0 0 0,1 1 0,-1-1 0,1 0 0,-1 1 0,0-1 0,1 1 0,-1-1 0,1 1 0,0-1 1,-1 1-1,1-1 0,-1 1 0,1-1 0,0 1 0,-1 0 0,1-1 0,0 1 0,0 0 0,-1 0 0,1-1 0,0 1 0,0 0 1,4 0-28,0-1 0,-1 0 1,1 0-1,6-2 1,-10 3-37,1 0 1,0-1-1,-1 1 1,1 0-1,0 0 1,-1 0-1,1 1 1,0-1-1,-1 0 1,1 1-1,0-1 1,1 1-1,7 2 11,10-2 28,-16-1-20,0 0 0,0 1 0,-1-1 0,1 1 0,0-1 0,-1 1 0,7 3 0,14 2 27,-18-6-39,-1 1 0,0 1-1,10 3 1,2 0-12,-14-5-14,1 1 0,-1 0 0,0 0 0,0 0-1,0 1 1,1-1 0,-1 1 0,0 0-1,5 3 1,-6-2 11,1-1 0,0 1 0,0 0-1,-1 0 1,0 0 0,1 0 0,-1 0 0,0 1-1,-1-1 1,1 1 0,0-1 0,-1 1 0,0-1-1,0 1 1,0 0 0,0 0 0,-1-1 0,0 1-1,0 7 1,0-10 4,0 0-1,0 1 0,-1-1 1,1 1-1,-1-1 1,1 0-1,-1 1 0,1-1 1,-1 0-1,0 0 1,0 0-1,0 1 0,1-1 1,-1 0-1,-2 1 0,-18 16 5,10-9 0,2-3 3,0 0 1,-1 0-1,1-1 0,-1 0 0,0-1 0,0 0 1,-21 5-1,19-5-4,2-2-42,0 1 1,-20 0-1,21-2-119,0 0 0,0 0 1,1 1-1,-1 0 0,-9 3 0,8-2-344,1 0 0,-1-2-1,-14 2 1,2 0-707,-11-2-2206,22-1 1137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88 2500,'0'-1'390,"0"-1"0,1 1-1,-1-1 1,0 1 0,1 0 0,-1-1-1,0 1 1,1 0 0,0-1 0,1-1-1,-2 2-190,1 0-1,0-1 0,-1 1 1,1 0-1,-1 0 1,1-1-1,-1 1 0,0 0 1,1-1-1,-1-1 0,0-45 7186,0 47-6581,-2 0-71,1-1-782,-4 0 1056,4 2-985,1 0-1,0 0 1,0 0 0,0 0-1,0 0 1,0 0 0,0 0-1,0 0 1,-1 0 0,1 0-1,0 0 1,0 0 0,0 0 0,0 0-1,0 0 1,0 0 0,0 0-1,0 1 1,0-1 0,-1 0-1,1 0 1,0 0 0,0 0-1,0 0 1,0 0 0,0 0-1,0 0 1,0 1 0,0-1-1,0 0 1,0 0 0,0 0-1,0 0 1,0 0 0,0 0-1,0 0 1,0 1 0,0-1-1,0 0 1,0 0 0,0 0-1,0 0 1,0 0 0,0 1-1,0 0 201,-2 0-87,-2 2-86,1 0 0,-1 0 0,1 1 0,-1-1-1,1 1 1,0 0 0,-4 6 0,-19 37 145,19-33-103,-5 13-35,8-18-17,0 0-1,-11 16 0,4-6 32,0 1 1,1 0-1,1 0 0,1 1 1,-9 35-1,-1-13-14,-4 37-25,21-74-30,0 1-1,0-1 0,0 1 1,1 0-1,0-1 0,1 10 0,0 4 13,-1-17-12,0-1 0,0 1 0,0-1-1,0 0 1,-1 1 0,1-1 0,-1 0 0,0 1 0,1-1 0,-1 0-1,0 0 1,-2 3 0,2-3-9,0 0-41,1-1 1,-1 1 0,1 0 0,-1 0 0,1 0 0,0 0 0,0 0-1,0 0 1,0 0 0,0 0 0,1 3 0,-1 4-833,0-9 836,0 1 0,0-1-1,0 0 1,0 1 0,0-1 0,0 0-1,0 0 1,0 1 0,1-1 0,-1 0-1,0 0 1,0 1 0,0-1 0,0 0-1,0 0 1,0 1 0,0-1 0,1 0-1,-1 0 1,0 0 0,0 1 0,0-1-1,1 0 1,-1 0 0,0 0 0,0 0-1,0 0 1,1 1 0,-1-1 0,0 0-1,0 0 1,1 0 0,-1 0 0,0 0-1,0 0 1,1 0 0,-1 0-17,1 0 0,-1 0 0,0 0 0,0 0 0,1 0 0,-1 0 0,0 1 0,0-1-1,0 0 1,1 0 0,-1 0 0,0 0 0,0 0 0,0 0 0,0 0 0,1 1 0,-1-1 0,0 0 0,0 0 0,0 0 0,0 0 0,1 1 0,-1-1 0,0 0-1,0 0 1,0 0 0,0 1 0,0-1 0,0 0 0,0 0 0,0 0 0,0 1 0,0-1 0,0 0 0,0 0 0,0 1 0,0-15-8916,0 1 6061,0 0-104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7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22 117 392,'-1'-1'278,"0"0"-1,0 0 1,0-1 0,0 1-1,0 0 1,0 0-1,0-1 1,0 1 0,0-1-1,0 1 1,1 0 0,-1-1-1,0-2 1,-6-9 803,7 12-1040,0 0-1,-1 1 1,1-1-1,0 0 1,0 1-1,0-1 1,0 0-1,0 1 0,0-1 1,0 0-1,0 0 1,0 1-1,0-1 1,0 0-1,0 1 1,0-1-1,0 0 0,1 1 1,-1-1-1,0 0 1,0 1-1,1-1 1,-1 1-1,0-1 1,1 0-1,-1 1 0,1-1 1,-1 1-1,1-1 1,15-14 373,-8 11-377,1-1 0,-1 2 0,0-1 0,1 1 0,0 0 0,-1 1 0,12-2 0,7 1 32,29 0-1,24-3 223,-73 5-246,11-2 167,32-1 0,-38 5-50,-1 0 1,1 1-1,-1 0 0,22 7 1,-30-7-104,0-1 0,0 1 0,0 0 1,0 0-1,0 0 0,0 0 0,-1 1 0,1-1 1,-1 1-1,3 3 0,6 6 107,-9-10-116,0 0 0,0 0 0,-1 1 0,1-1-1,0 1 1,-1-1 0,0 1 0,1-1 0,-1 1-1,0 0 1,0 0 0,0 4 0,1 3 328,-2 0 0,1 13 1,-1-21-321,0 0-2,0-1-1,0 1 1,0-1 0,1 1-1,-1-1 1,1 1 0,-1-1-1,1 0 1,-1 1 0,1-1-1,1 2 1,-2-2-22,1 0 1,0 0-1,-1 1 0,1-1 1,-1 0-1,1 0 0,-1 0 1,0 1-1,0-1 1,1 0-1,-1 2 0,0-1 53,0 1 0,-1-1-1,1 1 1,-1 0 0,1-1-1,-1 1 1,0-1 0,-1 3-1,1-3-37,0 1-1,1-1 1,-1 0 0,0 1-1,1-1 1,-1 1-1,1 4 1,0-7-46,0 1 1,0-1-1,-1 1 1,1-1-1,0 1 1,0-1-1,0 0 0,0 1 1,0-1-1,0 1 1,1-1-1,-1 1 1,0-1-1,0 1 0,0-1 1,0 0-1,0 1 1,1-1-1,-1 1 1,0-1-1,0 0 0,1 1 1,-1-1-1,0 0 1,1 1-1,-1-1 1,0 0-1,1 1 0,-1-1 1,0 0-1,1 0 1,-1 1-1,1-1 1,0 0-68,1 0 1,-1 0-1,0-1 1,0 1-1,0 0 1,0-1-1,0 1 1,0-1 0,0 1-1,0-1 1,1 0-1,7-2-1461,-9 3 1477,0 0 0,1 0 1,-1 0-1,0 0 0,0 0 1,1 0-1,-1 0 0,0-1 1,0 1-1,1 0 0,-1 0 1,0 0-1,0 0 1,1 0-1,-1-1 0,0 1 1,0 0-1,0 0 0,0-1 1,1 1-1,-1 0 0,0 0 1,0-1-1,0 1 0,0 0 1,0 0-1,0-1 0,0 1 1,1 0-1,-1 0 0,0-1 1,0 1-1,12-17-2433,-9 14 1578,0 0 0,-1 0-1,1-1 1,3-6 0,-4-4-2013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7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69 2884,'0'-2'330,"-1"0"-1,1 0 1,0 0 0,-1 0-1,1 1 1,-1-1-1,1 0 1,-1 0 0,-1-1-1,1 1 33,1 0 0,-1 0 0,0 0-1,1 1 1,-1-1 0,1 0 0,-1 0 0,1 0-1,0-2 1,0 3-287,0 1 0,0-1 0,-1 0 0,1 1-1,0-1 1,0 1 0,0-1 0,0 1 0,-1-1 0,1 1 0,0-1-1,-1 1 1,1-1 0,0 1 0,-1-1 0,1 1 0,-1-1 0,1 1-1,0 0 1,-1-1 0,1 1 0,-1 0 0,1-1 0,-1 1-1,0-1 47,0 1-29,1-1 0,0 1-1,-1-1 1,1 0 0,0 1-1,0-1 1,0 1 0,0-1-1,0 1 1,-1-1 0,1 0 0,0 1-1,0-1 1,0 0 0,1 1-1,-1-1 1,0 1 0,0-1-1,0 1 1,0-1 0,0 0-1,1 1 1,0-2 0,6 2-68,-5 0-48,-2 21-1367,0 56-7662,0-58 6398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8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 1308,'-6'0'1918,"-13"1"5673,10 5-6600,5-3-698,0 0-1,0 0 0,0 0 0,0 0 1,-7 3-1,-10 7 444,15-7-314,-1 1-1,2 0 1,-11 14-1,-5 5 263,-4 10 159,14-23-671,2 0 0,0 1 1,0 0-1,1 0 0,1 1 1,0 0-1,-6 24 0,8-24-127,3-12-38,1-1 1,0 1-1,0 0 0,0 0 0,1 0 0,-1 0 0,0 0 1,1 0-1,0 0 0,0 0 0,0 0 0,0 1 0,2 4 0,16 31 106,-17-38-108,0 1-1,0-1 1,0 1 0,0-1-1,0 0 1,0 0 0,0 0-1,1 0 1,-1 0 0,0 0-1,1 0 1,-1 0-1,1 0 1,2 1 0,25 8 28,-22-8-27,2 0 1,0-1 0,0 0 0,0 0-1,1 0 1,-1-1 0,0-1-1,0 0 1,1 0 0,-1 0-1,0-2 1,0 1 0,0-1 0,-1 0-1,1-1 1,-1 1 0,12-9-1,4-1-6,-18 10-6,0 0 0,0-1 0,0 0-1,11-9 1,8-15-17,-22 25 25,0 1 0,-1-1 1,1 1-1,-1-1 0,0 0 1,0 0-1,0 0 0,0 0 0,0 0 1,-1 0-1,1 0 0,-1-1 1,0 1-1,0-1 0,0 1 1,-1-1-1,1-5 0,-1 6 4,0-9 5,0-1 0,-2-12 0,1 21-15,0 0 0,0 0 0,-1 0 0,1 1 0,-1-1 0,1 1 0,-1-1 0,0 1 0,-5-6 0,-12-13-27,-28-26 0,27 33 43,19 14-11,1 1 0,0-1 0,0 1 0,0 0 0,-1-1 0,1 1 1,0 0-1,0-1 0,-1 1 0,1 0 0,0 0 0,-1-1 0,1 1 0,0 0 0,-1 0 0,1-1 0,0 1 0,-1 0 1,1 0-1,-1 0 0,1 0 0,0 0 0,-1-1 0,1 1 0,-1 0 0,1 0 0,0 0 0,-1 0 0,0 0 0,1 0-4,0 0 0,-1-1 0,1 1-1,0-1 1,0 1 0,0-1 0,0 1-1,-1-1 1,1 1 0,0-1 0,0 1-1,0-1 1,0 0 0,0 1 0,0-1-1,0 1 1,0-1 0,0 1 0,1-1-1,-1 1 1,0-1 0,0 1 0,0-1-1,0 1 1,1-1 0,52-6-141,35 0 205,-77 7-62,0 1-1,-1 0 0,1 1 1,-1 0-1,1 1 1,-1 0-1,13 6 0,-21-8 2,0 0-1,-1 0 1,1 0-1,-1 0 1,0 1-1,1-1 1,-1 0-1,0 1 0,0-1 1,0 1-1,0 0 1,0-1-1,0 1 1,0 0-1,0 0 1,-1 0-1,1 1 0,4 9-7,-4-10 8,0 0 0,1 0-1,-1 1 1,0-1 0,-1 0 0,1 1 0,0-1 0,-1 1 0,1-1 0,-1 1 0,0-1 0,0 5-1,1 12 6,-1-13-4,1 1 0,-1 0 0,-1-1 0,1 1 1,-3 9-1,0-6 1,2-7-1,0-1 0,0 1 0,0-1 0,0 1 0,1 0 0,-1 5 0,1-6 0,0 0 1,0 0-1,-1 0 0,1 0 0,-1 0 1,1 0-1,-1 0 0,0 0 0,-1 2 1,2-2-2,-1 0 1,0-1 0,0 1-1,1 0 1,-1 0 0,1 0-1,0 0 1,-1 3 0,1-3 0,1 0-1,-1 0 1,0 0 0,0 0 0,-1 0 0,1 0 0,0 0-1,-1 0 1,1-1 0,-1 1 0,1 0 0,-1 0-1,0 0 1,0-1 0,0 1 0,-2 3 0,3-5-2,-1 1 1,1-1 0,0 1-1,0-1 1,0 1 0,-1-1-1,1 1 1,0-1 0,0 1-1,0-1 1,0 1 0,0 0-1,0-1 1,0 1 0,0-1-1,0 1 1,0-1-1,0 1 1,1-1 0,-1 1-1,0-1 1,0 1 0,0-1-1,1 1 1,-1-1 0,0 1-1,1-1 1,-1 1 0,0-1-1,1 1 1,-1-1 0,1 0-1,-1 1 1,1-1 0,-1 0-1,1 1 1,1 1-2,0 4-7,-1-6 6,-1 0 1,1 1-1,0-1 1,-1 0-1,1 0 1,0 0-1,-1 0 0,1 0 1,-1 0-1,1 0 1,0 0-1,-1 0 1,1 0-1,0-1 1,0 1-1,5-3-9,0 0 1,0 0-1,-1-1 1,1 1-1,-1-1 1,10-10-1,2 0-2,-9 7 11,-1 0 0,0 0 1,6-11-1,7-5-6,4-5-5,-13 14 10,1 1 0,1 0 0,17-14 0,-19 18 2,0-1 0,11-11 0,5-1 11,-1 3-10,-24 17 0,0 1 0,0-1 0,0 1 0,0-1-1,0 1 1,0 0 0,1 0 0,-1 0-1,4-1 1,11-5-14,-17 7 14,1 0-1,-1-1 0,1 1 1,-1 0-1,1-1 1,-1 1-1,1 0 1,-1 0-1,1 0 0,-1 0 1,1 0-1,-1-1 1,1 1-1,-1 0 1,1 0-1,-1 0 0,1 0 1,-1 0-1,1 0 1,-1 1-1,1-1 1,-1 0-1,1 0 0,-1 0 1,1 0-1,-1 1 1,1-1-1,-1 0 1,1 1-1,-1-1 0,1 0 1,-1 1-1,0-1 1,1 0-1,0 2 1,0-1-2,-1 0 1,1 0 0,0 0 0,-1 1 0,1-1-1,-1 0 1,1 1 0,-1-1 0,0 0 0,0 1 0,1 2-1,0 18 2,-1-15 9,1 0 1,-1 1 0,0-1-1,-1 1 1,1-1-1,-3 9 1,-3 1 14,3-10-11,0 1-1,1 0 1,0 0 0,0 1-1,0 15 1,2-21-12,0 0 1,0-1 0,-1 1 0,1-1-1,0 1 1,-1-1 0,1 0-1,-1 1 1,0-1 0,0 1 0,0-1-1,-3 4 1,4-2-76,-1-1-1,0 1 1,1 0-1,-1-1 0,1 1 1,0 0-1,1 5 1,0 2-1788,7-10-550,-1-4-3189,-5 1 4883,0 1 1,0-1-1,0 0 1,0 0-1,0 0 1,2-4-1,-2-2-2332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481 447 924,'0'0'5573,"0"8"-3214,0 1-1594,0-7-618,0 1 0,1 0-1,-2 0 1,1-1 0,0 1 0,0 0-1,-1-1 1,1 1 0,-1 0-1,0-1 1,0 1 0,0-1-1,0 1 1,0-1 0,-3 4-1,-5 4 42,-1 0 0,0-1 0,0 0 0,-1-1 0,0 0 0,0-1-1,-14 7 1,-85 34 47,68-35-198,-77 16 0,89-23-16,26-5-18,-1-1 1,0 0-1,0 1 1,-9-2 0,13 1-4,-1 0 1,1 0-1,-1-1 1,0 1-1,1 0 1,-1-1-1,1 1 1,-1-1-1,1 0 1,0 1-1,-1-1 1,1 0-1,0 0 1,-1 0-1,1 0 1,0 0-1,0 0 1,0 0-1,-2-2 1,2 0-3,-1 1 1,1-1 0,0 0 0,0 0 0,0 0-1,0 0 1,0 0 0,1 0 0,0 0 0,-1 0-1,1 0 1,0 0 0,1-5 0,1 0-4,0 0 1,1 0-1,0 0 0,4-8 1,-6 14 3,5-9-4,0 1 0,0-1 0,1 2 0,0-1 0,1 1 0,9-10 0,58-46 4,-42 38-5,-2 4 1,1 1 1,42-21-1,-2 1-41,25-7-97,26-26 227,-117 71-55,-1 0 0,1 0 0,-1-1 0,1 0 0,-1 0 0,-1 0 0,1-1 0,6-10 0,-11 15 1,1-1 0,0 0 0,-1 0 1,0 0-1,1 0 0,-1-1 0,0 1 0,0 0 1,0 0-1,0 0 0,-1-3 0,1-2 82,-1 6-96,1 0 1,0 0-1,0 0 0,0-1 1,0 1-1,-1 0 0,1 0 1,-1 0-1,1 0 0,-1 0 1,1 0-1,-1 0 0,1 0 1,-1 0-1,0 0 0,0 0 1,0 1-1,1-1 0,-1 0 1,-2-1-1,-20-9 120,16 9-108,-3-2-13,0 0 0,0 1 0,0 0 0,-1 0 0,1 2 0,-1-1 0,0 1-1,-19 1 1,28 0-14,-11 0 7,0 0 0,0 1-1,-23 5 1,-48 15-120,77-19 142,0 0 1,0 1 0,0 0-1,0 0 1,1 1 0,-1-1-1,1 2 1,0-1 0,1 1 0,-11 9-1,5-1 56,-1 1 0,2 0 1,-12 20-1,16-24-51,0 0 0,1 1 0,0-1 0,0 1 0,1 0 1,-5 22-1,7-19 12,-8 69 469,9-74-442,1 0 0,1 1 0,0-1 0,0 0 0,0 0 0,6 17 0,5 11 78,-7-20-109,1 0-1,1 0 0,9 17 1,17 15 24,-30-45-71,0 0 1,1-1-1,-1 1 0,1-1 1,0 0-1,0 0 0,0 0 1,1-1-1,-1 1 1,1-1-1,5 2 0,7 2-408,32 6 0,-38-10-26,0-1 0,-1 0 0,1 0 0,0-2 0,18-1 0,53-14-3690,-37 3 1000,9-1-261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0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420 377 176,'6'-6'662,"-1"1"0,0 0-1,1 1 1,0-1 0,0 1 0,9-5-1,-8 6-299,0-1 1,-1 0-1,0-1 0,0 1 0,0-1 0,6-8 0,8-4 557,-18 16-822,0-1 0,0 1 0,0-1 0,0 1 0,0-1 0,-1 0 0,1 0 0,0 0 1,-1 0-1,1 0 0,0-3 0,1-2 472,0-1 0,-1 1 0,0-1 0,-1 0 1,0 1-1,0-1 0,-1-15 0,0 22-476,-1 0 1,1-1-1,-1 1 0,1 0 1,-1-1-1,0 1 0,1 0 1,-1 0-1,0 0 0,0 0 1,0 0-1,0 0 0,0 0 1,-1-1-1,-19-14 538,16 13-592,-1 1-1,0 0 0,1-1 0,-1 2 0,0-1 0,0 1 1,0 0-1,0 0 0,-1 1 0,1 0 0,0 0 0,-12 1 1,9 1-33,0-1 1,-1 1-1,1 1 1,0-1-1,0 2 1,0-1 0,-14 9-1,-4 2 88,19-11-80,1 1 1,0 0 0,-9 6-1,12-7-14,-7 5-1,0 0 1,1 1-1,0 0 1,1 1-1,0 0 1,-15 21-1,21-24 5,1 0-1,0 0 0,0 0 1,1 0-1,0 0 1,0 1-1,1-1 1,1 14-1,-1-9 0,1-5-6,0 0-1,0 0 1,1 0 0,0-1 0,1 1 0,-1 0 0,1-1 0,5 9 0,2 4 1,8 14-15,-13-25 21,-1 0 0,0 0 0,0 1 0,3 8 0,15 72 64,-21-85-65,0 0 0,-1 1 0,1-1 0,-1 1 0,0-1 0,0 0 0,-1 6 0,1 4 2,-1-10-6,0-1 1,1 1 0,-1-1 0,0 0-1,-1 0 1,1 1 0,0-1 0,-1 0-1,0 0 1,0 0 0,0-1 0,-2 4-1,0-1 2,-1 0 1,1 0-1,-1-1 0,0 1 0,-7 4 0,8-7-2,0 0 1,-1 0-1,1 0 1,0-1-1,-1 1 1,1-1-1,-1 0 1,1-1-1,-1 1 1,1-1-1,-1 0 0,1 0 1,-1 0-1,0-1 1,1 1-1,-1-1 1,1 0-1,-7-3 1,0 0 7,1 0 0,0-1-1,-1-1 1,2 1 0,-1-2 0,-12-10 0,15 11 12,1-1-1,0 1 1,-9-14 0,3 4-3,9 12-11,0 0 0,1-1 0,0 1 0,-2-6 0,-2-3-6,5 12-1,1 1-1,-1-1 0,1 1 1,0-1-1,-1 1 1,1-1-1,0 0 1,0 1-1,-1-1 0,1 0 1,0 1-1,0-1 1,0 0-1,0 1 0,0-1 1,-1 0-1,1 1 1,1-1-1,-1 0 1,0 0-1,0 1 0,0-1 1,0 0-1,0 1 1,1-1-1,-1 0 0,0 1 1,1-1-1,-1 1 1,0-1-1,1 0 0,-1 1 1,1-1-1,-1 1 1,1-1-1,-1 1 1,1 0-1,-1-1 0,1 1 1,-1-1-1,1 1 1,0 0-1,-1-1 0,1 1 1,-1 0-1,1 0 1,1-1-1,1 1-11,0-1 1,0 1-1,0-1 0,1 1 1,-1 0-1,0 0 1,6 1-1,35 12-114,-6 1 2,-33-12 97,1 1 0,0-1 1,0 0-1,10 1 1,16 1-69,1-2 0,-1-1 0,1-2 0,-1-1 0,1-1 0,37-10 0,-51 9 92,-1-1 0,0-1 0,0 0 0,-1-2 0,24-12 1,-30 13 4,0 0 0,-1-1 0,0 1 0,0-2 0,-1 0 0,0 0 0,0-1 1,12-18-1,-18 22 2,0 0 0,0 0 0,-1 0 0,1-1 0,1-9 1,-2 7 2,-1 3 0,0 0 1,-1-1-1,0 1 0,0 0 1,0 0-1,-1 0 1,0 0-1,0 0 0,-1 0 1,-2-8-1,0-14 41,-5 14-9,8 12-31,0 1 0,0-1 0,-1 1 0,1-1 0,0 0 0,0 1 0,1-1 0,-1 0 0,-1-4 0,2 6-6,0 0 1,0 0-1,0-1 0,0 1 1,0 0-1,0 0 1,0 0-1,0-1 1,0 1-1,0 0 0,0 0 1,0-1-1,0 1 1,0 0-1,-1 0 0,1 0 1,0-1-1,0 1 1,0 0-1,0 0 1,0 0-1,-1 0 0,1-1 1,0 1-1,0 0 1,0 0-1,0 0 0,-1 0 1,1 0-1,0 0 1,0 0-1,-1 0 1,1-1-1,0 1 0,0 0 1,0 0-1,-1 0 1,1 0-1,0 0 0,-1 0 1,-12 4-1,-12 13 1,22-13 3,-1 0-1,1 0 0,0 0 0,0 0 0,0 0 0,0 1 0,1-1 0,0 1 1,0 0-1,0 0 0,1 0 0,-3 9 0,2-8-1,0 1 0,0-1 0,-7 11-1,6-11-7,0-1-1,1 1 0,-4 9 1,1 4-99,4-15 92,-1 0-1,1 1 0,0-1 1,0 1-1,1 0 0,0-1 1,-1 1-1,1-1 0,1 6 0,3 4-4,-3-9 12,0 1 0,0-1 0,0 1-1,0 7 1,0-5 29,-1-1 1,2 1-1,-1-1 0,1 0 1,0 1-1,0-1 0,1 0 0,0 0 1,0 0-1,1-1 0,8 13 1,-5-10-12,1 0 1,-1 0 0,2 0 0,-1-1 0,1 0 0,20 13-1,-23-19-23,-1 1-1,1-1 1,0 0-1,0 0 0,1 0 1,-1-1-1,0 0 0,0 0 1,1-1-1,-1 0 1,0 0-1,12-2 0,6-1-171,42-12 0,-64 14 171,29-9-240,-1-2 0,0-1 0,-1-2-1,51-32 1,-46 25 69,31-27-1,-48 35 121,-1-1 0,-1 0 0,23-29 0,-26 27 54,54-81 58,-29 24 397,-21 37-152,-11 28-123,-1-1 0,-1 1-1,0-1 1,0 0 0,-1-1 0,0 1 0,-1 0 0,0-21-1,-1-29 2101,0 59-2227,0 1 0,-1-1 0,1 1 0,0-1 0,-1 1 0,1 0 0,-1-1-1,1 1 1,-1-1 0,1 1 0,-1 0 0,1-1 0,-1 1 0,1 0 0,-1 0 0,1 0 0,-1-1 0,1 1 0,-1 0 0,0 0 0,1 0 0,-1 0 0,1 0 0,-2 0 0,-11 10 222,-19 16 1,2 0-192,11-9 6,1 1 0,-33 42-1,38-41-94,0 1 1,-10 21-1,19-33 14,-21 48 35,18-45 3,0 0 0,1 1 0,0 0 0,1 0 1,-5 17-1,0 14 120,6-31-133,1 0 0,1 1 0,-2 25 1,4-35-22,0 1 0,0 0 1,1 0-1,0-1 0,0 1 1,1 4-1,0-5-25,-1 0 0,-1 0 0,1 0 0,0 0-1,-1 0 1,1 4 0,-1-6 12,0 1-1,0-1 0,0 1 1,0-1-1,1 1 1,-1-1-1,1 1 1,-1-1-1,1 1 0,0-1 1,-1 0-1,1 1 1,0-1-1,0 0 1,0 0-1,0 1 0,0-1 1,0 0-1,2 1 1,2 2 1,0-1 1,0 0 0,10 4-1,7 4 117,-18-9-185,1 0 0,-1 0 1,1 0-1,0-1 0,0 0 1,0 0-1,0 0 1,0 0-1,0-1 0,0 0 1,0 0-1,0 0 0,0-1 1,0 1-1,5-2 1,1-1-190,-1 0 1,0 0-1,0-1 1,0 0-1,18-11 1,-9 2-155,-1 0 1,23-23-1,6-5-34,-11 8 250,-2-1 1,58-75-1,-80 94 193,18-21 10,-15 19 117,0-1 0,-2 0 0,22-37 0,-23 31 122,-4 8 232,12-30 0,-18 41-342,-1 0-1,0 0 1,0 0-1,0 1 0,0-1 1,-1 0-1,0 0 0,0 0 1,-1 0-1,1 0 1,-2-6-1,-1 0 117,1 7-96,1 1 0,0-1 0,0 0 1,1 1-1,-1-1 0,1-6 0,0-14 480,0 24-606,-1-1 0,1 1 1,0-1-1,0 1 0,-1-1 0,1 1 0,0 0 0,-1-1 0,1 1 0,0-1 0,-1 1 1,1 0-1,0-1 0,-1 1 0,1 0 0,-1 0 0,1-1 0,-1 1 0,1 0 0,-1 0 1,1 0-1,-1-1 0,1 1 0,-1 0 0,1 0 0,-1 0 0,1 0 0,-1 0 0,0 0 1,-39 27 134,23-12-133,2 1 1,0 1-1,0 0 1,2 1-1,-13 22 1,-7 9 58,21-29-32,-19 42 0,21-42-26,-31 90 115,25-63-105,10-27-11,-4 22 0,6-26-10,3-10-3,0 1-1,0 0 1,1-1 0,0 10 0,0-13-7,0 0 1,1 0-1,-1 0 0,1 0 1,-1 0-1,1 0 1,0 0-1,1 0 1,-1 0-1,0 0 1,3 3-1,25 23 37,-14-16-63,-13-11 24,0-1-1,0 1 1,0-1-1,0 0 1,0 0-1,0 0 1,1 0-1,-1 0 1,0-1-1,1 1 1,-1-1-1,4 1 1,32-1-15,-22 0-52,-8 0-32,0-1 1,0 0-1,0 0 0,0-1 1,0 0-1,12-5 1,2-1-311,9-3-1609,-1-2 1,0-1 0,44-29-1,-63 36 534,0-1-1,0 0 1,-1 0 0,0-1-1,12-13 1,-9 2-1766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1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41 262 812,'0'0'83,"-1"0"-1,1 0 1,0-1 0,-1 1 0,1 0-1,0 0 1,-1 0 0,1 0-1,0 0 1,-1 0 0,1 0 0,0 0-1,-1 0 1,1 0 0,0 0-1,-1 1 1,1-1 0,0 0 0,-1 0-1,1 0 1,0 0 0,-1 0-1,1 1 1,0-1 0,0 0-1,-1 0 1,1 0 0,0 1 0,0-1-1,-1 0 1,1 1 0,0-1-1,0 0 1,0 0 0,0 1 0,-1-1-1,1 0 1,0 1 0,0 0-1,-17 4 3845,14-3-3841,1-1 1479,-5 1-829,10-3 393,12 0 120,-12 1-1088,0 0 0,0 1 0,0-1 0,0 1-1,0 0 1,0 0 0,2 2 0,13 2 343,8-2-15,1-2 0,52-5-1,41-10-334,123-32-1,-178 32-146,131-33-29,-18-1 21,41-21 25,-185 60-9,-22 7-11,-1-1 0,0 0 0,-1-1 0,1 0 0,10-6 1,-19 9-10,-1 0 2,0 0 0,-1 1 0,1-1 0,0 1 0,-1-1 0,1 1 0,0-1 0,0 1 0,0 0 1,0 0-1,-1-1 0,1 1 0,0 0 0,0 0 0,0 0 0,0 0 0,0 0 0,0 0 0,0 0 0,0 0 0,-1 0 0,1 0 0,0 0 0,1 1 0,6 2-1,-6-5-15,-4-6-59,1 8 63,-1 0-303,-1-1 1,0 1-1,0-1 1,0 1-1,0 0 1,-3 1-1,-2-1-289,-14 7-3521,-11-7-2207,22 0 3691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1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0 1932,'0'0'4957,"-2"2"-4133,1-2-808,0 0 46,1 1-1,-1-1 1,1 0-1,-1 1 1,1-1-1,-1 0 0,1 1 1,-1-1-1,1 1 1,0-1-1,-1 0 0,1 1 1,0-1-1,-1 1 1,1-1-1,0 1 1,0-1-1,-1 1 0,1 0 1,0-1-1,0 1 1,0-1-1,0 1 0,0 0 1,-1 2 101,0-1 0,0 1 0,0-1 0,0 0 0,-1 0 0,1 1 0,-1-1 0,-2 3 0,-3 4 376,-18 41 2111,11-29-1604,12-18-902,0-1 0,0 1-1,0 0 1,0 0 0,0 1 0,-2 5-1,3-4 29,0 0-1,0 0 1,-1 1-1,0-1 0,0 0 1,-1-1-1,1 1 1,-1 0-1,0-1 0,0 1 1,-1-1-1,-5 6 1,-2-2 93,8-6-152,-1 1-1,1-1 0,0 1 1,0 0-1,0 0 1,0 0-1,-4 6 0,4-3 55,2-5-149,1 0 1,0 0-1,-1 0 1,1 0-1,0-1 1,-1 1-1,1 0 1,-1 0-1,1-1 1,-1 1-1,0 0 1,1-1-1,-1 1 1,0 0-1,1-1 1,-2 1-1,-12 13 261,14-13-265,-1 0 0,0 0 0,1 0-1,-1 0 1,0 0 0,0 0 0,1-1 0,-1 1 0,0 0-1,0 0 1,0-1 0,0 1 0,0-1 0,0 1-1,0-1 1,0 1 0,0-1 0,-1 1 0,0-1 42,2 0-53,0 0 1,0 0-1,0 0 0,0 0 0,0 0 0,0 0 0,1 0 1,-1 0-1,0 0 0,0 0 0,0 0 0,0 0 1,0 0-1,0 0 0,0 0 0,0 0 0,0 0 0,1 0 1,-1 0-1,0 0 0,0 0 0,0 0 0,0 0 1,0 0-1,0 0 0,0 0 0,0 0 0,0 1 0,0-1 1,0 0-1,0 0 0,0 0 0,0 0 0,0 0 1,1 0-1,-1 0 0,0 0 0,0 0 0,0 1 0,0-1 1,0 0-1,0 0 0,0 0 0,6-2-5,-6 2 1,0 0 1,0 0 0,0 0 0,0 0-1,1 0 1,-1 0 0,0 0 0,0 0 0,0-1-1,0 1 1,0 0 0,0 0 0,0 0-1,0 0 1,0 0 0,0 0 0,0 0-1,1 0 1,-1 0 0,0 0 0,0 0 0,0 0-1,0 0 1,0-1 0,0 1 0,0 0-1,0 0 1,0 0 0,0 0 0,0 0-1,0 0 1,0 0 0,0 0 0,0-1 0,0 1-1,0 0 1,0 0 0,0 0 0,0 0-1,0 0 1,0 0 0,0 0 0,0 0 0,0 0-1,0-1 1,0 1-15,0 0 0,0 0-1,0 0 1,0 0 0,0 0 0,-1 0-1,1 0 1,0-1 0,0 1 0,0 0 0,0 0-1,0 0 1,0 0 0,0 0 0,0 0-1,0 0 1,0 0 0,1-1 0,-1 1 0,0 0-1,0 0 1,0 0 0,0 0 0,0 0-1,0 0 1,0 0 0,0 0 0,0 0 0,0 0-1,0-1 1,0 1 0,0 0 0,0 0-1,0 0 1,1 0 0,-1 0 0,0 0 0,0 0-1,0 0 1,0 0 0,0 0 0,0 0-1,0 0 1,0 0 0,1 0 0,4-4-1354,0 0 1,-1 0-1,1 0 0,-1 0 1,0-1-1,0 1 0,5-8 1,-5-3-2187,5-5-33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78 1684,'0'-34'6910,"0"33"-6254,1 1-573,-1 0 1,0 0 0,0-1 0,0 1 0,0 0-1,0 0 1,0-1 0,0 1 0,0 0 0,0 0-1,0 0 1,0-1 0,0 1 0,0 0 0,0 0-1,0-1 1,0 1 0,0 0 0,0 0-1,-1 0 1,1-1 0,0 1 0,0 0 0,0 0-1,0 0 1,0-1 0,0 1 0,-1 0 0,1 0-1,0 0 1,0-1 0,-1 1-106,0 0 44,1 0 0,0 0 0,0 0-1,-1 0 1,1 0 0,0 0 0,0 0 0,-1 0-1,1 0 1,0 0 0,0 0 0,-1 0 0,1 0-1,0 0 1,0 0 0,-1 0 0,1 1 0,0-1-1,0 0 1,-1 0 0,1 0 0,0 0 0,0 0-1,-1 1 1,1-1 0,0 0 0,0 0 0,0 0-1,0 1 1,-1-1 0,1 0 0,0 0 0,0 0-1,0 1 1,0-1 0,0 0 0,0 0 0,0 1-1,0-1 1,0 0 0,-1 1 0,1-1 0,0 1 100,0 7-65,0 4-38,0-11-14,2-1 2,-1 0-7,-1 0 0,1 0 1,-1 0 0,0 0 0,0 0-1,1 0 1,-1 0 0,0 0 0,1 0 0,-1 0-1,0 0 1,0 0 0,1 0 0,-1 0 0,0 0-1,0 0 1,1 0 0,-1 0 0,0 0 0,0-1-1,1 1 1,-1 0 0,0 0 0,0 0-1,0 0 1,1 0 0,-1-1 0,0 1 0,0 0-1,0 0 1,0-1 0,1 1 0,-1 0 0,0 0-1,0 0 1,0-1 0,0 1 0,0 0 0,0 0-1,0-1 1,0 1 0,0 0 0,0-1 0,0 0 18,0 0-15,0 1 0,0-1 1,0 0-1,0 0 0,0 1 1,0-1-1,0 0 0,0 1 0,0-1 1,0 0-1,1 0 0,-1 1 0,0-1 1,0 0-1,1 1 0,-1-2 1,1 2 7,6-7 6,-6-8 377,0 9 10,-3-1 1475,-3 6-1615,10 1 1339,-19-7-1574,11 7-21,1 1 10,7-1-316,7 0 684,-12 0-531,0 0 0,0 0 1,1 1-1,-1-1 0,0 0 0,0 0 0,0 0 0,1 0 0,-1 0 1,0 1-1,0-1 0,0 0 0,0 0 0,1 0 0,-1 1 0,0-1 0,0 0 1,0 0-1,0 0 0,0 1 0,0-1 0,0 0 0,0 0 0,0 1 1,0-1-1,0 0 0,0 1 0,9 5-4150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3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56 2928,'-2'0'2376,"2"0"-2188,-1 0 0,1 0-1,0 0 1,-1 0-1,1 0 1,0 0-1,-1 0 1,1 0-1,0 0 1,-1 0 0,1 1-1,0-1 1,-1 0-1,1 0 1,0 0-1,-1 1 1,1-1-1,0 0 1,-1 0-1,1 1 1,0-1 0,0 0-1,-1 0 1,1 1-1,0-1 1,0 0-1,0 1 1,0-1-1,-1 0 1,1 1 0,0-1-1,0 1 1,0 17 2035,0-16-2033,0 1 0,0-1-1,0 1 1,0-1 0,0 1-1,-1-1 1,0 4 0,-2 1 113,2-6-230,0 1 1,0 0-1,1-1 1,-1 1-1,1 0 0,-1-1 1,1 1-1,0 0 1,-1 0-1,1 2 0,-1 1 53,0 0-1,0 0 1,-1 0-1,1 0 0,-1-1 1,0 1-1,-1-1 1,1 1-1,-1-1 0,0 0 1,-5 7-1,-7 10 259,-29 52 364,34-53-631,-2 2-27,-8 13-23,16-23-49,-4-8 18,6-3 4,5-3-6,-2 2-32,-1 0 0,1-1 0,-1 1 0,1 0 0,-1 0 0,1 0 0,-1 0 0,1 0 0,0 0 1,-1-1-1,1 1 0,-1 0 0,0 0 0,1-1 0,-1 1 0,1-1 0,-1 0-11,1 0 1,-1-1-1,0 1 0,1 0 0,-1 0 0,1-1 1,-1 1-1,1 0 0,0 0 0,-1 0 0,1 0 1,0 0-1,0 0 0,0 0 0,1-2 1,9-10-25,35-42 31,60-94 226,-78 115-228,-20 25 11,13-19 0,-18 23-5,-2 3-1,0 0 0,1 0 0,-1 0 0,1 0 0,-1 0 0,1 0 0,0 1 0,0-1 0,3-2 0,7-7-3,-5 6-21,-7 5 22,0-1 0,0 1 0,0 0 1,0 0-1,1 0 0,-1 0 1,0 0-1,0 0 0,0 0 0,0 0 1,0 0-1,0 0 0,0 0 1,0 0-1,0 0 0,0 0 0,0 0 1,0 0-1,0 0 0,0 0 1,1 0-1,-1 0 0,0 0 0,0 0 1,0 0-1,0 0 0,0 0 0,0 0 1,0 0-1,0 0 0,0 0 1,0 0-1,0 0 0,0 0 0,0 0 1,0 0-1,0 0 0,1 0 1,-1 0-1,0 0 0,0 0 0,0 0 1,0 1-1,0-1 0,0 0 1,0 0-1,0 0 0,0 0 0,0 0 1,0 0-1,0 0 0,0 0 1,0 0-1,0 0 0,0 0 0,0 0 1,0 0-1,0 0 0,0 1 0,0-1 1,0 0-1,0 0 0,0 0 1,0 0-1,0 0 0,0 1-1,-1-1 0,1 1 0,-1 0 0,1-1 0,-1 1 0,0-1 1,1 1-1,-1-1 0,1 1 0,-1-1 0,0 1 0,-1 0 0,2-1 0,-4 15-13,-14 32 7,17-45 9,1 0 0,-1 0 0,1 0 0,-1 0 1,1 0-1,0 0 0,0 3 0,-1 10 3,-1-8-1,-1-1-1,1 0 0,-1 0 1,-7 10-1,7-13-1,1 1 1,-1 0-1,1 1 0,0-1 0,0 0 1,0 1-1,1-1 0,-1 1 0,1-1 1,-1 9-1,2-9-1,-1 0 1,1 0 0,-1 0-1,0 0 1,-2 4 0,2-4-1,0 0 1,0-1-1,0 1 0,1 0 1,-1 3-1,1-2 4,0-1-1,0 1 0,1-1 0,0 0 1,0 1-1,0-1 0,0 0 0,0 1 1,1-1-1,2 4 0,-3-6-30,0 0-1,1-1 1,-1 1-1,0 0 1,1-1-1,0 1 1,-1-1-1,1 1 1,0-1 0,0 0-1,0 0 1,0 0-1,0 0 1,0 0-1,0 0 1,0 0-1,0-1 1,0 1-1,0-1 1,0 1-1,1-1 1,-1 0 0,3 0-1,28-3-786,1-2-1,47-13 0,-68 15 693,228-64-1912,-208 56 1639,0-2 0,48-26 0,-60 27 390,-1-1 0,-1 0 0,0-1 0,28-28 0,-43 37 148,0 1 0,0-1 0,-1 0 0,0 0 0,0-1 0,3-6 0,0-1 358,-5 12-466,-1 1-1,0 0 1,0-1 0,1 1 0,-1-1 0,0 0 0,0 1 0,0-1 0,0 1 0,0-1 0,1 1-1,-1-1 1,0 1 0,0-1 0,0 1 0,-1-1 0,1 0 0,0 1 0,0-1 0,0 1 0,0-1 0,0 1-1,-1-1 1,1 1 0,0-1 0,0 1 0,-1-1 0,1 1 0,0 0 0,-1-1 0,1 1 0,0-1-1,-1 1 1,0-1 0,0 1 1,1-1-1,-1 1 1,1-1 0,0 1-1,-1-1 1,1 1-1,-1-1 1,1 1 0,0-1-1,-1 0 1,1 1-1,0-1 1,0 1-1,0-1 1,-1 0 0,1 1-1,0-2 1,0 1-10,0 0-1,-1 1 1,1-1 0,0 0 0,0 0 0,-1 0-1,1 0 1,-1 0 0,1 0 0,-1 1 0,1-1-1,-1 0 1,0 0 0,1 1 0,-1-1 0,0 0-1,1 1 1,-1-1 0,0 1 0,0-1 0,0 1-1,0-1 1,1 1 0,-1 0 0,0-1 0,0 1-1,0 0 1,0 0 0,0 0 0,0-1 0,-1 1-1,-6-1 77,1 1 0,-15 0 0,15 0-58,-2 0-13,0 0-1,0 1 0,0 0 1,0 1-1,0-1 1,0 2-1,0-1 0,0 2 1,1-1-1,0 1 1,-14 8-1,2 2 4,-26 21 1,43-32-30,0 0 0,0 0 1,1 0-1,-1 1 0,1-1 0,-4 7 1,-7 9 1,12-17-7,0-1 1,1 0 0,-1 1 0,0-1 0,0 1-1,0-1 1,1 1 0,-1-1 0,1 1-1,-1-1 1,1 1 0,0 0 0,0-1 0,0 1-1,0 1 1,0 0-1,-1 0-1,1-1 1,0 1-1,-1-1 1,1 1-1,-2 3 1,-2 1-9,4-7 8,-1 1 0,1 0 0,-1 0 0,1 0 0,-1 0 0,1 0 0,-1-1 0,1 1 0,0 0 0,0 0 0,-1 0 0,1 0 0,0 0 0,0 0 0,0 0 1,0 0-1,0 0 0,0 0 0,1 0 0,-1 2 0,1 0-7,1 0 1,-1 0-1,1 1 0,0-1 1,-1 0-1,1-1 1,1 1-1,-1 0 1,0 0-1,1-1 1,-1 0-1,1 1 1,0-1-1,-1 0 1,1 0-1,0 0 0,1-1 1,-1 1-1,0-1 1,0 0-1,1 0 1,-1 0-1,0 0 1,1 0-1,6 0 1,-3-1-64,1-1 0,0 0 0,0 0 0,0 0 0,0-1 0,-1 0 1,11-5-1,0-1-158,28-19 1,-40 23 230,0 0 18,-1 0-1,1 0 1,-1-1 0,-1 1-1,1-1 1,-1 0 0,1 0-1,-1-1 1,-1 1 0,5-10-1,-7 13 65,0 0 0,-1-1-1,1 1 1,-1-1 0,1 1-1,-1 0 1,0-1 0,0 1-1,0-1 1,0 1 0,-1-3 0,0-7 1466,1 11-1532,0 1 0,0 0 0,0 0-1,0-1 1,0 1 0,0 0 0,0 0 0,0-1 0,0 1 0,0 0-1,-1 0 1,1-1 0,0 1 0,0 0 0,0 0 0,0-1-1,0 1 1,-1 0 0,1 0 0,0 0 0,0-1 0,0 1-1,-1 0 1,1 0 0,0 0 0,0 0 0,-1 0 0,1 0-1,0-1 1,0 1 0,-1 0 0,1 0 0,0 0 0,-13 2 495,10-2-483,1 1-1,0 0 0,-1 0 1,1 0-1,0 0 0,0 0 1,0 1-1,0-1 0,-2 3 1,-2 5 6,6-8-34,0-1 0,-1 1-1,1 0 1,-1 0 0,1-1 0,-1 1-1,1 0 1,-1-1 0,1 1-1,-1 0 1,0-1 0,1 1 0,-3 0-1,0 1 9,-1 1 0,1-1 0,0 1 0,0-1 0,0 1 0,0 0 0,0 1 0,0-1 0,1 0 0,-1 1 0,1-1 0,0 1 0,-3 7 0,-18 29 94,0-4-16,-30 65 42,42-79-97,-11 26-1,0 1 1,13-31-21,-9 18 21,-19 54-1,29-64-26,1-2 3,-12 28 1,-69 134 19,66-137-28,-11 24 1,-7 6 4,36-69-2,2-5 2,-1 0 0,1 0 0,-1-1 0,0 1 0,0-1 0,-1 0 0,1 1 0,-5 2 0,7-6-3,0 0 0,0 0 0,-1 0 0,1 0 0,0-1 0,0 1 0,-1-1 0,1 1 0,0-1 0,-1 1 0,1-1 0,0 0 0,-1 0 0,1 1 0,0-1 0,-1 0 0,1 0 0,0 0 0,-1-1 0,1 1 0,-1 0 0,1 0 0,0-1 0,-1 1 0,1-1 0,0 1 0,0-1 0,-1 0 0,1 1 0,0-1 0,0 0 0,0 0 0,0 0 0,0 0 0,-1-1 0,0 0 1,0 0 0,1-1-1,-1 1 1,1-1 0,0 1 0,0-1-1,0 1 1,0-1 0,0 0-1,-1-4 1,-5-16 9,2 10-12,1 0 0,1 0 0,-3-21 0,4 25-4,0-9-24,1 0 1,1-25-1,1 14-34,-1 10-63,2 1 0,6-33-1,-5 34-17,6-16-200,-7 26 163,0-1 0,0 0 0,0 1 0,-1-1 0,1-9 0,-1 9-328,0-1-1,1 1 1,0 0 0,0 1 0,1-1 0,0 0-1,0 1 1,1-1 0,8-11 0,-1-1-1315,-7 13 884,1 0 1,0 0-1,0 0 1,1 1-1,-1 0 1,2 0-1,11-9 1,4 0-2165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3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76 2776,'-88'0'6957,"57"-7"-3482,29 7-2633,2 1-823,0-1 0,0 0 0,-1 0 0,1 0 0,0 1 0,0-1 0,0 0 0,0 0 0,0 0 0,0 0 0,0 1 0,0-1 0,0 0 0,0 0 0,0 0 0,0 1 0,0-1 0,1 0 0,-1 0 0,0 0 0,0 0 0,0 1 0,0-1 0,0 0 0,0 0 0,0 0 0,0 0 0,1 0 0,-1 1 0,0-1 0,0 0 0,0 0 0,1 0 0,19 2 636,-7 2-359,0-1 0,1-1-1,0 0 1,-1-1 0,28-1 0,148-12 264,83-9-596,-147 6 14,-54 3 66,-23 3 6,3 4-41,-50 5-8,1-1 0,-1 1-1,0 0 1,0 0 0,1 0 0,-1-1 0,0 1 0,0-1-1,1 1 1,1-2 0,5 0-3,-6 2 12,-1 0-2,7 0-8,-94 0-11126,75-1 8844,0-5-274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4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44 160,'-2'-2'449,"-1"1"1,1 0-1,-1 0 0,1 0 1,-1 0-1,-3-1 1,4 2-279,0-1 0,0 1 1,0-1-1,1 1 1,-1-1-1,0 0 1,1 0-1,-1 1 1,1-1-1,-1-1 1,-2-1-1,-20-14 1947,17 14-1529,-2 0 2725,16 4-2567,50 3-667,0 1-1,104 25 0,-117-21-59,-25-5-17,1 0 0,-1 2-1,0 0 1,-1 0 0,30 17 0,-48-23-3,1 0 0,0 0 0,-1 1-1,1-1 1,-1 0 0,1 1 0,0-1 0,-1 1 0,1-1 0,-1 1 0,1-1 0,-1 1 0,1-1 0,-1 1-1,0-1 1,1 1 0,-1 0 0,0-1 0,1 1 0,-1 0 0,0-1 0,1 2 0,4 4-13,1-3 10,-6-2 3,0-1 0,0 0 0,0 0 0,0 0 0,0 0 0,0 0 0,0 0 0,0 1 0,0-1 0,0 0 0,0 0 0,0 0 0,0 0 0,0 0 0,0 0 0,0 1 0,0-1 0,0 0 0,0 0 0,0 0 1,0 0-1,0 0 0,0 0 0,0 0 0,0 1 0,0-1 0,0 0 0,-1 0 0,1 0 0,0 0 0,0 0 0,0 0 0,0 0 0,0 0 0,0 0 0,0 1 0,0-1 0,-1 0 0,1 0 0,0 0 0,0 0 0,-20 14 53,12-8-18,0 0 0,0 0-1,-10 4 1,7-5 0,0 1 0,-19 13 0,-8 5-11,11-13-10,18-7-13,-1 0-1,1 0 1,0 1 0,-13 9-1,-48 34-677,57-38-380,-19 10-1,13-8-714,-1-4-2537,18-3 1643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4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188 110 1264,'-4'-1'484,"0"-1"-1,0 1 1,0 0 0,0 0 0,0 0-1,0 1 1,0-1 0,-1 1-1,1 0 1,-7 1 0,-1-1 111,6 1-301,0-1 0,1 1 1,-1 0-1,-6 2 0,3-1-48,7-1-181,-1 0-1,1 0 1,0 0-1,0 0 1,0 0-1,0 1 1,0-1-1,1 1 1,-1-1-1,0 1 1,1-1-1,-3 4 1,-4 3 231,-14 25 595,21-32-864,0 1-1,0-1 1,0 0-1,0 1 1,0-1-1,0 1 1,0-1-1,1 1 1,-1-1-1,1 1 1,-1 0-1,1-1 1,0 1-1,-1 0 1,1 3-1,0-3 4,0 0 0,-1 1 0,1-1 0,-1 0 0,0 1 1,1-1-1,-3 4 0,2-5-17,1 1 1,-1-1-1,0 1 1,1-1-1,-1 1 1,1 0-1,-1-1 1,1 1-1,0 0 0,0-1 1,0 1-1,0 0 1,0-1-1,0 1 1,0 0-1,0-1 1,1 1-1,0 2 1,3 7 60,-2-5-45,0-1 1,1 1-1,-1 0 1,1-1-1,0 1 1,0-1-1,1 0 1,0 0-1,0 0 1,6 5-1,-1-3-25,0-1 0,0 0 0,1-1 0,0 0-1,18 6 1,-24-10-29,1 0-1,-1-1 0,0 1 1,1-1-1,-1 0 0,8-1 1,5 0-275,-16 1 245,1 0-1,-1 0 0,0 0 0,1 0 0,-1-1 0,1 1 0,-1-1 0,0 1 0,1-1 0,-1 1 1,0-1-1,0 0 0,1 0 0,-1 1 0,0-1 0,0 0 0,0 0 0,0 0 0,0 0 0,0 0 1,0-1-1,-1 1 0,1 0 0,0 0 0,-1 0 0,1-1 0,-1 1 0,1 0 0,-1-1 1,1 1-1,-1-1 0,0 1 0,0-2 0,1 0-14,-1-1-1,0 1 1,0-1-1,0 1 1,0-1-1,-1 1 1,1 0 0,-1-1-1,0 1 1,0-1-1,0 1 1,-1 0 0,-2-5-1,-60-86-145,45 64 273,-8-10 252,14 26-119,10 11-112,0 0 0,0 0 0,0-1 0,-3-4 0,3 1 40,2 6-103,1 0 0,0 0 0,0 0 0,-1 1 0,1-1 0,-1 0 0,1 0 0,-1 1 0,1-1 0,-1 0 0,1 1 0,-1-1 0,0 1 0,0-2 0,1 2-10,-1 0 1,1 0-1,0 0 0,0 0 1,0-1-1,0 1 0,0 0 1,-1 0-1,1 0 0,0 0 1,0-1-1,0 1 0,0 0 1,0 0-1,0 0 1,0-1-1,0 1 0,0 0 1,0 0-1,0-1 0,0 1 1,0 0-1,0 0 0,0 0 1,0-1-1,0 1 0,0 0 1,0 0-1,0-1 0,0 1 1,0 0-1,0 0 1,0 0-1,0-1 0,0 1 1,1 0-1,-1 0 0,0 0 1,0 0-1,0-1 0,0 1 1,0 0-1,1 0 0,-1 0 1,0 0-1,13-8 63,47-3-234,30 4-467,42-2-393,-35 3 648,-9-1 412,-54 0 781,-33 7-773,0 0-1,0 0 1,-1 0 0,1 0 0,0 0 0,-1 0 0,1 0-1,0-1 1,0 1 0,-1 0 0,1-1 0,0 1-1,0-1 1,0 0 96,0 1-1,-1 0 1,1-1 0,-1 1-1,1 0 1,0-1-1,0 1 1,-1 0-1,1 0 1,0 0 0,-1 0-1,1 0 1,1-1-1,-2 30 3776,0-25-3694,0 0 0,0 0 1,-1 0-1,1 0 1,-1 0-1,0 0 0,0 0 1,-1 0-1,1-1 0,-3 5 1,2-3-16,0 1 0,0-1 0,0 1 0,-2 9 1,-6 19 470,-24 66 318,22-77-837,7-13-59,0 1 1,-5 15 0,4-6 60,-19 35 0,3-7-1,9-15-24,-30 52 0,26-58-91,-30 60 34,4-5-19,7-13-36,28-45-15,7-20-7,0-1 0,0 0 0,0 1 0,-1-1 1,1 0-1,-1 1 0,-3 4 0,2-4-1,2-3 2,0-1-1,1 1 1,-1 0 0,0 0-1,1 0 1,-1-1 0,1 1-1,-1 0 1,1 0 0,-1 0 0,1 0-1,0 0 1,-1 0 0,1 0-1,0 0 1,0 2 0,0-3-4,0 1 0,0-1 0,0 0 0,0 0 1,0 1-1,0-1 0,0 0 0,0 0 0,0 1 0,-1-1 1,1 0-1,0 1 0,0-1 0,0 0 0,0 0 0,0 1 1,-1-1-1,1 0 0,0 0 0,0 0 0,0 1 1,-1-1-1,1 0 0,0 0 0,0 0 0,-1 0 0,1 0 1,0 1-1,0-1 0,-1 0 0,1 0 0,0 0 0,0 0 1,-1 0-1,1 0 0,0 0 0,-1 0 0,1 0 1,0 0-1,0 0 0,-1 0 0,1 0 0,-1 0 0,1 0-11,-2 0-95,-9-1 12,5-2 103,1 1-1,-1-1 0,1-1 0,-7-4 1,4 3 51,4 2-83,1 0 0,-1 0 0,1 0-1,0 0 1,0 0 0,0 0 0,0-1-1,-3-5 1,-10-12-337,7 12 157,6 6 92,0 0 0,0 0 0,0-1 0,0 1 0,1 0 0,-3-5 0,-8-14-741,9 16 359,0 0 0,1-1-1,-1 1 1,1-1-1,0 0 1,1 0-1,0 0 1,0 0-1,-2-14 1,-3-14-3101,14 1-924,-7 21 1761,0-1-76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5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132 104 2700,'-11'-15'3604,"-22"-20"0,32 34-3442,0 0 0,1 0 0,-1 0 1,0 0-1,0 0 0,0 0 0,0 0 0,1-1 0,-1 1 0,1 0 0,-1 0 0,1-1 0,-1 1 0,1 0 0,0-1 1,0 1-1,0-1 0,-1 1 0,1-2 0,0 3-106,0-1 1,0 1 0,0-1-1,0 1 1,-1-1 0,1 1-1,0-1 1,0 1-1,-1 0 1,1-1 0,0 1-1,-1 0 1,1-1 0,-1 1-1,1 0 1,0-1-1,-1 1 1,0 0 0,1 0-43,0 0-1,0 0 1,0 0 0,-1 0 0,1 0 0,0-1 0,0 1 0,0 0 0,0 0 0,0 0 0,0 0 0,-1 0 0,1 0 0,0 0 0,0 0-1,0 0 1,0 0 0,0 0 0,0 0 0,0 0 0,-1-1 0,1 1 0,0 0 0,0 0 0,0 0 0,0 0 0,0 0 0,0 0 0,0-1-1,0 1 1,0 0 0,0 0 0,0 0 0,0 0 0,0 0 0,0-1 0,0 1 0,0 0 0,0 0 0,0 0 0,0 0 0,0 0 0,0 0 0,0-1-1,0 1 1,0 0 0,0 0 0,0 0 0,0 0 0,0-1 0,5-1 62,0 0 0,-1 0 1,1 0-1,0 0 0,0 1 0,0 0 0,0 0 0,0 0 1,0 1-1,0-1 0,7 2 0,32 0-85,64 12-1,-95-10 7,0 0-1,0 0 0,-1 1 1,1 1-1,-1 0 0,22 12 0,-14-1-14,-18-15 18,-1 0-1,0 0 0,0 0 1,0 0-1,0 0 1,0 0-1,-1 0 1,1 0-1,0 1 1,0-1-1,-1 0 0,1 0 1,-1 1-1,1 1 1,-1-2-1,0 0 1,0 0-1,0 0 0,1 0 1,-1 0-1,0 0 0,1 0 1,-1-1-1,0 1 1,1 0-1,-1 0 0,1 0 1,-1 0-1,2 1 0,1 2 1,-3-3 0,1-1 0,-1 0 0,0 1 0,0-1 0,0 0 0,0 1 0,0-1 1,0 0-1,0 1 0,1-1 0,-1 0 0,0 1 0,0-1 0,0 0 0,0 1 0,-1-1 0,1 0 0,0 1 1,0-1-1,0 0 0,0 1 0,0-1 0,0 0 0,0 1 0,-1-1 0,1 0 0,0 1 0,0-1 1,-1 0-1,1 0 0,0 1 0,0-1 0,-1 0 0,1 0 0,0 1 0,-1-1 0,1 0 1,-1 1-1,1-1 1,-1 1 0,1-1-1,-1 1 1,1-1-1,0 0 1,-1 1 0,1 0-1,0-1 1,-1 1-1,1-1 1,0 1 0,0-1-1,0 1 1,-1 0-1,1-1 1,0 1 0,0 0-1,-1 1 1,1 0 0,-1 0 0,0 0 0,0 0 0,0 0 0,0 0 0,0 0 0,0 0 0,-1-1 0,1 1 0,-1 0 0,1-1 0,-1 1 0,1-1-1,-1 0 1,-3 2 0,-4 5 9,2-3-6,0 0-1,-1 0 1,1-1-1,-1 0 1,0-1 0,0 0-1,-14 4 1,0 1 4,-51 13 6,50-15-83,0 1 1,-25 11 0,-9 3-1106,17-6-895,30-11 1337,10-3 527,-1-1 1,0 1-1,0-1 1,0 1-1,0-1 0,0 1 1,0-1-1,0 0 0,0 1 1,0-1-1,0 0 1,0 0-1,0 0 0,0 0 1,0 0-1,0 0 0,0 0 1,0 0-1,0 0 1,0 0-1,-2-1 0,3 1 114,0-1-1,0 1 1,0 0-1,0 0 1,-1 0-1,1 0 1,0-1-1,0 1 1,0 0-1,0 0 1,0 0-1,0 0 1,0-1-1,0 1 1,0 0-1,-1 0 1,1 0-1,0-1 1,0 1-1,0 0 1,0 0-1,0-1 1,0 1-1,0 0 1,0 0-1,0 0 1,1-1-1,-1 1 1,0 0-1,0 0 1,0 0-1,0-1 1,0 1-1,0 0 1,0 0-1,0 0 1,1 0-1,-1-1 1,0 1-1,0 0 1,0 0-1,10-7-2608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5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62 1080,'8'-10'2373,"-5"8"-1900,-1-1 0,0 1 0,1 0 0,-1-1 0,0 0 0,-1 1 0,1-1 0,0 0 1,-1 0-1,0 0 0,1 0 0,-1-3 0,0 5-361,-1 1 0,0-1 0,0 1-1,0-1 1,0 0 0,0 1 0,0-1 0,1 1 0,-1-1 0,0 1 0,1-1 0,-1 1 0,0-1-1,1 1 1,-1-1 0,0 1 0,7-5 5928,-18 6-4629,11 1-1322,0 0-1,0 0 0,-1 0 1,1 0-1,-1 0 0,0 0 1,1-1-1,-1 1 0,-2 3 1,-2 6 176,-17 29 336,2-3-194,12-22-272,-1 0 1,-10 14-1,10-16-63,0 0 0,1 1 0,-7 16 0,10-19-13,0-1 1,-7 11 0,5-11-10,2 0 0,-5 11-1,2-5 26,-14 25 0,-3 4 7,5-10-42,15-28-16,0 0 0,1 0 0,-4 12 0,7-17-21,0 4 0,-1 0 0,0-1 1,0 1-1,-1-1 0,0 1 0,-5 7 1,7-10-18,0-1 0,0 0 0,1 0 0,0 0 0,-1 1 0,1-1 0,0 0 0,0 1 0,0-1 0,0 0 0,0 0 0,1 3 0,0 6-1298,-1-11 1271,0 0 0,0 0 1,0 0-1,0 0 0,0 0 1,0 1-1,0-1 0,0 0 1,0 0-1,0 0 0,0 0 1,0 0-1,0 0 1,0 0-1,0 1 0,0-1 1,0 0-1,0 0 0,0 0 1,0 0-1,0 0 0,0 0 1,0 0-1,0 1 0,-1-1 1,1 0-1,0 0 1,0 0-1,0 0 0,0 0 1,0 0-1,0 0 0,0 0 1,0 0-1,0 0 0,-1 0 1,1 0-1,0 0 0,0 0 1,0 0-1,0 1 0,0-1 1,0 0-1,-1 0 1,-4-3-1963,4 2 1865,0 0-61,1 1 1,0-1 0,-1 1-1,1-1 1,0 0-1,0 1 1,-1-1-1,1 1 1,0-1-1,0 0 1,0 1-1,0-1 1,0 0-1,0 1 1,0-1 0,0 0-1,0 1 1,0-1-1,0 1 1,1-2-1,-1-1-960,0-1 327,0 1 0,-1-1 0,1 1 0,-1 0 0,1-1 0,-1 1 0,0 0-1,-3-5 1,3 4-169,-1-10-2211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5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90 356,'2'-13'6262,"-1"13"-6219,0-1 0,-1 0 0,1 1 0,0-1 0,-1 1 0,1-1 0,0 1 0,-1-1 0,1 1 0,0 0 0,0-1 0,-1 1 0,1 0 0,0 0 0,0-1 0,1 1 0,4-2 315,8-2-280,1 1 1,20-3 0,26-7-56,-43 8-19,26-3-1,-27 7 1,30-6 12,-20 2 55,45-4-1,-25 4 170,-20 3 407,30 2-1,-22 1 741,-32-1-1278,-1 0-1,0 0 1,0 1-1,0-1 1,1 1 0,-1 0-1,3 1 1,-4-2-62,-1 1 0,1-1 0,0 0 0,0 1 0,-1-1 0,1 1 0,0-1 0,-1 1 0,1-1 0,-1 1 0,1-1 1,-1 1-1,1 0 0,-1-1 0,1 1 0,-1 0 0,1-1 0,-1 1 0,0 0 0,1 0 0,-1 0 0,0-1 0,0 2 1,0-1-17,0-1 1,1 1-1,-1 0 1,0-1 0,0 1-1,0-1 1,0 1 0,0-1-1,1 1 1,-1-1-1,0 1 1,0-1 0,1 0-1,-1 1 1,0-1 0,2 1-1,1 5 305,-6 4 62,-2 7 288,6-15-576,-1 1-1,0 0 1,0 0 0,-1-1-1,1 1 1,-1 0 0,1 0-1,-1-1 1,0 1 0,0-1-1,0 1 1,0-1 0,0 1-1,-3 2 1,-2 7 448,0 0 0,-5 19 1,3-12-36,7-10-308,-1 4 103,0-10-285,1 0 0,-1 0 0,1 0 0,0 1 0,0-1 0,1 0 0,-1 1 0,1-1 0,-1 7 0,1-9 7,2-1-24,31 7-44,-25-8-298,0 0 1,-1-1 0,1 0-1,0-1 1,11-5 0,9-2-1878,-24 8 1717,0 0-1,0 0 0,0 0 0,-1-1 0,1 1 0,-1-1 0,1 0 0,-1 0 0,3-3 0,8-8-1965,1 1-839,5-1-34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5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69 2688,'-13'-14'3062,"10"11"-2194,0 0 1,0 0-1,0-1 0,-3-4 0,4 3-180,1 4-529,1 1 0,0-1 0,-1 0 0,1 1-1,0-1 1,-1 1 0,1-1 0,-1 1 0,1-1 0,-1 1-1,1-1 1,-1 1 0,0-1 0,1 1 0,-1-1-1,0 1 1,-3-12 2215,0 11-2002,4 1-333,0 0 0,0 0 0,-1 0 0,1 0 0,0 0 0,0 0 0,0 0-1,-1 0 1,1 0 0,0 0 0,0 0 0,0-1 0,-1 1 0,1 0 0,0 0 0,0 0 0,0 0-1,0 0 1,-1 0 0,1-1 0,0 1 0,0 0 0,0 0 0,0 0 0,0 0 0,0-1-1,-1 1 1,1 0 0,0 0 0,0 0 0,0-1 0,0 1 0,0 0 0,0 0 0,0 0 0,0-1-1,0 1 1,0-1 0,0 0 114,0 9-393,0-6 33,0 0 0,-1 0 0,1 0-1,-1 0 1,1 0 0,-1 0 0,0 0 0,1-1 0,-3 4 0,-3 7-995,4-7 392,1 1 0,-1-1 0,1 1-1,0-1 1,0 1 0,0 0 0,1 11 0,0-14 333,0 0 1,-1 0 0,1 0 0,-1 0-1,0 0 1,0-1 0,-2 6-1,1-3-335,0 9-1866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0:56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35 412,'0'0'85,"0"0"0,0 1 0,0-1 0,0 0 0,0 1 1,0-1-1,0 0 0,0 0 0,0 1 0,0-1 0,0 0 0,-1 0 0,1 1 0,0-1 0,0 0 0,0 0 0,0 1 1,-1-1-1,1 0 0,0 0 0,0 0 0,0 1 0,-1-1 0,1 0 0,0 0 0,0 0 0,-1 0 0,1 1 0,0-1 1,0 0-1,-1 0 0,1 0 0,0 0 0,0 0 0,-1 0 0,1 0 0,0 0 0,-1 0 0,1 0 0,0 0 0,0 0 1,-1 0-1,1 0 0,-1 0 40,-1 0 1147,2 0-1169,0 0 0,0 0 0,0 1 1,0-1-1,1 0 0,-1 0 0,0 1 1,0-1-1,0 0 0,0 0 1,0 0-1,0 1 0,0-1 0,0 0 1,-1 0-1,1 1 0,0-1 1,0 0-1,0 0 0,0 1 0,0-1 1,0 0-1,0 0 0,0 0 1,-1 0-1,1 1 0,0-1 0,0 0 1,0 0-1,0 0 0,-1 1 0,0-1 33,0 0 0,1 1-1,-1-1 1,0 1-1,0-1 1,0 1-1,1-1 1,-1 1 0,0-1-1,1 1 1,-1 0-1,0-1 1,1 1-1,-1 0 1,1 0 0,-1 0-1,1-1 1,-1 1-1,1 0 1,-1 1-1,-7 11 1547,6-9-1289,-1 0 0,1 0 0,0 1 0,0-1 0,-2 7 1,3-6-51,-1 0 0,0 0 0,-1 0 1,1 0-1,-6 7 0,6-9-215,0-1 0,0 2 0,0-1 0,0 0-1,0 0 1,1 0 0,-1 1 0,1-1 0,0 1-1,0-1 1,0 1 0,1 0 0,-1-1 0,1 1 0,0 0-1,0 4 1,0 40 412,1-46-519,0 1-1,0-1 1,0 0 0,0 1-1,1-1 1,-1 0-1,1 0 1,-1 0 0,1 0-1,3 3 1,1 2 26,-3-4-38,0-1-1,0 1 1,0-1 0,0 0-1,0 1 1,1-2-1,-1 1 1,1 0 0,-1-1-1,1 1 1,0-1-1,-1 0 1,1 0-1,0-1 1,0 1 0,7-1-1,-4 0-1,1 0 0,-1 0 0,0-1 0,0-1 0,0 1 0,1-1 0,-1 0 0,-1 0 0,1-1 0,0 0 0,12-8 0,-18 10-7,0 0 1,0 0-1,0 1 0,0-1 0,0 0 0,0 0 0,0-1 0,0 1 0,-1 0 1,1 0-1,1-3 0,8-10-13,-8 12 7,-1 0 0,0-1 0,1 0 0,-1 1 0,0-1 0,0 0 0,0 1 0,0-1 0,-1 0 0,1 0 0,-1 0 0,0 1 0,0-1 0,0 0 0,0 0 0,0 0 0,0 0 1,-1 0-1,-1-4 0,-20-36-72,21 42 78,0 0-1,0-1 1,0 1-1,0 0 0,0-1 1,0 1-1,0 0 1,0 0-1,-1 0 1,1 0-1,-2-1 0,1 1 1,1 0 0,-1 0 0,1 0 0,-1 0 0,1-1 0,0 1 0,0 0 0,-2-3 0,0-3 0,3 6 0,-1 0 0,1 1 1,0-1-1,-1 0 0,1 0 0,-1 0 0,1 1 1,-1-1-1,1 0 0,-1 1 0,1-1 0,-1 0 0,0 1 1,1-1-1,-1 1 0,-1-2 0,-20-18 6,21 19-6,1 1 1,-1 0-1,1 0 1,-1-1-1,0 1 1,1 0-1,-1-1 1,1 1-1,-1-1 1,1 1 0,-1-1-1,1 1 1,-1-1-1,1 1 1,-1-1-1,1 0 1,0 1-1,-1-1 1,1 0-1,0 1 1,-1-1-1,1-1 1,0 2-1,0 0 0,0 0 1,0-1-1,0 1 1,0 0-1,0 0 0,0 0 1,-1-1-1,1 1 1,0 0-1,0 0 0,0 0 1,0-1-1,0 1 1,-1 0-1,1 0 1,0 0-1,0 0 0,0 0 1,0-1-1,-1 1 1,1 0-1,0 0 0,0 0 1,0 0-1,-1 0 1,1 0-1,0 0 0,0 0 1,0 0-1,-1 0 1,1 0-1,0 0 0,-1 0 1,1 0-1,0 0 0,0 0 0,-1 0 0,1 0 0,0 0 0,0-1 0,0 1 0,-1 0 0,1 0 0,0 0 0,0 0 0,0 0 0,-1 0 0,1 0 0,0 0 0,0-1 0,0 1 0,-1 0 0,1 0 0,0 0 0,0 0 0,0-1 1,0 1-1,0 0 0,0 0 0,-1 0 0,1-1 0,0 1 0,0 0 0,0 0 0,0 0 0,0-1 0,0 1-4,0-1 0,0 1 0,0 0 0,0-1 0,-1 1-1,1-1 1,0 1 0,0 0 0,0-1 0,0 1 0,1-1 0,-1 1 0,0 0 0,0-1 0,0 1 0,0 0 0,0-1 0,0 1 0,1-1 0,-1 1-1,0 0 1,0-1 0,0 1 0,1 0 0,-1 0 0,0-1 0,0 1 0,1 0 0,-1 0 0,0-1 0,1 1 0,-1 0 0,0 0 0,1 0-1,-1-1 1,1 1 0,-1 0 0,0 0 0,1 0 0,-1 0 0,0 0 0,1 0 0,-1 0 0,1 0 0,-1 0 0,0 0 0,2 0-1,9-2 40,46-9-33,-53 11-18,-1 0 1,1 0 0,0 0 0,0 0 0,-1 1 0,5 1 0,13 1-80,-16-3 85,1 0 1,-1 1 0,0-1-1,0 1 1,0 1-1,0-1 1,0 1-1,0 0 1,0 0-1,0 0 1,7 5 0,1 0 30,-12-7-20,0 0 1,1 1-1,-1-1 0,0 1 1,0 0-1,1-1 1,-1 1-1,0 0 1,0 0-1,0 0 0,0 0 1,0 0-1,0 0 1,1 2-1,31 40 1,-22-23 5,-11-20-6,1 1 1,-1 0-1,1 0 1,-1 0 0,0 0-1,1 0 1,-1 0-1,0 0 1,0 0-1,0 0 1,0 0-1,0 0 1,0 0-1,0 1 1,0-1-1,0 0 1,-1 1 0,1 7 3,0 38-33,0-46 29,0-1 1,0 1 0,0-1 0,0 1-1,0-1 1,0 1 0,0-1 0,0 1 0,1-1-1,-1 1 1,0-1 0,0 1 0,1-1 0,-1 0-1,0 1 1,1-1 0,-1 1 0,0-1-1,1 0 1,-1 1 0,0-1 0,2 1 0,-2-1 1,0 0 0,1 1 0,-1-1 0,0 0 0,1 0 0,-1 1 0,0-1 0,1 0 0,-1 1 0,0-1 0,0 0 0,0 1 0,1-1 0,-1 1 0,0-1 0,0 0 0,0 1 0,0-1 0,0 1 0,1-1 0,-1 1 0,0 0 0,0 0 23,0-1-22,-1 0 1,1 0-1,0 0 0,0 0 0,0 1 0,0-1 0,0 0 0,0 0 1,0 0-1,0 0 0,0 0 0,0 1 0,0-1 0,0 0 1,0 0-1,0 0 0,0 0 0,0 1 0,0-1 0,0 0 0,0 0 1,0 0-1,0 0 0,0 0 0,0 1 0,0-1 0,0 0 1,1 0-1,-1 0 0,0 0 0,0 0 0,0 1 0,0-1 1,0 0-1,0 0 0,0 0 0,1 0 0,-1 0 0,0 0 0,0 0 1,0 0-1,0 0 0,44-34 247,-29 23-245,-1 0 0,0-1 1,18-21-1,-19 19-12,0 1 1,0 1-1,25-18 1,-3 6-26,-20 14 27,-1 1 0,2 0 0,16-8 0,-25 15 17,-1-1 1,1 1 0,0 0 0,0 0 0,0 1-1,7 0 1,-13 1-7,0 0 0,0 0 0,0 0 0,0 1 0,0-1 0,0 1 0,0-1 0,-1 1 0,1-1 0,0 1 0,0-1 0,0 1 0,-1 0 0,1-1-1,0 1 1,-1 0 0,1 0 0,0-1 0,-1 1 0,1 0 0,-1 0 0,0 0 0,1 0 0,-1 0 0,0 0 0,1 0 0,-1 0 0,0 0 0,0 0 0,0 0 0,0 2 0,1 7 98,0 0 1,-1 14 0,-1-10 43,1-9-70,-1-1 0,1 1 0,-1-1 0,-2 8 0,1-7 4,1-1 0,0 1 1,0 0-1,0 8 0,1-9-30,0-1-1,-1 1 0,0 0 1,0 0-1,-1 4 1,1-4-7,-1-1 0,1 1 0,1 0 0,-1 0 0,0 5 0,1 73 690,0-81-725,0 0-1,0 0 1,1 0 0,-1 0-1,0 0 1,0 0 0,1 0-1,-1 0 1,0-1-1,1 1 1,-1 0 0,1 0-1,-1 0 1,2 1-1,-1-2 2,-1 1 0,1 0 0,-1 0 0,1-1 0,-1 1-1,0 0 1,1 0 0,-1-1 0,0 1 0,1 0 0,-1 0-1,0 0 1,0-1 0,0 3 0,1-3-4,-1 1 0,0 0-1,1-1 1,-1 1 0,1 0 0,-1-1 0,1 1 0,-1 0-1,1-1 1,0 1 0,-1-1 0,1 1 0,0-1 0,-1 1 0,1-1-1,0 0 1,0 1 0,-1-1 0,1 0 0,0 0 0,0 1-1,-1-1 1,1 0 0,1 0 0,1 1 3,1-1 1,-1 1-1,0-1 1,0 0-1,0 0 0,7-1 1,43-18-328,-44 16-144,-1-1 1,0 0-1,1 0 1,-1 0-1,-1-1 1,1-1-1,-1 1 1,10-10-1,-3 1-3420,-1-1 0,20-29 0,-20 22-563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37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78 109 40,'0'0'112,"0"1"0,0-1 0,0 0 0,0 0 0,0 0 1,0 1-1,0-1 0,0 0 0,0 0 0,0 1 0,0-1 0,0 0 0,0 0 0,0 1 0,0-1 1,0 0-1,0 0 0,0 0 0,0 1 0,0-1 0,0 0 0,-1 0 0,1 1 0,0-1 0,0 0 0,0 0 1,0 0-1,0 0 0,-1 1 0,1-1 0,0 0 0,-1 0-8,1 0-72,0 0 1,-8-7 6810,8 7-6741,0 0 1,0-1-1,0 1 0,0 0 0,0 0 1,0 0-1,0-1 0,0 1 0,0 0 1,0 0-1,0-1 0,0 1 1,0 0-1,0 0 0,0-1 0,0 1 1,0 0-1,0 0 0,0 0 1,0-1-1,0 1 0,0 0 0,-1 0 1,1 0-1,0-1 0,0 1 1,0 0-1,0 0 0,-1 0 0,1 0 1,0-1-1,-7 1 626,5 0 485,0 0-745,2 0-451,-1 0 1,1 0-1,0 1 1,-1-1-1,1 0 1,0 0-1,-1 0 1,1 0-1,0 0 1,0 0-1,-1-1 1,1 1-1,0 0 1,-1 0-1,1 0 1,0 0-1,0 0 1,-1 0-1,1 0 1,0-1-1,0 1 1,-1 0-1,1 0 1,0 0-1,0-1 1,-1 1-1,1 0 1,0 0-1,0-1 1,0 1-1,0 0 0,-1 0 1,1-1-1,0 1 1,0 0-1,0 0 1,0-1-1,0 1 1,0-2 981,-2 2-735,2 0-251,-1 1 1,1-1 0,0 0-1,-1 0 1,1 0 0,0 0-1,0 0 1,-1 0 0,1 0-1,0 0 1,-1 0 0,1 0-1,0-1 1,-1 1 0,1 0 0,0 0-1,0 0 1,-1 0 0,1 0-1,0 0 1,0-1 0,-1 1-1,1 0 1,0 0 0,0 0-1,-1-1 1,1 1 0,0 0-1,0 0 1,0-1 0,0 1-1,-1 0 1,1 0 0,0-1-1,0 1 1,0 0 0,0-1-1,0 1 1,0-1 505,0 0-508,0 1 0,0 0-1,0 0 1,0 0 0,0-1-1,0 1 1,0 0 0,0 0-1,0 0 1,0 0 0,0-1-1,0 1 1,0 0 0,0 0-1,0 0 1,0-1-1,0 1 1,0 0 0,0 0-1,0 0 1,0 0 0,0-1-1,0 1 1,-1 0 0,1 0-1,0 0 1,0 0 0,0 0-1,0-1 1,0 1 0,0 0-1,-1 0 1,1 0-1,-3-2 22,3 2-20,-1 0 1,1 0-1,-1-1 0,1 1 0,0 0 1,-1 0-1,1-1 0,0 1 0,-1 0 1,1-1-1,0 1 0,-1 0 0,1-1 1,0 1-1,0 0 0,0-1 0,-1 1 0,1-1 1,0 1-1,0 0 0,0-1 0,0 1 1,0-1-1,0 1 0,-1-1 0,1 1 1,0-1-1,0 1 0,1 0 0,-1-1 1,0 0-1,0 0 91,-1 1-86,1 0 0,0 0 1,0 0-1,-1 0 0,1 0 1,0 0-1,-1 0 1,1 0-1,0 0 0,-1 0 1,1 0-1,0 0 1,0 0-1,-1 0 0,1-1 1,0 1-1,0 0 1,-1 0-1,1 0 0,0 0 1,0-1-1,-1 1 1,1 0-1,0 0 0,0 0 1,0-1-1,-1 1 1,1-1-1,0 1 5,0 0 1,0 0-1,0 0 1,0 0-1,0-1 0,1 1 1,-1 0-1,0 0 1,0 0-1,0-1 0,0 1 1,0 0-1,0 0 1,1 0-1,-1 0 0,0 0 1,0 0-1,0-1 1,0 1-1,1 0 0,-1 0 1,0 0-1,0 0 1,0 0-1,1 0 0,-1 0 1,0 0-1,0 0 1,0 0-1,1 0 0,-1 0 1,0 0-1,0 0 0,1 0 1,-1 0-1,2 0 106,-2 2-96,-1-1 0,1 1 0,0 0 0,0-1 0,0 1 0,0 0-1,1-1 1,-1 1 0,0-1 0,2 4 0,0-3 3,0 1 0,0 0 0,0 0 0,0 0 0,-1 0 0,1 0 0,-1 1 0,1-1 0,-1 0 0,0 1 0,-1-1 0,2 7 0,-2-7-9,0 1 0,1-1-1,0 1 1,0-1 0,0 1-1,0-1 1,0 0 0,4 7 0,4 10 49,2 18-8,-6-18-19,2 0 1,14 32-1,-21-51-47,1 0 0,-1 1-1,0-1 1,0 0 0,0 0 0,0 0 0,0 0-1,0 0 1,0 0 0,0 3 0,0-3 0,-1 0 0,1 0 0,0 0 0,0 0 0,0 0 0,0 0 0,0 0-1,0 0 1,1 1 0,-1-1 0,0 0 0,0 0 0,1 0 0,-1 0 0,2 1 0,-1 0 2,0 0 0,0-1 0,0 1 0,0-1 0,0 1-1,-1 0 1,1 0 0,0 0 0,-1-1 0,0 1 0,1 0 0,-1 0 0,0 0 0,0 0-1,0 0 1,0 0 0,0 3 0,0-4-1,0-1-1,0 1 1,0 0-1,1-1 1,-1 1-1,0-1 1,1 1-1,-1-1 1,0 1-1,1 0 1,-1-1-1,0 1 1,1-1-1,-1 1 1,1-1-1,-1 0 1,1 1-1,0-1 1,-1 1-1,2-1 1,-2 0-2,2 2 19,-2-3-66,-1 0 71,1 0-1,0 0 1,0 0 0,-1 0 0,1 0-1,0 1 1,-1-1 0,1 0-1,-1 0 1,1 0 0,-1 1 0,0-2-1,0 1-19,1 1 0,-1-1-1,1 0 1,-1 1-1,1-1 1,0 0 0,-1 0-1,1 1 1,0-1 0,-1 0-1,1 0 1,0 0-1,0 1 1,0-1 0,0 0-1,0 0 1,0-1-1,0 1 0,-1-1-1,1 1 0,0 0 0,0-1 0,-1 1 0,1 0 0,-1-1 0,1 1 0,-1 0 0,1 0 0,-2-2 0,1 2-2,1 0 0,-1 0 0,1-1 0,-1 1 1,0 0-1,1-1 0,0 1 0,-1 0 0,1-1 0,0 1 0,0-2 0,-1-2-4,1 0 0,-1 1 1,0-1-1,0 1 0,-1-1 1,-3-8-1,3 9 1,0-1 1,0 1-1,1-1 0,0 0 1,0 1-1,0-1 1,0-5-1,0 6 1,1-1 0,-1 0 0,0 0 0,-2-7 0,2 8 0,0-1 1,0 1-1,0-1 0,0-7 0,0 7 2,1 1-1,-1 0 1,1 1-1,-1-1 0,-2-5 1,2 6-1,0-1 0,0 1 0,0-1 0,0 0 0,1-3 0,0 4 1,-1 0-1,1 0 1,-1 0-1,1 0 0,-1 0 1,-2-6-1,2 7 2,0 0 0,0-1-1,0 1 1,1-1 0,-1 1-1,1-5 1,0 5 0,0 1 0,-1-1 0,1 1 0,0-1 0,0 1 0,-1 0 0,1-1 0,-1 1 0,1 0 0,-1-1 0,-1-1 0,1 2-1,1 0 1,-1 0 0,0-1 0,1 1 0,-1 0 0,1 0 0,0-1-1,-1 1 1,1 0 0,0 0 0,0-3 0,0 2-2,0 0 0,0 0 0,0 0 0,0 1 0,0-1 0,0 0 0,-1 0 1,1 0-1,-1 0 0,1 0 0,-1 0 0,0 1 0,1-1 0,-1 0 0,0 0 0,-2-2 0,0-11-73,4 10 24,-1 10 40,0-4-2,0 0 8,-1 0 0,1 0-1,0 0 1,0 0-1,0 0 1,0 0 0,1 0-1,-1 0 1,0 0-1,0 0 1,1 0 0,0 2-1,1 2 8,-1 0 0,1-1 1,-1 1-1,0 0 0,0 0 0,0 1 0,-1-1 0,0 0 0,0 8 1,0-10 1,0 4 20,1 0 0,0 0 0,2 10 0,-1-10 0,-1 0-1,0-1 0,1 11 0,-2-11 1,1 1 0,0-1 0,2 10 0,-1-10-7,-1 0 1,0-1-1,1 11 0,-2-6-37,0 0-1,1 0 0,0-1 0,1 1 1,3 11-1,-4-16 16,0 1 0,-1-1 0,1 1 1,-1-1-1,-1 9 0,0-9 16,1 1 1,0-1-1,0 1 1,0 0-1,3 7 1,-2-7 26,1 0 13,0 1 0,-1 0 0,0 0 0,0 0 1,0 8-1,-1-13-42,0 1-1,0 0 1,1-1 0,-1 1-1,1-1 1,0 1 0,1 2 0,-1-2-3,0-1 0,0 1 0,0 0 0,-1-1 0,1 1 0,-1 0 0,1 3 0,-1 8 14,0-14-19,0 0 0,0 0 1,0 1-1,0-1 0,0 0 0,0 1 0,0-1 0,0 0 0,0 0 0,0 1 0,0-1 1,0 0-1,0 0 0,0 1 0,0-1 0,1 0 0,-1 0 0,0 1 0,0-1 0,0 0 1,0 0-1,1 0 0,-1 1 0,0-1 0,0 0 0,1 0 0,-1 0 0,0 0 0,0 1 1,0-1-1,1 0 0,-1 0 0,0 0 0,1 0 0,-1 0 0,0 0 0,0 0 1,1 0-1,-1 0 0,0 0 0,0 0 0,1 0 0,-1 0 0,0 0 0,1 0 0,-1 0 1,0 0-1,0 0 0,1 0 0,-1-1 0,0 1 0,0 0 0,1 0 0,-1 0 0,0 0 1,1-1 127,-1 0-133,0 1 1,0-1-1,0 0 1,-1 0-1,1 0 1,0 0-1,0 0 1,0 0-1,-1 1 1,1-1-1,0 0 1,-1 0-1,1 0 1,-1 1-1,1-1 1,-1 0-1,1 1 1,-1-1 0,0 0-1,1 1 1,-1-1-1,0 0 1,-1 0-70,1-1-47,1 1 0,-1 0 0,0-1 0,0 1 0,0 0 0,1 0 0,-1-1 0,0 1 0,-1 0 0,1 0 0,0 0 0,0 0 0,0 0 0,-1 0 0,-1 0 0,-23-13-3939,18 12 2817,3 0 262,0 0 0,0 1 1,0-1-1,-7-4 0,11 5 640,0 0-1,0 1 1,0-1-1,0 0 0,0 0 1,0 0-1,0 0 1,0 0-1,0 0 0,1 0 1,-1-1-1,0 1 0,1 0 1,-1 0-1,1 0 1,-1-1-1,1 1 0,0 0 1,-1-1-1,1 1 1,0 0-1,0-3 0,0-9-2994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38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464 311 2232,'0'-1'151,"0"0"1,-1 0-1,1 0 0,0 0 0,0 0 1,0 0-1,-1 0 0,1 0 0,-1 0 1,1 1-1,0-1 0,-1 0 0,0 0 0,0-1 1,0 1 3,1 1 1,-1-1 0,1 0 0,-1 1 0,1-1-1,0 0 1,-1 0 0,1 1 0,0-1-1,-1 0 1,1 0 0,0 0 0,0 0 0,0-1-1,-1 0 189,0-1-1,0 1 0,0 0 1,-1-1-1,1 1 0,0 0 1,-1 0-1,1 0 0,-1 0 1,-3-3-1,-1-2 848,4 6-1014,1-1 0,-1 1 0,0 0 0,0-1 0,1 1 0,-1 0 0,0 0 0,0 0 0,0 1 0,-4-2 0,-12-6 974,-15-5 646,28 10-1591,0 1 0,0 0 0,0 0-1,0 1 1,-1 0 0,1 0 0,-7-1-1,-17-4 715,16 2-606,0 1 1,-1 0 0,-21-2 0,28 6-243,0 0 0,0 0 0,0 1 0,0 0 0,0 0 0,-6 3 0,11-4-58,0 0 1,1 0-1,-1 0 1,0 0 0,1 0-1,-1 0 1,-2 3 0,-6 5 34,8-8-43,-1 0 5,1 1 0,-1 0 0,0 0-1,0 0 1,1 0 0,-1 1 0,1-1 0,0 0-1,-4 6 1,4-4 3,-1-1 0,0 1-1,0-1 1,0 0 0,-5 4 0,5-5-6,1 1 0,-1-1 0,0 1 0,1-1 0,0 1 0,0 0 1,-3 4-1,-17 49 178,17-40-105,0 0-1,-5 27 0,8-29-27,1 0 1,1 1-1,0 16 1,1-1 14,1-5 25,1 1 1,7 31-1,-1-8 6,-6-38-72,-1 0 0,8 15 0,-6-16-3,-1 1 1,4 16-1,-6-26-22,0 13 35,2 1 0,-1-1 1,2 0-1,0 0 0,1-1 0,12 25 0,36 66 163,-49-94-189,1 0 0,0-1 0,1 0 0,0 0-1,10 11 1,-13-17-5,0 1 0,0 0 0,0 0 0,2 5-1,-3-6 3,-1 0 1,1 0-1,0 0 0,1-1 0,-1 1 0,0 0 0,4 2 0,25 21 111,-25-22-83,0 0 0,0-1-1,0 0 1,1 0 0,-1-1-1,1 0 1,0 0 0,12 2-1,-14-3-19,5 0 21,1 0 0,-1 0 0,1-1 1,-1 0-1,1-1 0,-1 0 0,1-1 1,-1 0-1,0-1 0,11-4 1,-12 3-4,0 0 1,1-1 0,-1 0-1,-1 0 1,1-1 0,-1 0-1,0-1 1,0 0 0,11-12-1,35-36 146,1-14-4,-52 65-170,-1 1 1,0-1-1,0 0 1,0 0 0,2-6-1,-3 6 5,0 1 1,0 0-1,1-1 0,-1 1 0,1 0 1,0 0-1,0 0 0,0 1 0,2-4 1,-1 3 4,-1 0 0,1 0-1,-1-1 1,0 1 0,-1-1 0,1 0 0,0 1 0,1-7 0,-1 3 1,0 1 0,1 1 1,3-9-1,-2 9-12,-1-1 0,-1 1 0,1-1 0,-1 0 0,0 0 0,0 0 0,-1 0 0,1-1 0,-1-6 0,0 8 0,-1 0 1,1-1 0,0 1-1,0 0 1,3-9 0,1-2 13,3-8 21,-5 18-15,-1 0 0,0 0-1,-1-1 1,1 1-1,-1 0 1,0-9-1,-1 12-5,1 1 0,-1-1 0,1 0 0,-1 0 0,1 0 0,2-4 0,-2 4-5,0 1-1,0-1 1,-1 1-1,1-1 0,0 0 1,-1-4-1,0-83 329,0 88-333,0 0 0,0 0 0,-1 0 0,1 1 0,0-1 0,-1 0 0,0 0-1,-1-3 1,1 3 0,0 0-1,0 0 0,1 0 0,-1 0 0,1 0 1,-1 0-1,1 0 0,-1 0 0,1-2 0,0 0 5,0 0-1,-1 1 0,0-1 1,0 0-1,-1-3 0,1 3-1,-1 0 0,1 1 0,1-1 0,-1 0 0,0-5 0,0-1 9,0 1 1,0-1-1,-1 1 0,-1 0 0,-4-12 0,-2-7 23,-9-19-14,16 38-22,0 0 0,-1 1 0,0 0-1,-1-1 1,0 1 0,0 0 0,-9-11 0,-1-15 81,3 21-11,0 1-1,-1 0 1,0 0-1,-15-9 1,14 9-24,1 4-21,-1 1 0,1 0-1,-1 0 1,-16-4 0,0-2-16,21 10-20,0 0 1,1 0 0,-1 1-1,0 0 1,0 1 0,0 0-1,-1 0 1,1 0 0,0 1-1,0 1 1,0-1 0,0 1-1,-11 3 1,9-1-26,0 0-1,0 0 0,0 1 1,1 1-1,-1-1 0,1 1 1,0 1-1,1 0 0,-15 13 1,-3 7-479,2 2 0,0 1 0,2 1 1,1 1-1,2 1 0,1 0 0,-24 62 0,33-69-1061,1 0 0,-8 40 0,14-26-2345,2-30 2238,0-8 1448,0 0-1,0 0 1,0-1 0,0 1 0,0 0-1,0 0 1,0 0 0,0-1 0,0 1-1,0 0 1,0 0 0,1-1-1,-1 1 1,0 0 0,0 0 0,1-1-1,-1 1 1,1 0 0,-1-1 0,1 1-1,-1-1 1,1 1 0,-1 0 0,1-1-1,-1 1 1,1-1 0,-1 1 0,1-1-1,0 0 1,0 1 0,-1-1 0,1 0-1,1 1 1,18 6-3665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40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22 1076,'-2'0'1602,"-6"-3"743,7 2-2202,0 1 0,1-1-1,-1 1 1,0 0 0,0-1 0,0 1-1,1 0 1,-1-1 0,0 1 0,0 0 0,0 0-1,0 0 1,0 0 0,-1 0 0,-2 0 30,4 0-126,-1 0 1,1 1-1,-1-1 0,1 0 0,-1 0 0,1 0 0,-1 0 0,0 0 0,1 0 0,-1 0 0,1 0 1,-1 0-1,1 0 0,-1 0 0,1 0 0,-1-1 0,1 1 0,-1 0 0,1 0 0,-1 0 1,1-1-1,-1 1 0,1 0 0,-1-1 0,1 1 0,-1 0 0,1-1 0,0 1 0,-1-1 0,1 1 1,0-1-1,-1-1 2120,1 0-1422,0 2-710,0 0 0,0 0 0,0-1 0,0 1 0,0 0 0,0 0 0,0 0 1,0 0-1,0 0 0,0-1 0,0 1 0,0 0 0,0 0 0,0 0 0,0 0 0,0 0 0,0 0 0,0-1 0,0 1 0,0 0 0,0 0 0,0 0 0,0 0 0,0 0 0,0 0 0,0-1 0,0 1 0,0 0 0,0 0 0,-1 0 0,1 0 0,0 0 0,0 0 0,0 0 0,0 0 0,0-1 0,0 1 0,0 0 0,-1 0 0,1 0 0,0 0 0,-1 0-51,1 0 55,0 0 1,-1 0-1,1 0 0,0 0 1,0 0-1,-1 0 1,1 0-1,0 0 0,0 0 1,-1 0-1,1 0 1,0 0-1,-1 0 1,1 0-1,0 0 0,0 0 1,-1 0-1,1 0 1,0 1-1,0-1 0,0 0 1,-1 0-1,1 0 1,0 0-1,0 0 0,0 1 1,-1-1-1,1 0 1,0 0-1,0 1 0,0-1 1,0 0-1,-1 0 1,1 0-1,0 1 1,0-1-1,0 0 0,0 0 1,0 1-1,0-1 1,0 0-1,0 1 0,0 0 916,0 26 1681,0-24-2551,0-1-1,0 0 1,1 0-1,-1 0 1,1 0-1,-1 0 0,1 0 1,0 0-1,1 2 1,-1-2-34,-1-1-1,1 1 1,0-1 0,-1 1 0,1-1-1,-1 1 1,0 0 0,1 3 0,-1-5-36,0 1 1,0 0 0,0 0-1,0 0 1,0 0-1,1 0 1,-1 0 0,0 0-1,1 0 1,-1 0-1,0 0 1,1 0 0,-1 0-1,1-1 1,0 2-1,3 4 36,62 166 834,-62-145-744,-1-19-107,-2-7-25,0 1-1,-1 0 1,1-1-1,0 1 1,-1 0 0,1-1-1,-1 1 1,0 0-1,1 2 1,-1-3-5,0 0-1,0 1 1,0-1 0,1 1-1,-1-1 1,0 0 0,1 1-1,-1-1 1,1 0 0,-1 1-1,2 1 1,-1-2-5,0 0 1,-1 0-1,1 0 0,-1 1 1,1-1-1,-1 0 0,1 1 1,-1-1-1,0 0 0,1 1 1,-1 1-1,0-2 1,0-1 1,0 1-1,0 0 0,0-1 0,0 1 1,0-1-1,1 1 0,-1-1 0,0 1 1,0-1-1,1 1 0,-1-1 1,0 1-1,1-1 0,-1 1 0,1-1 1,-1 1-1,0-1 0,1 0 1,-1 1-1,1-1 0,-1 0 0,1 1 1,0-1-1,0 1 1,-1-1 8,1 1 0,-1-1 1,0 1-1,0 0 0,1-1 1,-1 1-1,0 0 0,0-1 0,0 1 1,0-1-1,1 1 0,-1 0 0,0-1 1,0 1-1,-1 0 0,1 3 125,0-9-75,0 4-9,0-21 201,0 21-249,0 0 0,0 0 0,-1 1 0,1-1 0,0 0 0,0 0 0,0 0 0,-1 0 0,1 0 0,0 1 0,-1-1-1,1 0 1,-2-1 0,-2-7 8,2 6-7,0-2-5,0 0 0,0 0-1,1-1 1,-1 1 0,1 0-1,0-8 1,1 10 2,-1 0-1,1 0 1,-1-1 0,0 1-1,-2-6 1,2 6 0,0-1 1,0 1 0,0-1-1,1 0 1,-1-6-1,1 7 0,0 1 1,-1-1-1,1 1 0,-1-1 0,1 1 0,-1 0 0,0-1 0,-1-1 0,1 1 0,0 1 0,1 0 0,-1-1 0,0 1 0,1 0 0,-1-1 0,1 1-1,0-3 1,0 2 0,0 1-1,-1-1 0,1 1 0,-1-1 0,1 1 0,-1 0 1,0-1-1,-1-2 0,1 3-1,0 0 1,1 0-1,-1-1 0,0 1 1,1 0-1,-1-1 1,1 1-1,0-4 0,0-40-23,0 45 26,0 0 0,0 0 0,0 0 0,-1 1 0,1-1 0,0 0 0,0 0 0,0 0 0,-1 1 0,1-1 0,0 0 1,-1 1-1,1-1 0,-1 0 0,1 1 0,-1-2 0,0 1 0,0 1 1,1-1-1,-1 0 1,1 0-1,-1 0 1,1 1 0,-1-1-1,1 0 1,0 0-1,0 0 1,-1 0-1,1 0 1,0 0-1,0 0 1,0 0-1,0-1 1,-1-2 21,1 5-83,10 17-42,-6-12 119,0 0 1,0 1 0,-1-1 0,0 1 0,5 13-1,-5-11 24,0-1-1,1 1 0,6 10 0,-9-16-31,1-1 0,-1 1 1,0 0-1,1 0 0,-1 0 0,-1 0 0,1 0 0,0 0 1,-1 0-1,0 0 0,1 4 0,-1-3 5,1 1 0,-1 0 0,1-1 1,1 1-1,-1-1 0,3 6 0,0 1-2,0-1 0,-4-9-9,1 1 0,0-1 0,-1 1 0,1 0 0,-1-1 0,1 1 1,-1 0-1,0-1 0,1 4 0,-1-3 5,0 1 0,1 0 0,-1 0 0,1 0 0,0 0 0,1 3 0,-1-3 5,0 0 0,0 0 0,0 0 1,0 0-1,-1 0 0,1 4 0,-1-4 0,0 0 1,1 0-1,-1 0 1,1 0-1,2 6 0,-2-6-3,0-1 0,0 1 0,0 0 0,0 0 0,0 6 0,-2-9-8,1 1-1,0 0 1,0 0-1,0 0 1,0-1-1,0 1 1,0 0-1,0 0 1,1 0-1,-1-1 1,0 1-1,0 0 1,0 0-1,1-1 1,-1 1-1,1 0 1,-1 0-1,0-1 1,1 1 0,-1 0-1,1-1 1,-1 1-1,1-1 1,0 1-1,-1-1 1,1 1-1,1 0 1,-2 0 1,1-1 1,-1 1-1,0-1 1,0 1-1,1 0 1,-1-1-1,0 1 0,0-1 1,0 1-1,0 0 1,0-1-1,0 1 1,1 0-1,-2-1 1,1 2-1,0 1 65,0-8-31,0 4 9,-2-5 86,1 6-130,1 0 0,0 0 0,-1 0 0,1 0 0,0 0 0,-1-1 1,1 1-1,0 0 0,-1 0 0,1 0 0,0-1 0,0 1 0,-1 0 0,1 0 0,0-1 1,0 1-1,-1 0 0,1-1 0,0 1 0,0 0 0,0-1 0,0 1 0,0 0 0,-1-1 1,1 1-1,0 0 0,0-1 0,0 1 0,0-1 0,0 0 3,0 0-1,0-1 1,0 1-1,-1 0 1,1 0-1,0 0 1,-1 0 0,1 0-1,0 0 1,-2-2-1,-3-8-16,1 1 1,-5-22-1,-4-10-11,8 28 18,1 1 0,1-1-1,-2-18 1,2 10 3,-1-35-2,0 44 3,3 9 2,0 1-1,0 0 1,0-1-1,1 1 1,-1-1-1,1-4 0,0 5 1,-1 0-1,1 1 1,0-1-1,-1 0 0,0 0 1,0 1-1,0-1 1,0 0-1,-2-4 0,2 5 1,0 0 0,1 0 0,-1 1 0,1-1 0,-1 0 0,1 0 0,0 0 0,0 0 0,0 0 0,0 0-1,0 0 1,1-3 0,0-15-87,-1 26 71,0 0-1,0 0 1,1 0-1,0 0 1,0 0-1,1-1 0,2 8 1,-3-11 19,-1 0 0,1 0 0,-1 0 0,0 0 0,0 0 0,0 0 0,0 3 0,2 10 54,1-4-15,-2-7-25,0 0-1,0 0 0,0 0 0,0 0 0,0 5 0,-1-4 1,0 0 0,1 0 0,0 0 0,3 9 0,1 13 3,-5-25-25,0 1 0,0 0-1,0-1 1,1 1 0,-1-1 0,1 1 0,0 0-1,2 3 1,-3-4 4,1 0-1,0 0 1,0 0-1,-1 1 1,1-1-1,-1 0 1,0 0-1,1 4 0,-1-2 4,0 0-1,1-1 0,-1 1 0,1 0 0,2 5 0,-2-6 2,1 1-1,-2 0 1,1-1 0,0 1-1,0 5 1,-2-3 1,1-4-4,0 0-1,0 1 1,-1-1-1,2 0 1,-1 1 0,0-1-1,0 0 1,1 0-1,-1 1 1,2 1-1,1-1-11,1-1 60,-2-4 6,-2 0-31,-1 3-22,1-1-1,0 0 1,-1 0-1,1 0 1,-1 0-1,1 0 1,0 0-1,-1 0 1,1 0-1,0 0 1,-1 0-1,1 0 1,-1-1-1,1 1 1,0 0-1,-1 0 1,1 0-1,0 0 1,-1-1-1,1 1 1,0 0-1,-1 0 1,1-1-1,0 1 1,0 0-1,-1 0 1,1-1-1,0 1 1,0 0-1,0-1 1,-1 1-1,1 0 1,0-1-1,0 1 1,0 0-1,0-1 1,0 1-1,0 0 1,-1-1-1,1 1 1,0-1-1,0 1 1,0 0-1,0-1 1,1 1-1,-1 0 1,0-1-1,0 1 1,0-1-1,0 0 1,0 0-2,1 0 0,-1 0 0,0-1 0,0 1 0,-1 0 0,1 0 0,0 0 0,0-1 0,-1 1 0,1 0 0,-1-2 0,-6-9-4,4 7 2,0-1-1,0 0 0,0 0 1,0 1-1,1-2 0,0 1 1,0 0-1,1 0 0,-1-9 1,2 12 0,-1 0 1,1 0-1,0 0 1,-1 0-1,0 1 1,0-1-1,-1-3 1,1 4 0,0-1 0,0 1 1,1-1-1,-1 0 0,0 1 0,1-1 1,0-2-1,-1 0 1,1 0 1,-1 1 0,0-1-1,-2-6 1,2 6 0,0 0 0,0 0-1,0 1 1,0-9 0,1 5-3,1 6 1,-1 0 0,0 0 0,0 0 0,0 1 0,0-1 0,0 0-1,0 0 1,0 0 0,-1 0 0,1 1 0,0-1 0,-2-3-1,1 4 2,0-1 0,0 1-1,0-1 1,0 0-1,0 1 1,0-1 0,0 0-1,1 0 1,-1 0-1,1 1 1,0-1 0,-1 0-1,1 0 1,0 0-1,0 0 1,0 0 0,1-3-1,-1 4 2,0 1-1,0-1 0,-1 0 1,1 1-1,0-1 1,0 0-1,0 1 1,-1-1-1,1 1 1,0-1-1,-1 0 0,1 1 1,0-1-1,-1 1 1,0-1-1,1 0-1,-1 0 1,0 0-1,1 0 0,-1 1 0,1-1 1,-1 0-1,1 0 0,-1 0 0,1 0 0,0 0 1,-1 0-1,1 0 0,0-1 0,0 1 1,0-2-1,0-8-15,-2 9 10,-5-3 3,5 4 27,2 1-166,0 0 141,0 1 0,0-1 0,0 0 0,0 0 0,0 1 0,0-1 0,0 0 0,0 0 0,0 1 0,0-1 0,0 0 0,0 0 0,0 0 0,-1 1-1,1-1 1,0 0 0,0 0 0,0 1 0,0-1 0,0 0 0,-1 0 0,1 0 0,0 0 0,0 1 0,0-1 0,0 0 0,-1 0 0,1 0 0,0 0 0,0 0-1,0 0 1,-1 0 0,1 1 0,0-1 0,0 0 0,-1 0 0,1 0 0,0 0 0,-1 0 0,1 0 0,0 0 0,-1 0 0,1 0-1,0 0 1,0 0 0,-1 0 0,1 0 0,0 0 0,0 1 0,-1-1 0,1 0 0,0 0-1,0 0 1,0 0 0,-1 1 0,1-1 0,0 0 0,0 0 0,0 0 0,0 1 0,-1-1 0,1 0-1,0 0 1,0 1 0,0-1 0,0 0 0,0 0 0,0 1 0,0-1 0,0 0 0,0 1-1,0-1 1,0 0 0,0 0 0,0 1 0,0-1 0,0 0 0,0 1 0,0 4-9,0 0 0,1 0 0,-1 0 0,1 0 1,0 0-1,1 0 0,2 7 0,-3-9 11,0 1-1,-1-1 1,1 1 0,-1-1-1,1 1 1,-1-1-1,0 1 1,-1 0 0,1-1-1,-1 1 1,1-1 0,-1 1-1,0-1 1,-2 4-1,2-2 3,-1 0-1,1 0 0,0 0 1,0 8-1,1 145 14,0-156-16,0 0 1,0-1 0,1 1-1,-1 0 1,0-1-1,1 1 1,0 0 0,-1-1-1,2 3 1,-1-2-2,0 0 1,0 0-1,-1-1 0,1 1 1,-1 0-1,1 0 0,-1 0 0,0 0 1,1 3-1,-1 35-36,0-39 103,0-6-75,0 9 60,0-7-302,-2-6-1968,1 8 1885,0 1 0,0-1 0,0 0 0,0 1 1,0-1-1,0 0 0,0 0 0,1 0 0,-1 0 0,0 1 0,0-1 0,1 0 0,-1 0 0,0 0 0,1-1 0,0 1 0,-1 0 0,1 0 0,-1-1 1,-2-6-486,2 7 579,1 0-1,-1 0 1,1 0-1,-1 0 1,1 0 0,0 0-1,-1 0 1,1 0 0,0-1-1,0 1 1,0 0 0,0 0-1,0 0 1,0-2-1,0-7-1181,-7-11-1633,5 1-100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43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105 350 56,'0'76'4880,"0"-75"-4859,0 0 0,0 1 0,-1-1 0,1 0 0,0 1 0,-1-1 0,1 0 1,-1 0-1,1 0 0,-1 1 0,0 0 0,0-1 0,0 0-1,1 1 1,-1-1-1,0 0 1,1 1-1,-1-1 1,1 0 0,0 1-1,-1-1 1,1 1-1,0 1 1,0-2 3,0 1 1,0-1 0,0 1-1,0-1 1,0 1-1,0-1 1,0 1-1,-1-1 1,1 0-1,-1 1 1,1-1 0,-1 0-1,1 1 1,-1-1-1,0 0 1,0 0-1,0 1 1,-1 0 0,2-1-7,-1 0 1,1-1 0,0 1 0,-1 0 0,1-1 0,0 1 0,0 0 0,0 0 0,0-1 0,-1 1 0,1 0-1,0 0 1,0-1 0,1 1 0,-1 0 0,0 1 0,0-1 5,0-1 1,1 1-1,-1 0 0,0 0 1,0-1-1,0 1 0,0 0 1,0 0-1,0 0 1,-1-1-1,1 1 0,0 0 1,0 0-1,0-1 0,-1 1 1,0 1-1,0-1 84,0 1-1,0 0 1,0-1 0,0 1-1,0 0 1,1 0 0,-1 0 0,0-1-1,1 1 1,0 0 0,-1 0-1,1 0 1,0 0 0,0 0-1,0 0 1,0 2 0,0-3 208,-7 0 343,7 0-642,0-1 0,0 0 0,0 0 0,0 0 0,0 0 0,0 1 0,0-1 0,0 0 0,0 0 0,0 0 0,0 0 0,0 0 0,1 0 0,-1 1 0,0-1 0,0 0 1,0 0-1,0 0 0,0 0 0,0 0 0,0 0 0,1 0 0,-1 0 0,0 1 0,0-1 0,0 0 0,0 0 0,1 0 0,-1 0 0,0 0 0,0 0 0,0 0 1,0 0-1,0 0 0,1 0 0,-1 0 0,0 0 0,0 0 0,0 0 0,0 0 0,1 0 0,-1 0 0,0 0 0,0 0 0,0-1 0,0 1 0,0 0 0,1 0 0,-1 0 1,0 0-1,0 0 0,0 0 0,0 0 0,0 0 0,0-1 0,0 1 0,1 0 0,-1 0 0,0 0 0,0 0 0,0 0 0,0-1 0,0 1 0,0 0 0,0 0 0,0 0 1,0-1-1,0 0 949,0 1-934,0 0 1,0 0-1,0 0 0,0-1 0,0 1 0,1 0 0,-1 0 0,0 0 0,0-1 0,0 1 0,0 0 0,0 0 0,0 0 1,-1 0-1,1-1 0,0 1 0,0 0 0,0 0 0,0 0 0,0-1 0,0 1 0,0 0 0,0 0 0,0 0 0,0 0 1,0 0-1,-1-1 0,1 1 0,0 0 0,0 0 0,0 0 0,0 0 0,-1 0 0,-3-2 5,4 2 70,0 0 1,0 0 0,-1 0-1,1 0 1,0 0 0,0 0-1,0 0 1,-1 0 0,1 0-1,0 0 1,0 0 0,0 0-1,-1 0 1,1-1 0,0 1-1,0 0 1,0 0 0,0 0-1,-1 0 1,1 0 0,0-1-1,0 1 1,0 0-1,0 0 1,0 0 0,0 0-1,-1-1 1,1 1 0,0 0-1,0 0 1,0 0 0,0-1-1,0 1 1,0 0 0,0 0-1,0-1 1,0 1 0,0 0-1,0-1-69,-1 0 1,1 1-1,-1-1 0,1 0 1,-1 1-1,1-1 0,-1 1 0,0-1 1,1 1-1,-1-1 0,0 1 1,-1-1-1,2 1 9,0-1-31,-1 0 1,1 0-1,-1 1 0,1-1 1,0 0-1,0 0 0,-1 0 1,1 1-1,0-1 0,0 0 1,0 0-1,0 0 1,0 0-1,0 1 0,0-1 1,0 0-1,0 0 0,1 0 1,-1-1-1,0 2-14,1-1 0,-1 0 0,0 0 0,0 0 0,0 0 0,0 1 0,0-1 0,0 0 0,0 0 0,0 0 0,0 0 0,0 1 0,0-1 0,-1 0 0,1 0 0,0 0 0,0 1 0,-1-1 0,0-1 0,-8-16 82,8 17-75,1 0 0,0 0 1,0 0-1,-1 0 0,1 0 1,0 0-1,0 0 0,0 0 1,0 0-1,0 0 0,0 0 1,0 0-1,0 0 0,1 0 1,-1 0-1,0 0 0,1 0 1,-1 0-1,0 0 0,2-2 1,-1 2 23,0-1 0,0 0 0,0 1 0,0-1-1,0 0 1,0 0 0,-1 0 0,1 1 0,0-1 0,-1 0 0,0 0 0,1 0 0,-1 0 0,0 0 0,0 0 0,0 0 0,-1-2 0,1 2-17,1-1-1,-1 1 0,1 0 1,-1 0-1,1 0 1,0 0-1,0 0 1,2-3-1,2-7 41,-3 9-28,-1 0 1,1 0-1,0 1 1,0-1-1,4-3 1,-4 3 16,0 1 0,0-1 0,0 0 1,0 0-1,2-4 0,5-11 163,0 1-1,0 0 1,2 0 0,19-24 0,-8 0-108,-11 28-86,-3 4 0,-1 0-1,0-1 0,0 0 0,-1 0 0,5-11 0,-9 17-8,1 1-1,-1-1 1,1 1 0,0 0 0,1 0 0,-1 0-1,6-4 1,4-3-2,2-5 2,-11 10-2,0 1 1,1 0-1,0-1 1,0 2-1,0-1 0,0 0 1,0 1-1,1 0 1,-1 1-1,8-3 1,7-7-125,-20 12 118,0 0 0,0 0 0,1 0 0,-1 0 1,0 0-1,0-1 0,1 1 0,-1 0 0,0 0 1,0 0-1,0 0 0,1 0 0,-1 0 0,0 0 1,0 0-1,1 0 0,-1 0 0,0 0 0,0 0 1,0 1-1,1-1 0,-1 0 0,0 0 0,0 0 1,0 0-1,1 0 0,-1 0 0,0 0 0,0 1 1,0-1-1,1 0 0,-1 0 0,0 0 0,0 0 1,0 1-1,8 3-25,-6-3 41,0 0 1,0 0-1,0 0 1,0 0-1,0 1 1,-1-1-1,1 1 1,0-1-1,-1 1 1,1 0-1,-1-1 0,1 1 1,-1 0-1,0 0 1,0 0-1,0 0 1,0 0-1,0 1 1,1 1-1,-2-2-7,0 0-1,0 0 0,1-1 1,-1 1-1,1 0 1,-1-1-1,1 1 0,0 0 1,1 1-1,4 13 55,24 58 252,-27-55-298,-4-18-15,1 0 1,0 0-1,0 0 1,0 0 0,0 0-1,0 0 1,1-1-1,-1 1 1,0 0-1,0 0 1,1 0-1,-1 0 1,0 0 0,1 0-1,-1 0 1,1-1-1,-1 1 1,1 0-1,-1 0 1,1 0-1,0-1 1,1 2 0,0 4 119,-2-10-38,0 3 433,-2-5-347,-2 5-137,4 1-26,-1 0 1,1 0 0,0 0-1,0 0 1,0 0 0,-1 0-1,1 0 1,0 0 0,0 0-1,0 0 1,-1 0 0,1 0 0,0 0-1,0-1 1,0 1 0,-1 0-1,1 0 1,0 0 0,0 0-1,0 0 1,0-1 0,0 1-1,-1 0 1,1 0 0,0 0-1,0 0 1,0-1 0,0 1-1,0 0 1,0 0 0,0-1-1,0 1 1,0 0 0,0 0-1,0 0 1,0-1 0,0 1-1,0 0 1,-11-3 13,11 3-18,-1 0 1,1-1-1,0 1 1,0 0-1,0-1 1,0 1-1,0 0 1,0 0-1,-1-1 1,1 1-1,0 0 1,0-1-1,0 1 1,-1 0-1,1 0 0,0 0 1,0-1-1,-1 1 1,1 0-1,0 0 1,-1 0-1,1 0 1,0-1-1,0 1 1,-1 0-1,1 0 1,0 0-1,-1 0 1,1 0-1,0 0 1,-1 0-1,1 0 0,0 0 1,-1 0-1,1 0 1,0 0-1,-1 0 1,1 0-1,0 0 1,-1 1-1,-9-3 19,10 1-17,-1-2 0,-10 2-3,-11-3-10,20 3 10,0 0-1,-1 1 1,1-1-1,0 1 1,-1 0-1,1-1 1,-1 1-1,1 0 1,-1 0-1,1 1 1,-5 0-1,-48 10 9,22-4-5,15 1 5,16-7-5,-1 0 0,1 0 0,0 0 0,-1 0 0,1-1 0,-1 1-1,1 0 1,-3-1 0,4 0-2,-1 1 0,1-1-1,0 0 1,0 1 0,0-1-1,0 0 1,0 1 0,0 0-1,0-1 1,0 1 0,0 0 0,-2 1-1,-5 3-3,0-2-7,0 0 0,-14 7-1,19-9 13,0 1-1,1 0 0,-1 0 1,0 0-1,1 0 0,0 0 1,-1 1-1,1-1 1,0 1-1,-3 3 0,4-4 1,0-1-1,0 0 0,0 0 0,0 1 1,-1-1-1,1 0 0,0 0 1,-1 0-1,-1 1 0,1-1 0,1 0 0,-1-1 1,1 1-1,-1 0 0,1 1 0,0-1 0,0 0 0,0 0 0,-2 2 0,2-1 0,0 0-1,0-1 1,0 1-1,-1-1 1,1 1-1,0-1 1,-1 1-1,-1 0 1,2 0 0,-1-1 1,1 0-1,-1 0 1,1 1-1,0-1 0,0 1 1,-1-1-1,0 3 1,0 0-3,1-3 3,0 1 1,0 0 0,1-1-1,-1 1 1,0 0 0,1-1-1,-1 1 1,1 0 0,0 0-1,-1 0 1,1 2 0,0-1-1,-1 0 0,0 0 1,1 0-1,-1 0 0,0 0 0,-1 0 1,1-1-1,-1 1 0,-1 3 1,-5 10-13,4-7 0,3-6 5,-1 1-1,1-1 0,0 0 1,0 1-1,0 0 1,0-1-1,1 1 0,-1 7 1,1-10 5,0 0 1,0 1 0,0-1-1,-1 0 1,1 1-1,-1-1 1,1 0 0,-1 1-1,1-1 1,-1 0 0,0 2-1,0-2 2,0 0-1,1 0 0,-1 1 1,0-1-1,1 0 0,0 1 0,-1-1 1,1 0-1,0 1 0,-1-1 1,1 2-1,0 1 1,0 0 0,-1 0-1,1 1 1,-1-1 0,0 0 0,0 0 0,0 0 0,-3 4-1,0 20 1,2-23-3,1 0-1,-1 0 1,1 0 0,0 0-1,0 1 1,1-1 0,-1 7-1,2-7 7,-1 1-1,0-1 0,-1 1 0,1 0 0,-1-1 1,0 1-1,0-1 0,-1 0 0,-2 6 0,3-8 13,0 0 0,1 0-1,-1 0 1,1 0 0,-1 0-1,1 0 1,0 0 0,0 0-1,0 0 1,1 4 0,0 6-1,0-4-44,-1-7 16,1 0 1,-1 1-1,0-1 0,0 1 0,0-1 0,0 1 0,0-1 0,-1 0 0,1 1 0,-1-1 0,-1 4 0,-2 0 10,6-3 3,-2-3 0,1 1 0,-1-1 0,0 1 0,1-1 0,-1 0 1,0 1-1,1 0 0,-1-1 0,0 1 0,0-1 0,1 1 0,-1-1 0,0 1 1,0 0-1,0-1 0,0 1 0,0-1 0,0 1 0,0 0 0,0-1 1,0 2-1,0 210 83,0-210-82,0 0-1,1-1 1,-1 1 0,0-1 0,1 1-1,-1-1 1,1 1 0,-1-1-1,2 2 1,-1-1 1,0 0 0,0 0 0,0 0 0,-1 0 0,1 0 0,-1 1 0,1-1 0,-1 0 0,0 4 0,0-1 1,0-2-1,0 0 0,0 0 1,0 0-1,0 0 0,0 0 0,1 0 0,0 3 0,3 0 0,-3-5 0,-1 1 0,1-1-1,0 0 1,-1 1 0,1-1 0,-1 0 0,1 1 0,-1-1 0,0 1 0,0-1 0,0 1 0,0-1 0,0 1-1,0 1 1,0 5 4,-1-6-4,1 1 0,0 0 0,-1-1 0,1 1 0,1 0 1,-1-1-1,0 1 0,1-1 0,-1 1 0,2 3 0,-1-4-3,0 0 0,0-1-1,0 1 1,0 0 0,0 0 0,0-1 0,-1 1-1,1 0 1,-1 0 0,1 0 0,-1 0-1,0 0 1,1 0 0,-1 0 0,0 0 0,-1 3-1,1-3 1,0-1 1,9 10-1,-6-10 1,-3-1-1,-1 25 0,12-23 23,-11 0-22,0-1 0,0 0-1,0 1 1,0-1-1,0 1 1,1-1-1,-1 0 1,0 1 0,1-1-1,-1 0 1,1 1-1,-1-1 1,1 0-1,0 0 1,-1 1 0,1-1-1,0 0 1,1 1-1,-1 2 2,0-1 0,-1 0 0,1 0 0,-1 1 0,0-1 0,0 0 0,-1 6 0,1-7 4,0-1-1,0-1-4,0 0 1,0 0-1,0 1 0,0-1 1,0 0-1,0 0 0,0 1 0,0-1 1,0 0-1,0 0 0,0 1 1,0-1-1,0 0 0,0 0 0,0 0 1,0 1-1,0-1 0,0 0 1,0 0-1,0 1 0,0-1 0,0 0 1,0 0-1,1 0 0,-1 1 1,0-1-1,0 0 0,0 0 0,0 0 1,1 0-1,-1 1 0,1-1 1,0 0 0,0 0 0,0 0 0,0 1 0,0-1 0,0 0 0,0 1 0,0-1 0,0 1 0,0-1 0,0 1 0,0-1 0,0 1 0,-1 0 0,1-1 0,0 1 0,0 0 0,-1 0 0,1 0 0,0 0 0,-1-1 0,1 2 0,-1-1-1,0-1 0,0 0 0,0 1 0,0-1 1,0 0-1,0 1 0,0-1 0,0 0 0,0 1 0,0-1 0,0 0 0,0 1 0,0-1 1,0 0-1,0 1 0,0-1 0,0 0 0,0 1 0,0-1 0,1 0 0,-1 1 0,0-1 1,0 0-1,0 0 0,1 1 0,-1-1 0,0 0 0,0 0 0,1 1 0,-1-1 0,0 0 0,0 0 1,1 0-1,-1 0 0,0 1 0,1-1 0,-1 0 0,0 0 0,1 0 0,-1 0 0,1 0 1,-1 0-2,0 0 1,0 0 0,1 0 0,-1 0 0,0 0-1,0 0 1,0 0 0,0 0 0,0 0-1,1 0 1,-1 0 0,0 0 0,0 0 0,0 0-1,0 1 1,0-1 0,1 0 0,-1 0-1,0 0 1,0 0 0,0 0 0,0 0 0,0 0-1,0 1 1,0-1 0,1 0 0,-1 0-1,0 0 1,0 0 0,0 0 0,0 0 0,0 1-1,0-1 1,0 0 0,0 0 0,0 0 0,0 0-1,0 1 1,0-1 0,0 0 0,0 0-1,1 1 0,-1 0-1,1 0 0,-1-1 1,1 1-1,-1 0 0,1 0 1,0-1-1,-1 1 0,1 0 1,0-1-1,0 1 0,-1-1 1,1 1-1,1 0 0,0 0-2,7 0 1,-5-2 1,-4 1 2,18 7-14,-16-7 10,1 1-1,-1-1 1,0 0 0,0 0 0,1 0 0,-1 0-1,0 0 1,1 0 0,-1 0 0,0-1 0,1 1 0,2-2-1,19-2-15,-21 4 23,0-1-1,0 1 1,0-1 0,0 0-1,0 0 1,0 0-1,-1 0 1,6-3 0,14-6-3,-21 10-1,1 0 1,-1-1-1,0 1 0,1 0 0,-1-1 1,0 0-1,1 1 0,-1-1 0,0 0 1,0 0-1,0 1 0,1-1 0,-1 0 1,0 0-1,0 0 0,1-2 0,-2 2-6,1 0-1,-1 1 0,1-1 0,-1 1 1,1-1-1,-1 1 0,1-1 0,0 1 0,-1-1 1,1 1-1,0-1 0,-1 1 0,1 0 1,0-1-1,0 1 0,-1 0 0,1 0 1,0 0-1,0 0 0,-1 0 0,1-1 1,1 1-1,2-1-41,-1-1 59,3-3 120,-6 5-129,0 0-1,0 0 1,0 0 0,1 0-1,-1 0 1,0 0 0,0 0-1,0 0 1,0 0 0,0 0-1,0 0 1,0 0 0,0 0-1,0-1 1,0 1 0,0 0-1,0 0 1,0 0 0,0 0-1,1 0 1,-1 0 0,0 0-1,0 0 1,0 0-1,0 0 1,0 0 0,0 0-1,0 0 1,0 0 0,0 0-1,0 0 1,0 0 0,1 0-1,-1 0 1,0 0 0,0 0-1,0 0 1,0 0 0,0 0-1,0 1 1,0-1 0,0 0-1,0 0 1,0 0 0,0 0-1,0 0 1,0 0-1,1 0 1,-1 0 0,0 0-1,0 0 1,0 0 0,0 0-1,0 0 1,0 1 0,2 0 6,5-1 0,-5 0 1,0 0-11,-2 0 3,0 0 0,1 0 0,-1 0 0,1 0 0,-1 0 0,0 0 0,1 0 0,-1 0 0,1 0 0,-1 0 1,0 0-1,1 0 0,-1 0 0,1 0 0,-1 0 0,0 1 0,1-1 0,-1 0 0,0 0 0,1 1 0,-1-1 0,0 0 0,1 0 0,-1 1 0,0-1 0,0 0 0,1 1 0,-2 0 2,1-5-5,0 3-2,2 1-3,5 0-2,-5 0 6,0 0 18,-2 0-13,0 0 0,0 0 0,1 0 0,-1 0-1,0 0 1,1 0 0,-1 0 0,0 0 0,1 0-1,-1 0 1,0 0 0,1 0 0,-1 0 0,0 0-1,0 0 1,1 0 0,-1-1 0,0 1 0,0 0-1,1 0 1,-1 0 0,0 0 0,0-1 0,1 1-1,-1 0 1,0 0 0,0-1 0,0 1 0,1 0-1,-1 0 1,0-1 0,0 1 0,0 0 0,0 0-1,0-1 1,1 1 0,-1 0 0,0-1 0,24-1 3,-6-10-33,-15 10 42,0 2-8,17 1 38,-18-1-42,0 0 0,0 0 0,0 0 0,0-1 0,0 1 0,0-1 0,-1 1 0,1-1 0,0 0 0,0 0 0,0 1 0,0-1 0,-1-1 1,1 1-1,1-1 0,9-6-3,-11 8 1,-1 0 1,0 0-1,1 0 1,-1 0-1,0 0 1,1 0-1,-1 0 0,0 0 1,1 0-1,-1 0 1,0 0-1,0 0 1,1 0-1,-1-1 1,0 1-1,1 0 0,-1 0 1,0 0-1,0 0 1,1 0-1,-1-1 1,0 1-1,0 0 0,1 0 1,-1-1-1,0 1 1,0 0-1,0 0 1,1-1-1,-1 1 0,0 0 1,0 0-1,0-1 1,0 1-1,0 0 1,0-1-1,0 1 0,1 0 1,-1 0-1,0-1 1,1 0 0,7 1 2,2-1 9,-10 1-11,0 0 0,0 0-1,1 0 1,-1-1 0,0 1 0,0 0 0,0 0 0,0 0 0,0 0 0,1 0 0,-1 0 0,0-1 0,0 1 0,0 0 0,0 0-1,0 0 1,0 0 0,0-1 0,0 1 0,1 0 0,-1 0 0,0 0 0,0-1 0,0 1 0,0 0 0,0 0 0,0 0 0,0 0-1,0-1 1,0 0-11,1 1 12,0 0 0,0-1 0,0 1 0,1 0 0,-1 0-1,0-1 1,0 1 0,0-1 0,0 1 0,0-1 0,0 1 0,0-1 0,0 0 0,0 0 0,0 1-1,0-1 1,0 0 0,1-1 0,10-8 41,10-10 1,-20 18-44,0 1 0,0 0 0,0-1 0,0 0-1,0 1 1,0-1 0,0 0 0,-1 0 0,3-4 0,-4 6 1,0 0 0,0-1-1,0 1 1,0 0 0,0 0 0,0 0 0,0-1 0,0 1 0,0 0 0,0 0 0,0 0-1,0-1 1,0 1 0,0 0 0,0 0 0,0 0 0,0 0 0,0-1 0,1 1 0,-1 0 0,0 0-1,0 0 1,0-1 0,0 1 0,0 0 0,0 0 0,0 0 0,1 0 0,-1 0 0,0-1 0,0 1-1,0 0 1,0 0 0,1 0 0,-1 0 0,0 0 0,0 0 0,1 0 0,0-1-1,0 0-1,1 1 1,-1-1 0,1 0 0,-1 0-1,0 0 1,0 0 0,0 0 0,1 0-1,-1 0 1,0-1 0,1-1 0,1-9 1,1 10 3,-4 2-2,1 0-1,-1 0 1,0 0-1,0 0 1,0 0-1,1 0 1,-1 0-1,0 0 1,0 0-1,1 0 1,-1 0-1,0 0 1,0 0-1,0-1 1,1 1-1,-1 0 1,0 0-1,0 0 1,0 0-1,0 0 1,0-1-1,1 1 1,-1 0-1,0 0 1,0 0-1,0-1 1,0 1-1,0 0 1,0 0-1,0-1 1,0 1-1,0 0 1,0 0-1,0 0 1,0-1-1,2-1 5,13-7-4,-13 7-1,0 0 0,-1-4 2,-1 6-2,0 0 0,1 0 0,-1 0 0,0-1 0,0 1 0,0 0 0,0 0 0,0-1 0,0 1 0,0 0 0,0 0 0,0 0 0,1 0 0,-1-1-1,0 1 1,0 0 0,0 0 0,0 0 0,1 0 0,-1 0 0,0-1 0,0 1 0,0 0 0,1 0 0,-1 0 0,0 0 0,0 0 0,0 0 0,1 0 0,-1 0 0,0 0 0,0 0 0,1 0 0,-1 0-1,0 0 1,1 0-1,-1 0 1,0 0-1,0 0 0,0 0 1,1 0-1,-1 0 1,0 0-1,0-1 1,1 1-1,-1 0 0,0 0 1,0 0-1,0 0 1,0 0-1,1 0 1,-1-1-1,0 1 0,0 0 1,0 0-1,0 0 1,1 0-1,-1-1 1,0 1-1,0 0 0,0 0 1,0 0-1,0-1 1,0 1-1,0 0 1,0 0-1,0-1 0,0 1 1,1-1 0,-1 0 0,0 0-1,0 1 1,0-1 0,0 0-1,1 1 1,-1-1 0,0 0 0,1 1-1,-1-1 1,0 0 0,1 1 0,-1-1-1,2 0 1,-2 0 1,1 1 1,-1-1-1,1 0 0,-1 0 0,1 1 1,-1-1-1,0 0 0,1 0 0,-1 1 1,0-1-1,1 0 0,-1 0 1,0 0-1,0 1 0,0-3 0,1 2 1,-1 1-1,1-1 0,-1 0 0,1 1 0,-1-1 1,1 1-1,-1-1 0,1 1 0,0-1 0,-1 1 1,1-1-1,1 0 0,-1 1 0,11-10-6,-12 10 9,1 0 0,0-1 0,0 1 1,-1-1-1,1 1 0,-1-1 1,1 1-1,0-1 0,-1 1 1,1-1-1,-1 1 0,1-1 0,-1 0 1,1 1-1,-1-1 0,0 0 1,1 1-1,-1-1 0,0 0 1,1 0-1,-1 1 0,0-1 1,0 0-1,0 0 0,0 0 0,0 0 1,9-6 9,-8 7-14,-1-1 1,0 1-1,0 0 0,1 0 0,-1-1 0,0 1 0,0 0 0,0 0 0,0-1 0,0 1 0,1 0 0,-1-1 0,0 1 0,0 0 1,0-1-1,0 1 0,0 0 0,0 0 0,0-1 0,0 1 0,0 0 0,0-1 0,0 1 0,0-1 0,0 0 1,0 0-1,0 0 0,0 0 1,0 0-1,0 1 0,0-1 1,0 0-1,0 0 0,1 0 1,-1 0-1,0 0 0,1 0 1,-1 0-1,1 1 0,-1-1 0,1 0 1,-1 0-1,1 1 0,-1-1 1,1 0-1,0 1 0,0-2 1,3-2 2,-3 3-3,0 0 1,0 0 0,-1 0-1,1 0 1,0 0-1,-1 0 1,1 0 0,0 0-1,-1 0 1,1-1-1,-1 1 1,0 0 0,1 0-1,-1-1 1,0 1 0,0 0-1,0-1 1,0 0-1,0 2 1,0-1-1,0 1 0,0 0 0,0-1 0,0 1 0,0 0 1,0 0-1,1-1 0,-1 1 0,0 0 0,0-1 0,0 1 1,0 0-1,0 0 0,0-1 0,1 1 0,-1 0 0,0 0 1,0 0-1,0-1 0,0 1 0,1 0 0,-1 0 0,0 0 1,0 0-1,1-1 0,-1 1 0,0 0 0,0 0 0,1 0 1,-1 0-1,0 0 0,1 0 0,-1 0 0,0 0 0,0 0 1,1 0-1,-1 0 0,0 0 0,0 0 0,1 0 0,-1 0 1,1 0-1,-1 0 0,1 0 6,-1-1-1,0 1 1,0 0-1,1-1 0,-1 1 1,0 0-1,0-1 1,0 1-1,0 0 1,1-1-1,-1 1 0,0-1 1,0 1-1,0 0 1,0-1-1,0 1 0,0 0 1,0-1-1,0 1 1,0-1-1,0 1 0,0 0 1,0-1-1,-1 0 1,1 1-1,0-1 0,0 0 0,0 1 0,0-1 0,0 0 1,0 0-1,0 1 0,0-1 0,0 0 0,0 1 0,0-1 0,1 0 1,-1 1-1,0-1 0,0 0 0,1 0 0,0 1-11,-1-1 0,1 1 0,0 0-1,-1-1 1,1 1 0,0-1 0,-1 1 0,1-1-1,-1 0 1,1 1 0,-1-1 0,0 1 0,1-1 0,-1 0-1,0 0 1,1 1 0,-1-1 0,0 0 0,0 1 0,1-1-1,-1 0 1,0 0 0,0 1 0,0-1 0,0 0-1,0 0 1,0 0 0,0 1 0,-1-2 0,1 0 1,0 2 5,9-11-10,-7 10 9,-1-1-1,0 1 1,0-1-1,0 1 1,0-1-1,0 0 1,0 1 0,0-1-1,0 0 1,-1 1-1,1-1 1,-1 0-1,1 0 1,-1 0-1,0 0 1,0 1 0,0-4-1,9 3 3,-6 0-5,-3 2-23,-1-5 30,0 2 96,-7 7-38,6-4-95,2 6-258,0-10 324,2-5 68,-2 9-100,1 0 0,-1 0 0,0 0 0,1 0 0,-1 0 0,1 0 0,-1 0 1,0 0-1,1 0 0,-1-1 0,0 1 0,1 0 0,-1 0 0,0 0 0,0 0 0,1-1 1,-1 1-1,0 0 0,1 0 0,-1 0 0,0-1 0,0 1 0,1 0 0,-1-1 0,0 1 1,0 0-1,0 0 0,0-1 0,1 1 0,-1 0 0,0-1 0,0-14-10,0 14 10,0-1-1,0 0 1,0 1-1,0-1 1,0 0-1,0 1 1,0-1-1,1 0 1,0-2-1,2-1 1,-3 4-2,1-1-1,0 1 0,0-1 1,0 1-1,-1-1 1,1 1-1,-1-1 0,0 0 1,1 1-1,-1-1 1,0 0-1,0-2 0,0-51 38,0 55-34,0-1 0,0 0-1,0 0 1,0 1 0,0-1 0,0 0-1,1 0 1,-1 1 0,0-1 0,0 0-1,1 0 1,-1 1 0,0-1 0,1 0-1,-1 1 1,1-1 0,-1 0 0,2 0-1,-2 0 0,1 0 1,-1 1-1,1-1 0,-1 1 0,1-1 0,-1 0 0,0 1 0,1-1 0,-1 0 0,0 0 0,1 1 0,-1-1 1,0 0-1,0 0 0,0 1 0,0-1 0,0 0 0,0-1 0,0-122 76,0 122-75,0 0 0,0 0 0,-1 1 0,1-1 0,-1 0 1,1 0-1,-1 0 0,-1-2 0,1 2-1,0 0 0,0 0 0,1 0 1,-1 0-1,0 0 0,1 0 0,0 0 0,-1-3 0,2-10-4,-1 11 2,1 0-1,-1-1 1,0 1-1,0 0 1,-1-1-1,1 1 1,-3-6-1,0 3-4,2 5 5,0 1-1,1-1 0,-1 1 1,0-1-1,1 0 1,-1 0-1,1 1 1,0-1-1,-1-3 1,1 3 1,0 0 0,0 0 0,-1 0 0,1 0 0,-1 0 0,1 0 0,-1 0 0,-1-3 0,1 3 0,0 0 0,0 1 1,1-1-1,-1 0 0,0 0 1,1 0-1,0 0 0,-1-4 0,2 2 4,-1 0-1,0 0 0,0 0 1,-1 0-1,1 0 0,-1 0 1,0 0-1,0 0 0,0 0 1,0 0-1,-3-4 0,4 7 3,-1 0-1,1 0 0,-1 1 1,1-1-1,0 0 0,-1 0 0,1 0 1,0 0-1,0 0 0,0 0 1,0 0-1,0 0 0,0 0 0,0 0 1,0 0-1,0 1 0,1-3 1,-1-2 23,0 3-23,0 1 0,0-1 0,0 0 0,-1 1-1,1-1 1,-1 0 0,1 1 0,-1-1-1,-1-2 1,1 2-11,0 0 0,0 0 0,1 1-1,-1-1 1,1 0 0,-1 0 0,1 0-1,0 1 1,-1-1 0,1-2 0,0 3 5,0 0 0,0 1 0,0-1 1,0 0-1,0 0 0,0 1 0,-1-1 0,1 0 1,0 1-1,0-1 0,-1 0 0,1 1 1,-1-1-1,1 0 0,0 1 0,-1-1 0,0 0 1,0 0-1,1 1 1,-1-1-1,1 0 1,-1 1-1,1-1 1,0 0 0,-1 1-1,1-1 1,-1 0-1,1 0 1,0 0-1,0 1 1,0-1-1,-1 0 1,1 0 0,0 0-1,0-1 1,0 1 0,1-1 0,-1 1 0,0-1 0,-1 1 0,1 0 0,0-1 0,0 1 0,-1-1 0,1 1 0,0 0 0,-1-1 0,0 1 0,1 0 0,-1-1 0,0 1 0,1 0 0,-1 0 0,-2-2 0,2 1 2,1-1 0,-1 1 0,0 0-1,1-1 1,0 1 0,-1 0 0,1-1-1,0 1 1,0 0 0,1-1 0,0-3-1,-1-5 38,0 11-38,0 0-1,0 0 1,0 0-1,0-1 1,0 1-1,0 0 0,0 0 1,0 0-1,0-1 1,0 1-1,0 0 1,0 0-1,0-1 0,0 1 1,-1 0-1,1 0 1,0 0-1,0 0 0,0-1 1,0 1-1,0 0 1,-1 0-1,1 0 1,0 0-1,0 0 0,0 0 1,-1-1-1,1 1 1,0 0-1,0 0 1,0 0-1,-1 0 0,1 0 1,0 0-1,0 0 1,-1 0-1,1 0 1,0 0 0,-1 0 0,1 0 0,0 0 1,0 0-1,-1 0 0,1 0 0,0-1 0,0 1 0,-1 0 0,1 0 0,0 0 0,0 0 0,-1 0 0,1-1 1,0 1-1,0 0 0,0 0 0,0 0 0,-1-1 0,1 1 0,0 0 0,0 0 0,0 0 0,0-1 0,0 1 1,0 0-1,-1 0 0,1-1 0,0 1 0,0 0 0,0-1 0,0 1 0,0 0 0,0 0 0,0-1 0,0 0 1,1 1 0,-1 0 0,0-1 0,0 1 0,0-1 0,0 1-1,0 0 1,0-1 0,0 1 0,0-1 0,0 1 0,0-1 0,0 1-1,0 0 1,0-1 0,0 1 0,-1-1 0,1 1 0,0 0 0,0-1-1,0 1 1,-1 0 0,1-1 0,0 1 0,0 0 0,-1-1 0,1 1-1,0 0 1,-1-1 0,1 1 0,0 0 0,-1 0 0,0-1-1,-3-1 12,3 1-13,-1-1 1,1 1-1,0 0 0,0-1 1,0 1-1,0-1 1,0 1-1,0-1 1,0 0-1,-1-2 0,2 2 4,-1 0-1,1 1 0,-1-1 1,1 1-1,-1-1 0,0 1 1,0 0-1,0-1 0,0 1 1,0 0-1,0 0 0,0-1 0,0 1 1,-2-1-1,-3-4 17,-1 0-11,7 5-9,-1 1 1,1 0-1,-1-1 0,1 1 1,0 0-1,-1-1 0,1 1 1,0-1-1,-1 1 1,1-1-1,0 1 0,-1-1 1,1 1-1,0-1 1,0 1-1,0-1 0,-1 1 1,1-1-1,0 0 0,0 1 1,0-1-1,0 1 1,0-1-1,0 1 0,0-1 1,0-1-1,0 2 0,0 0 0,0 0 1,0-1-1,0 1 0,0 0 0,0 0 0,0-1 0,0 1 1,0 0-1,0 0 0,0-1 0,0 1 0,0 0 0,0 0 1,0-1-1,-1 1 0,1 0 0,0 0 0,0 0 0,0-1 1,0 1-1,-1 0 0,1 0 0,0 0 0,0-1 0,0 1 1,-1 0-1,1 0 0,0 0 0,0 0 0,-1 0 0,1 0 1,0 0-1,0 0 0,-1 0 0,1-1 0,-1 1 1,1 0-1,0 0 0,0 0 0,-1 0 1,1 0-1,0 0 0,0 0 0,0 0 1,-1 0-1,1 0 0,0 0 0,0 0 1,0 0-1,-1-1 0,1 1 1,0 0-1,0 0 0,0 0 0,0 0 1,-1 0-1,1-1 0,0 1 0,0 0 1,0 0-1,0 0 0,0-1 0,0 1 1,0 0-1,0 0 0,0 0 1,-1-1-1,1 1 0,0 0 0,0 0 1,0-1-1,0 1 0,0-1 1,-1 0 1,0 0-1,1 1 1,-1-1-1,0 0 0,0 0 1,1 1-1,-1-1 0,0 1 1,0-1-1,-2 0 0,-6-4 6,7 4-1,1 1 6,-1 0-5,1 0 0,0 0-1,-1-1 1,1 1 0,0 0-1,0-1 1,0 1-1,-1-1 1,1 1 0,0-1-1,-2-1 1,2 1-6,-1 0-1,0 0 1,1 0 0,-1 1-1,0-1 1,0 0 0,0 1-1,0-1 1,0 1 0,0 0-1,0-1 1,-2 1-1,-17-7 22,-1 4-23,20 2-3,-1 0 1,1 0 0,0 1-1,-1 0 1,1-1-1,-1 1 1,1 0 0,0 0-1,-1 0 1,1 0-1,-1 1 1,-1 0-1,-27 7-11,22-6 29,-1 0 1,1 1 0,0 0 0,0 1 0,-13 7 0,11-5-29,1-1 1,-13 4-1,12-4-6,0 0 0,-11 6-1,7-4 18,13-6 3,1-1-1,-1 1 1,1 0-1,-1-1 1,1 1-1,-1 0 1,1 0-1,-1 0 1,1 1-1,0-1 1,-1 0-1,0 2 0,-8 2-5,0-1-6,6-1 9,-1 1 0,1 0 0,1 0 0,-1 0-1,-4 6 1,-6 8-22,11-15 18,1 0 0,0 0-1,0 0 1,0 1-1,0-1 1,-1 5 0,-7 11-42,2-7-29,-6 7-303,0 1 1,2 1 0,0 0 0,-14 38-1,11-19-1000,10-28 53,0 1 1,-5 25 0,7-25-70,2-11 946,0 1-1,0-1 1,0 1 0,1-1-1,-1 1 1,1 0 0,0-1-1,0 1 1,0 0 0,0-1-1,1 5 1,6 12-3544,-5-4 63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46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83 1776,'0'0'1537,"0"8"1393,0-8-2852,0 0 0,0 0 0,0 1 0,0-1 0,0 0 1,0 1-1,0-1 0,0 0 0,0 0 0,0 0 0,-1 1 1,1-1-1,0 0 0,0 0 0,0 1 0,0-1 0,-1 0 1,1 0-1,0 0 0,0 1 0,0-1 0,-1 0 0,1 0 1,0 0-1,0 0 0,-1 0 0,1 0 0,0 1 0,0-1 1,-1 0-1,1 0 0,0 0 0,0 0 0,-1 0 0,1 0 1,0 0-1,0 0 0,-1 0 0,1 0 0,0 0 0,0 0 1,-1-1-1,0 1-405,-1 0 1469,2 1-1104,0-1-1,1 0 1,-1 0 0,0 0 0,0 1-1,0-1 1,0 0 0,0 0-1,0 1 1,0-1 0,0 0-1,0 0 1,0 1 0,0-1 0,0 0-1,0 0 1,0 1 0,-1-1-1,1 0 1,0 0 0,0 0 0,0 1-1,0-1 1,0 0 0,0 0-1,-1 0 1,1 0 0,0 1 0,0-1-1,0 0 1,-1 0 0,-6 0 236,5 0-28,2 0-235,0 0-1,0 0 1,1 0 0,-1-1 0,0 1 0,0 0-1,0 0 1,0 0 0,0-1 0,0 1 0,0 0-1,0 0 1,0 0 0,0 0 0,0-1 0,0 1-1,0 0 1,-1 0 0,1 0 0,0-1 0,0 1-1,0 0 1,0 0 0,0 0 0,0 0 0,0 0 0,0-1-1,-1 1 1,1 0 0,0 0 0,0 0 0,0 0-1,-1 0 1,-6-2 124,5 2-24,2 0-106,0 0 0,1 0 0,-1 0 0,0 0 0,0-1 1,0 1-1,0 0 0,0 0 0,0 0 0,0-1 1,0 1-1,0 0 0,0 0 0,0 0 0,0-1 1,0 1-1,0 0 0,-1 0 0,1 0 0,0 0 1,0-1-1,0 1 0,0 0 0,0 0 0,0 0 1,0 0-1,0 0 0,-1-1 0,1 1 0,0 0 1,0 0-1,0 0 0,-1 0 0,-2-2 42,2 2-43,1 0 1,0 0 0,0 0 0,-1 0 0,1 0 0,0 0 0,0 0 0,0 0 0,-1 0 0,1 0 0,0 0 0,0 0 0,0-1 0,-1 1 0,1 0 0,0 0-1,0 0 1,0 0 0,0-1 0,-1 1 0,1 0 0,0 0 0,0 0 0,0 0 0,0-1 0,0 1 0,0 0 0,0 0 0,0 0 0,-1-1 0,1 1-1,0 0 1,0 0 0,0-1 0,0 1 0,-11-2 501,11 2-500,0 0-1,0 0 1,0 0 0,0 0 0,0 0 0,0 0 0,0 0 0,0 0 0,0 0 0,0 0 0,0-1 0,0 1 0,-1 0-1,1 0 1,0 0 0,0 0 0,0 0 0,0 0 0,0 0 0,0 0 0,0 0 0,0 0 0,0 0 0,0 0 0,0 0-1,0 0 1,0 0 0,0 0 0,0 0 0,0 0 0,0 0 0,0 0 0,0 0 0,0 0 0,0-1 0,0 1 0,0 0-1,0 0 1,0 0 0,0 0 0,0 0 0,0 0 0,0 0 0,0 0 0,0 0 0,0 0 0,0 0 0,0 0 0,0 0-1,0 0 1,0-1 0,-8 5 51,8-6-48,-1 1 0,1-1 0,-1 1 0,1-1 0,0 1 0,0-1 0,0 0 0,0 1 0,0-1 0,0-2 0,0 2 37,0-7-72,0 8-1,0 5 33,0-4-6,0 1 0,0-1 0,0 0 0,0 0 0,0 1 0,0-1 0,0 0 0,0 0 0,0 0 0,0 1 0,0-1 0,0 0 0,0 0 0,0 1 0,0-1 0,0 0 0,0 0 0,1 0 0,-1 1 0,0-1 0,0 0 0,0 0 0,0 0 0,0 1 0,1-1 0,-1 0 0,0 0 0,0 0 0,0 0 0,0 0 0,1 1 0,-1-1 0,0 0 0,0 0 0,0 0 0,1 0 0,-1 0 0,0 0 1,0 0-1,1 0 0,-1 0 0,0 0 0,1 0 0,2-1 3,1-12-94,-1 12 86,1-1 1,-1 1-1,0-1 1,0 0-1,0 0 0,0-1 1,0 1-1,4-5 1,5-4-70,-6 8 66,-5 3 8,0 0-1,0 0 0,-1-1 1,1 1-1,0-1 1,0 1-1,0-1 0,0 1 1,-1-1-1,1 1 0,0-1 1,-1 0-1,1 1 0,0-1 1,-1 0-1,1 1 1,0-3-1,1 3-10,0 0 0,0-1 0,0 1 0,0 0 0,0 0 0,0 0 0,0 0 0,0 1 1,2-1-1,-4 1 8,0-1 1,0 1-1,0-1 1,0 1 0,0-1-1,0 0 1,0 1-1,0-1 1,0 1 0,0-1-1,0 1 1,0-1-1,1 0 1,-1 1 0,0-1-1,0 1 1,0-1-1,0 0 1,1 1 0,-1-1-1,0 0 1,1 1-1,-1-1 1,0 0 0,1 1-1,-1-1 1,0 0-1,1 1 1,-1-1 0,0 0-1,1 0 1,2 2-3,1 10-43,-3-12 48,6 6-7,-6 8 66,-1-13-31,0 2-31,-1-1 0,1 1 0,0-1-1,0 1 1,0-1 0,0 1 0,1 2-1,-1 0-21,0 0 31,0 1 0,0-1 0,-1 1 0,1-1 0,-1 1-1,-1-1 1,1 1 0,-3 5 0,0 16 38,1-20-38,2-5-5,0 0 0,1-1 0,-1 1 0,0-1 0,1 1 1,-1 0-1,1 0 0,0-1 0,-1 5 0,1-4 0,0 0-1,0 0 1,-1 0 0,1 0 0,-1 0 0,1-1-1,-1 1 1,-1 3 0,1-3 0,0 0-1,0 0 1,1 0 0,-1 0 0,0-1 0,1 1-1,0 0 1,-1 4 0,1-3 3,0 0 1,-1 0-1,1-1 0,-1 1 1,0 0-1,-1 4 0,0-4-2,2-1-1,-1 1 0,0 0 1,0-1-1,1 1 1,-1 4-1,1-5-1,0 1 0,0 0 0,-1-1 0,1 1 0,-1-1-1,0 1 1,-1 3 0,1-3 1,0-1 0,0 1 0,0 0 0,1-1-1,-1 1 1,1 0 0,-1 4 0,1-5 9,0 0 0,0 0 1,-1-1-1,1 1 0,-1 0 1,1 0-1,-1-1 0,-1 3 0,1-2 25,0 0 1,0 0-1,1 1 0,-1-1 0,1 0 0,-1 0 0,1 0 0,-1 4 1,1-3 10,0-1 0,-1 1 0,1 0 1,-1-1-1,1 0 0,-3 5 1,2-4 24,0 0 0,0 0 0,0 0 1,1-1-1,-1 1 0,0 6 0,1-4 2,-1-1 0,1 1-1,-1-1 1,-2 6-1,2-5-24,-1 0 0,1 0-1,0 0 1,0 8 0,1-11-33,0 1 0,0-1 1,0 0-1,-1 1 0,1-1 0,-1 0 1,0 0-1,-1 4 0,1-4 12,0 0 0,0 1-1,0-1 1,1 1 0,-1-1 0,1 1-1,0-1 1,-1 4 0,1 2 88,-1 0 0,0 0 0,0-1 0,-5 15 0,5-17-61,0 0 1,0 0-1,1 0 1,0 0-1,-1 0 1,2 9-1,0 5-3,-1-19-51,0 0 0,0 1 1,0-1-1,0 0 1,0 0-1,0 0 0,0 1 1,0-1-1,0 0 0,0 0 1,0 1-1,0-1 1,0 0-1,0 0 0,0 0 1,0 1-1,0-1 1,0 0-1,-1 0 0,1 0 1,0 1-1,0-1 1,0 0-1,0 0 0,-1 0 1,1 0-1,0 1 0,0-1 1,0 0-1,0 0 1,-1 0-1,1 0 0,0 0 1,0 0-1,-1 0 1,1 0-1,0 0 0,0 1 1,-1-1-1,1 0 0,0 0 1,-1 0-1,1 0 0,0 0 0,-1 0 0,1 0 1,0 0-1,0 0 0,-1 0 0,1 0 0,0 1 1,0-1-1,0 0 0,-1 0 0,1 0 0,0 0 1,0 1-1,0-1 0,-1 0 0,1 0 1,0 0-1,0 1 0,0-1 0,0 0 0,0 0 1,-1 1-1,1-1 0,0 0 0,0 1 0,0-1 1,0 0-1,0 0 0,0 1 0,0-1 1,0 0-1,0 0 0,0 1 0,0-1 0,0 1 1,0 2 333,0-6-47,0 2-79,0-7 510,0 5-641,0 1-40,0-1-1,0 0 1,0 1-1,0-1 0,0 0 1,1 1-1,0-4 1,0 4-40,1 0 0,-1 0 0,0 0 0,0 0 0,0 0 0,-1 0 0,1-1-1,0 1 1,-1 0 0,0 0 0,1-1 0,-1 1 0,0 0 0,0-1 0,-1-3 0,1 4 1,1 0 0,0 0 1,0-1-1,1 1 1,-1 0-1,0 0 1,1 0-1,-1 1 0,1-1 1,1-2-1,2-1 3,-1-8 12,1 10-18,-1 1-1,1 0 1,0 0 0,0 0-1,0 1 1,6-2 0,70 3-4,-73 3 11,-7-2-1,0-1 0,-1 1-1,1-1 1,0 0-1,0 1 1,0-1 0,-1 0-1,1 0 1,0 1-1,0-1 1,0 0 0,-1 0-1,2 0 1,3 0-8,0 1 0,0-1 1,0 1-1,8 3 0,-12-4 8,-1 0-1,0 0 0,1 0 0,-1 0 0,1 0 0,-1 0 0,1 0 1,-1 0-1,1 0 0,-1 0 0,1 0 0,-1 0 0,1 0 0,-1 0 1,1 0-1,-1 0 0,1 0 0,-1-1 0,1 1 0,-1 0 0,0 0 1,1-1-1,0 1 0,9-4 18,-7 5-1,1 0 8,11-10-12,18-18-40,-32 26 28,0 0-1,0 0 1,0 0 0,0 0 0,0 0 0,0 0 0,0-1 0,0 1 0,0 0-1,-1 0 1,1-1 0,0 1 0,0-2 0,-1 1 1,1 1 0,0-1-1,-1 0 1,1 1 0,0-1 0,0 1 0,0-1 0,2-1-1,-1 1 5,1 0-1,-1-1 0,0 1 0,0-1 0,0 1 0,-1-1 0,1 0 1,-1 0-1,1 0 0,1-6 0,-3 8 4,0-1 0,0 1 0,0 0-1,1-1 1,-1 1 0,0 0 0,1 0 0,-1-1 0,1 1-1,-1 0 1,1 0 0,1-2 0,-2 2-4,1 0 0,0 0 0,-1 0 0,1 0 0,-1 0 0,0 0 0,1 0 0,-1 0 0,0 0 1,1 0-1,-1-1 0,0 0 0,0 1 5,0 0-15,0 1 0,0 0 0,0 0 0,0 0 1,0-1-1,0 1 0,0 0 0,0 0 0,0-1 0,0 1 1,0 0-1,0 0 0,0-1 0,0 1 0,0 0 0,0 0 1,0 0-1,0-1 0,0 1 0,0 0 0,0 0 0,0-1 1,0 1-1,-1 0 0,1 0 0,0 0 0,0 0 0,0-1 1,0 1-1,-1 0 0,1 0 0,-7 0 14,5 0-16,0 0-871,-9-2-619,11 2 1376,-1 0 1,1 0 0,0 0 0,-1 0 0,1 0 0,-1 0 0,1 0 0,0 0 0,-1 0-1,1-1 1,-1 1 0,1 0 0,0 0 0,-1-1 0,1 1 0,0 0 0,-1 0 0,1-1-1,0 1 1,-1 0 0,1-1 0,0 1 0,0 0 0,0-1 0,-1 1 0,1-1 0,0 1 54,0-1 1,0 1 0,0 0-1,0 0 1,0 0 0,0-1 0,0 1-1,0 0 1,0 0 0,0 0 0,0-1-1,-1 1 1,1 0 0,0 0-1,0 0 1,0-1 0,0 1 0,0 0-1,0 0 1,-1 0 0,1 0-1,0 0 1,0-1 0,0 1 0,0 0-1,-1 0 1,1 0 0,0 0 0,0 0-1,0 0 1,-1 0 0,1 0-1,0 0 1,0 0 0,-5-3-1111,1-18-2547,-3 4 1594,5 2-243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47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538 209 1292,'0'-3'338,"-1"0"0,1 0 1,-1 0-1,0 0 0,0 0 0,0 0 0,0 0 0,-1 0 1,1 0-1,-1 0 0,0 0 0,1 1 0,-1-1 0,-5-3 1,1-1 336,-1 1 0,-1-1 1,-14-8-1,18 12-448,0 0 0,0 0-1,1-1 1,-5-4 0,5 4-84,0 1 0,0 0 0,0 0 0,0 1 0,0-1 0,0 1 0,-1 0-1,-5-3 1,8 4-94,0 1-1,-1-1 1,1 1-1,0-1 0,-1 1 1,1-1-1,0 0 0,0 0 1,0 0-1,0 0 0,0 0 1,0 0-1,0 0 1,0 0-1,0 0 0,0 0 1,0 0-1,1-1 0,-2-1 1,0 1 124,0-1-1,-1 1 1,0-1 0,0 1 0,1 0 0,-1 0 0,0 0-1,-6-2 1,-3-2 375,3 0-139,-1 1 0,0 0 0,-1 1 1,-15-5-1,24 9-303,0-1 0,0 1 0,0-1 0,0 1 1,0 0-1,0 0 0,0 0 0,0 1 0,0-1 0,0 0 0,0 1 1,0-1-1,0 1 0,-3 0 0,-2 2 13,-1 1 0,1-1 1,0 1-1,0 1 0,0-1 0,0 1 0,1 0 1,0 1-1,0-1 0,0 1 0,-5 7 0,-7 12 100,-25 42-1,37-58-183,1 2-5,0-1 1,0 2 0,-5 18 0,1-3 10,-24 68 82,28-81-110,1 0-1,1 0 1,-3 21-1,4-15 1,-2 48 45,0-50-43,3-12-9,0-1 1,0 1-1,0 0 1,1 0-1,0 0 1,1 10-1,2 1 9,-1-5-2,0 0 0,0 17 0,-1-3-1,8 43 0,-7-56-7,17 57 26,-17-51-24,0-6 3,-1-1 1,7 19-1,3 9-8,-5-19 59,0-1-1,16 35 1,44 56 47,-57-99-132,1 0 0,0 0 0,0-1 0,15 12-1,10 11 147,-22-22-132,0-1 1,1 0-1,0-1 1,1 0-1,0-1 1,20 8-1,-26-13 6,1 0 0,0 0 0,16 3 0,-22-7 5,1 1 1,-1 0 0,0-1-1,1 0 1,-1 0-1,0 0 1,1-1 0,-1 1-1,0-1 1,1 0-1,4-2 1,6-3 0,-5 3 7,-1-1-1,1-1 0,-1 1 0,11-8 0,1-8 0,0 0 0,-2-1 0,18-24-1,-23 27-10,-8 10 2,0-1-1,-1 0 0,6-14 1,7-10 8,-8 15-1,-1 0-1,14-37 1,-13 29 7,-4 11 47,9-32 0,7-57 318,-20 91-322,-1-1 0,0 1 0,-2-24 0,0 5 33,2 0 4,-1 18-52,1-1 0,-2 0 0,-2-19 0,-6-12 37,3 9-32,-21-66 0,18 69-65,8 25 18,-1 0 0,0 1 0,-6-15 0,-2 1 118,-2 0 0,0 0 1,-20-27-1,27 43-77,-1 0 0,0 1 0,-10-9 1,-6-4 52,18 13-86,-1 1 1,0 0-1,0 1 0,0-1 1,0 1-1,0 0 0,0 0 1,-1 0-1,0 1 0,-11-3 1,4 2-24,-1 1 0,-23-1 0,18-1-51,17 3 58,1 1 0,0-1 0,-1 1 0,1-1 0,-1 1 0,1 0 1,-1 0-1,1-1 0,0 1 0,-1 0 0,1 1 0,-1-1 0,1 0 0,-1 0 0,-1 1 0,-8 3-394,1 1-1,-1 1 0,1 0 0,0 0 1,0 1-1,-14 13 0,22-19 185,1 1 0,-1 0-1,1-1 1,0 1 0,-1 0 0,1 0-1,0 0 1,0 0 0,0 0 0,-1 3-1,-7 13-2118,-15 23-8219,15-34 7385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48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1 324 1488,'0'0'4052,"0"12"2924,0-17-5726,0 3-897,0 0 0,-1 0 0,1-1 0,0 1 0,0 0 0,1 0 0,-1 0 0,0 0 0,1-1 0,0-2 0,1 4-260,5-5 211,-7-10 950,0-31-168,1 46-1077,-1 1 0,0-1-1,0 0 1,0 0 0,0 0 0,1 0 0,-1 0 0,0 0 0,1 1-1,-1-1 1,1 0 0,-1 0 0,2-1 0,-1 2-3,-1-1-1,1 0 1,-1 0 0,1 1 0,-1-1 0,1 0 0,-1 0-1,0 0 1,1 0 0,-1 1 0,0-1 0,0 0-1,0-2 1,0-6 92,0 7-76,-1 0-1,1 0 1,0 0-1,0 0 1,0 0-1,0 0 1,0 0 0,1 1-1,-1-1 1,0 0-1,2-3 1,-1 3-4,1 0-1,-1 1 1,0-1 0,-1 0-1,1 0 1,0 1 0,0-1-1,-1 0 1,1 0 0,-1 0-1,0 0 1,1 0 0,-1 0-1,0 0 1,-1-4 0,2 6-14,-1-1 0,1 0 0,-1 1 0,1-1 0,-1 1 0,1-1 0,0 0 1,-1 1-1,1-1 0,0 1 0,-1 0 0,2-1 0,-1 0 1,-1 1-4,0 0 0,0 0-1,0-1 1,1 1 0,-1 0-1,0 0 1,0-1 0,0 1-1,0 0 1,1-1 0,-1 1 0,0 0-1,0-1 1,0 1 0,0 0-1,0 0 1,0-1 0,0 1-1,0 0 1,0-1 0,0 1-1,0 0 1,0-1 0,0 0-6,0 0-1,0 0 1,0 0 0,0 0 0,0 0 0,0 0-1,0 0 1,1 0 0,-1 0 0,0 0 0,1 0-1,-1 1 1,1-1 0,-1 0 0,1 0 0,-1 0-1,1 0 1,0 1 0,-1-1 0,1 0-1,1 0 1,1-12 21,1 12-9,-4 1-7,0 0 0,1 0 1,-1 0-1,0 0 0,0 0 1,1 0-1,-1 0 0,0 0 0,0 0 1,1-1-1,-1 1 0,0 0 1,0 0-1,0 0 0,1 0 0,-1 0 1,0-1-1,0 1 0,0 0 1,0 0-1,1 0 0,-1-1 1,0 1-1,0 0 0,0 0 0,0 0 1,0-1-1,0 1 0,0 0 1,0 0-1,0-1 0,0 1 1,1 0-1,-1 0 0,0-1 0,0 1 1,0 0-1,-1-1 0,1 1 0,0-1 0,0 1 0,0-1 0,0 1 0,0-1 0,0 1 0,0-1 0,1 1 0,-1-1 0,0 1 0,0-1 0,0 1 0,0-1 0,1 1 0,-1-1 0,0 1 0,0 0 0,1-1 0,-1 1 0,0-1 0,1 1 0,-1 0 0,0-1 0,1 1 0,-1 0 0,1-1 0,-1 1 0,1 0 0,-1 0 0,2-1 0,-1 1-1,9-11-11,-8 9 12,-1 1 0,1-1 1,-1 0-1,1 1 0,-1-1 1,0 0-1,2-3 1,-3 5-1,0 0 1,0-1-1,0 1 1,0 0-1,0 0 1,0-1-1,0 1 1,0 0-1,0 0 1,0-1-1,1 1 1,-1 0-1,0 0 1,0-1-1,0 1 1,0 0-1,0 0 1,0-1-1,0 1 1,1 0-1,-1 0 1,0 0-1,0-1 1,0 1-1,1 0 1,-1 0-1,0 0 1,0 0-1,0 0 1,1-1 0,-1 1-1,0 0 1,0 0-1,1 0 1,-1 0-1,0 0 1,0 0-1,1 0 1,-1 0-1,0 0 1,0 0-1,1 0 1,-1 0-1,0 0 1,0 0-1,1 0 1,1 0-1,-2 0 0,0 0 0,0 0 0,0 0 0,0 0 0,0 0 0,0 0 0,0 0 0,0 0 0,0 0 0,1 0 0,-1 0 0,0 0 0,0 0 0,0 0 0,0 0-1,0 0 1,0 0 0,0-1 0,0 1 0,0 0 0,0 0 0,0 0 0,0 0 0,0 0 0,1 0 0,-1 0 0,0 0 0,0 0 0,0-1 0,0 1 0,0 0 0,0 0 0,0 0 0,0 0 0,0 0 0,0 0 0,0 0 0,0 0 0,0 0 0,0-1 0,0 1 0,0 0 0,0 0 0,-1 0 0,1 0 0,0 0 0,0 0-1,0 0 0,0-1 1,0 1-1,0 0 0,0 0 1,0 0-1,0 0 0,0 0 0,0 0 1,0 0-1,0 0 0,0 0 1,0-1-1,0 1 0,0 0 1,0 0-1,0 0 0,0 0 1,0 0-1,0 0 0,0 0 1,0 0-1,0-1 0,0 1 1,0 0-1,1 0 0,-1 0 1,0 0-1,0 0 0,0 0 1,0 0-1,0 0 0,0 0 1,0 0-1,0 0 0,0 0 1,0 0-1,0 0 0,1 0 1,-1-1-1,0 1 0,0 0 1,0 0-1,0 0 0,8-2-22,-7 1 24,0 1-1,0-1 1,-1 1-1,1-1 1,0 1-1,0 0 1,0-1 0,-1 1-1,1 0 1,0 0-1,0 0 1,0 0-1,0-1 1,1 2 0,-1-1-1,-1 0 0,1 0 0,-1 0 1,1 0-1,-1-1 0,1 1 0,-1 0 0,1 0 1,-1 0-1,1 0 0,-1 0 0,1-1 1,-1 1-1,0 0 0,1 0 0,-1-1 0,1 1 1,-1 0-1,1-1 0,1-1 2,-1 1-1,1 0 1,0 0-1,0 0 1,-1 0-1,1 0 1,0 0 0,0 0-1,3 0 1,-4 1-3,-1 0 1,0 0 0,0 0 0,1 0 0,-1 0 0,0 0-1,0 0 1,1 0 0,-1 0 0,0-1 0,0 1-1,1 0 1,-1 0 0,0 0 0,0 0 0,0 0 0,1 0-1,-1 0 1,0-1 0,0 1 0,1 0 0,-1 0-1,0 0 1,0-1 0,0 1 0,0 0 0,0 0 0,1 0-1,-1-1 1,0 1 0,0 0 0,0 0 0,0-1 0,4 0-14,-3 1 17,0 0 1,-1 1 0,1-1 0,-1 0 0,1 1 0,0-1 0,-1 1-1,1-1 1,-1 1 0,1-1 0,-1 1 0,0-1 0,1 1 0,-1-1-1,1 1 1,-1-1 0,0 1 0,1 0 0,2 4 115,-3-5-117,1-1 1,-1 1-1,0 0 0,1 0 0,-1 0 0,0 0 0,1 0 0,-1 0 1,0 0-1,0 0 0,1 0 0,-1 1 0,0-1 0,1 0 0,-1 0 0,0 0 1,0 0-1,1 0 0,-1 0 0,0 1 0,0-1 0,1 0 0,-1 0 1,0 0-1,0 0 0,1 1 0,-1-1 0,0 0 0,0 0 0,0 1 1,0-1-1,1 0 0,-1 1 0,0-1 0,0 0 0,0 0 0,0 1 0,0-1 1,0 2 29,0-2-31,0 0-1,0 0 1,0 0 0,0 0 0,0 1 0,0-1 0,0 0 0,0 0 0,0 0 0,0 1 0,0-1 0,0 0 0,0 0 0,0 0-1,0 0 1,0 1 0,0-1 0,0 0 0,0 0 0,0 0 0,0 0 0,0 1 0,0-1 0,1 0 0,-1 0 0,0 0 0,0 0-1,0 1 1,0-1 0,0 0 0,1 0 0,-1 0 0,0 0 0,4 2 5,-4-2-5,0 0-1,1 0 1,-1 0-1,0 0 1,0 0-1,1 0 1,-1 0-1,0 0 1,0 0-1,0 0 1,1 0-1,-1 0 1,0 1-1,0-1 1,0 0-1,0 0 1,1 0-1,-1 0 1,0 0 0,0 1-1,0-1 1,0 0-1,0 0 1,1 0-1,-1 1 1,0-1-1,0 0 1,0 0-1,0 0 1,0 1-1,0-1 1,0 0-1,0 0 1,0 1-1,0-1 1,0 1 8,0-1-9,0 0 1,0 0-1,0 0 0,0 1 1,0-1-1,0 0 0,0 0 1,0 0-1,0 0 0,-1 0 1,1 0-1,0 0 0,0 0 1,0 0-1,0 0 0,0 0 1,0 1-1,0-1 1,0 0-1,0 0 0,0 0 1,0 0-1,0 0 0,0 0 1,0 0-1,0 0 0,0 0 1,0 1-1,0-1 0,0 0 1,0 0-1,0 0 0,0 0 1,0 0-1,0 0 0,0 0 1,0 0-1,0 0 0,1 1 1,-1-1-1,0 0 0,0 0 1,0 0-1,0 0 0,0 0 1,0 0-1,0 0 0,0 0 1,0 0-1,0 0 1,0 0-1,1 0 0,-1 0 1,0 0-1,0 0 0,0 0 1,0 0-1,7 7 7,-6-5-5,1-1 16,-2 0-11,0 4-8,0-5 2,0 0 0,0 1 0,0-1 0,0 0 0,0 1 0,0-1 0,0 0-1,0 1 1,0-1 0,0 0 0,0 1 0,0-1 0,-1 0 0,1 1 0,0-1 0,0 0-1,0 1 1,-1-1 0,1 0 0,0 0 0,0 1 0,-1-1 0,1 0 0,0 0 0,0 0-1,-1 1 1,1-1 0,0 0 0,-1 0 0,1 0 0,-2 0 6,7 0 2,-4 2 10,0 1 0,-1-1 1,0 1-1,1 0 0,-1-1 1,0 1-1,-1 4 0,1-4 7,0 10 36,1-9-51,-1 0 0,0-1 0,1 1 0,-2 0-1,1 0 1,0-1 0,-1 1 0,0 0 0,0 0 0,0-1 0,0 1 0,-4 6 0,5-9-9,-1 0 0,1 0 0,-1 0 0,1 0 0,0 0 0,-1 0-1,1 0 1,0 0 0,0 0 0,0 0 0,0 0 0,0 0 0,0 0 0,0 0 0,0 0 0,0 0 0,0 1 0,1 7 17,0-6-16,-1 0 0,0-1 0,0 1 0,0-1 0,-1 1 0,1-1 0,-1 1 0,1-1 0,-1 1 0,0-1 0,0 1 0,0-1 0,0 0 0,-2 4 0,2-2-2,0 0 1,1 0-1,0 1 0,-1-1 1,2 8-1,-1-4 15,0-7-13,0 0-1,0-1 1,0 1-1,0 0 1,-1 0 0,1 0-1,0 0 1,-1 0-1,1-1 1,-1 1 0,1 0-1,-1 0 1,0 1-1,0-1 0,1-1 0,-1 1 0,1 0 0,-1 0 0,1-1 0,-1 1 0,1 0 0,0 0 0,-1 0 0,1 0 0,0-1 0,0 1 0,-1 2 0,1-2 0,0 0 0,0-1-1,0 1 1,0 0 0,0 0 0,0-1 0,0 1-1,0 0 1,-1 0 0,1-1 0,0 1 0,-1 0-1,1 0 1,0-1 0,-1 1 0,1 0 0,-1-1-1,0 2 1,0-2 0,1 1-1,-1 0 0,1-1 1,-1 1-1,1 0 1,-1-1-1,1 1 0,0 0 1,-1-1-1,1 1 1,0 0-1,0 0 0,0-1 1,-1 1-1,1 0 1,0 0-1,0-1 0,0 3 1,0-1 0,0-1 0,0 1 1,-1 0-1,1-1 1,0 1-1,-1 0 0,0-1 1,-1 4-1,1-3 1,0 0-1,1 0 1,-1 0-1,0 0 1,1 0-1,-1 0 1,1 0-1,0 0 1,-1 3-1,1-3 0,0-1 0,0 1 1,-1 0-1,1-1 0,-1 1 0,1 0 0,-1-1 0,-1 3 0,1-2 0,0 0 0,1 0-1,-1 0 1,0 0 0,1 0 0,-1 0 0,1 1 0,0-1 0,-1 2 0,1-3-1,0 0 0,0 1 0,0-1 1,0 0-1,0 0 0,-1 0 0,1 0 1,0 0-1,-1 1 0,1-1 1,-1 0-1,0 0 0,0 1 0,0-1 1,1 0-1,-1 0 0,0 0 0,1 0 1,-1 1-1,1-1 0,-1 0 0,1 0 1,0 1-1,0-1 0,-1 0 0,1 1 1,0 1-1,0-2 2,1 5-4,-1-1 0,1 1 0,-2 0 0,1-1 0,-1 1 0,-1 5 0,1-9 0,0 0 0,0-1 0,0 1 0,0 0 0,0 0 0,1 0 0,-1-1 1,0 1-1,1 0 0,0 0 0,-1 0 0,1 0 0,0 0 0,0 0 0,0 0 0,0 4 0,0 0-6,1 8 38,-1-14-30,0 1-1,0-1 1,0 0 0,0 1 0,1-1 0,-1 0 0,0 1-1,0-1 1,0 0 0,1 0 0,-1 1 0,0-1 0,0 0 0,1 0-1,-1 1 1,0-1 0,0 0 0,1 0 0,-1 0 0,0 1-1,1-1 1,-1 0 0,0 0 0,1 0 0,-1 0 0,0 0-1,1 0 1,-1 0 0,0 0 0,1 0 0,-1 0 0,2 0 22,-4 0-18,-5 0-3,5 0 6,2 0-16,1 1 8,-1-1-1,0 0 1,0 0 0,0 0 0,0 0 0,0 0 0,1 1 0,-1-1 0,0 0 0,0 0-1,0 0 1,0 0 0,1 0 0,-1 0 0,0 0 0,0 0 0,0 0 0,1 0-1,-1 0 1,0 1 0,0-1 0,0 0 0,1 0 0,-1 0 0,0-1 0,0 1 0,0 0-1,1 0 1,-1 0 0,0 0 0,0 0 0,0 0 0,1 0 0,-1 0 0,0 0 0,0 0-1,0 0 1,0-1 0,1 1 0,-1 0 0,0 0 0,0 0 0,0 0 0,0-1 0,0 1-1,0 0 1,1 0 0,-1 0 0,0 0 0,0-1 0,0 1 0,0 0 0,0 0 0,0 0-1,0-1 1,2-12 135,-2 13-132,0-1 0,0 0-1,1 1 1,-1-1 0,0 0 0,0 1-1,0-1 1,1 0 0,-1 1-1,0-1 1,1 1 0,-1-1-1,0 0 1,1 1 0,-1-1-1,1 0 1,0 1-2,-1-1 0,1 0 1,0 1-1,-1-1 0,1 0 0,-1 0 0,0 0 0,1 1 0,-1-1 1,0 0-1,1 0 0,-1 0 0,0 0 0,0 0 0,0 1 1,0-3-1,0 1 0,0 0 1,1 0-1,-1 0 0,0 0 1,1 0-1,-1 0 1,1 0-1,0 1 1,1-4-1,-1 3-1,0 1 0,-1-1 0,1 1 0,0-1 0,-1 0-1,0 0 1,1 1 0,-1-1 0,0-2 0,2-6-12,-1 1 0,2 0 1,-1 0-1,1 0 0,1 0 0,-1 0 0,10-15 0,-2-3 2,-10 27 12,-1 0-1,0-1 0,0 1 1,1 0-1,-1-1 1,0 1-1,0 0 0,0-1 1,1 1-1,-1-1 0,0 1 1,0-1-1,0 1 1,0 0-1,0-1 0,0 1 1,0-1-1,0 1 0,0-1 1,0 1-1,0-1 0,1-6 4,2 4-5,-2 3-1,-1 0 1,1-1-1,-1 1 1,0 0-1,1-1 1,-1 1-1,1-1 1,-1 1-1,0 0 1,1-1-1,-1 1 1,0-1-1,0 1 1,0-1-1,1 1 1,-1-1-1,0 0 0,0 1 1,0-1-1,0 1 1,0-1-1,0 1 1,0-2-1,0 2 1,0 0 0,0-1 0,0 1 0,0-1 0,0 1 0,0-1 0,1 1 0,-1-1 0,0 1 0,0 0 0,0-1 0,0 1 0,1-1 0,-1 1 0,0 0-1,0-1 1,1 1 0,-1-1 0,0 1 0,0 0 0,1-1 0,-1 1 0,1 0 0,-1 0 0,0-1 0,1 1 0,-1 0 0,1 0 0,-1 0 0,0-1 0,1 1 0,-1 0-1,1 0 1,1-1-4,0 1-20,3 0 16,-2 0 2,-1 0 1,1 0 0,-1-1 0,1 1-1,0-1 1,-1 0 0,1 1 0,2-3-1,8-4-3,-4 6 9,-9 1 0,1 0 0,-1 0-1,0 0 1,1 0 0,-1 0 0,0 0-1,1-1 1,-1 1 0,0 0 0,1 0-1,-1 0 1,0 1 0,1-1 0,-1 0-1,0 0 1,1 0 0,-1 0 0,0 0-1,1 0 1,-1 0 0,0 0 0,1 1-1,-1-1 1,0 0 0,0 0 0,1 0-1,-1 1 1,0-1 0,0 0 0,1 1-1,-1-1 1,0 0 0,0 0 0,0 1-1,1-1 1,-1 0 0,0 1 0,0-1-1,0 1 1,2-1-19,1 1-1,-1-1 1,0 0-1,1 0 1,-1 0-1,0 0 1,1 0-1,2-1 1,-1-2-95,0 1-6,-1 0 1,1 0-1,-1 0 1,0-1-1,0 1 1,0-1-1,0 0 0,0 0 1,4-6-1,15-25-2835,-21 33 2697,-1 1 1,1-1-1,-1 0 1,1 0-1,-1 0 1,0 0-1,1-1 0,-1 1 1,0 0-1,0 0 1,0 0-1,0 0 1,0 0-1,0 0 1,0 0-1,0 0 1,0 0-1,-1 0 1,1 0-1,-1-2 1,-8-15-5454,7 12 2830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0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23 262 1088,'0'0'144,"0"0"1,1-1-1,-1 1 0,0 0 0,0 0 0,0-1 1,0 1-1,0 0 0,0 0 0,0 0 1,0-1-1,0 1 0,0 0 0,0 0 0,0-1 1,0 1-1,0 0 0,-1 0 0,1-1 1,0 1-1,0 0 0,0 0 0,0 0 0,0-1 1,0 1-1,0 0 0,-1 0 0,1 0 1,0 0-1,0-1 0,-11-8 9470,8 3-6701,-2 2-4860,5 2 1941,-1 0-1,1 1 1,-1-1 0,1 0 0,0 0-1,0 1 1,0-1 0,0 0 0,0 0 0,0 0-1,0 1 1,0-1 0,1 0 0,0-2-1,1 2 13,-1 1-4,-1 0-1,1 1 1,0-1-1,-1 0 1,1 0 0,-1 0-1,1 0 1,-1 0-1,1 0 1,-1 0-1,0 0 1,1 1-1,-1-1 1,0-1-1,0 1 1,0-1-1,1-2 2,0 1 0,-1 0 0,1-1-1,1 1 1,-1 0 0,0 0-1,1 0 1,-1 0 0,5-5-1,2-6 19,23-31 28,-11 22-49,-17 16 0,-3 6 0,1 0 0,-1 0 0,0 1 0,1-1 0,-1 0 0,1 0 0,-1 0 1,1 1-1,-1-1 0,1 0 0,0 1 0,-1-1 0,1 0 0,0 1 0,-1-1 0,2 0 0,1-1-1,0 0-1,0-1 0,0 1 0,0-1 0,4-5 0,-5 5 6,1 0-1,-1 0 0,1 0 1,0 1-1,6-5 1,-9 7-7,12-6 33,-12 6-28,1 0 0,-1 0 1,0-1-1,0 1 0,1 0 0,-1 0 0,0 0 0,0 0 0,1 0 0,-1-1 0,0 1 1,0 0-1,1 0 0,-1 0 0,0 0 0,1 0 0,-1 0 0,0 0 0,1 0 0,-1 0 1,0 0-1,0 0 0,1 0 0,-1 0 0,0 0 0,0 1 0,1-1 0,-1 0 0,0 0 0,1 0 1,-1 0-1,0 0 0,0 0 0,0 1 0,1-1 0,2 3 12,-1 0 0,1 0 0,0-1 0,6 6-1,-6-3-3,-2-1-8,0-1-1,1 0 0,-1 0 0,0 1 1,0-1-1,0 0 0,0 1 0,-1-1 0,1 1 1,-1 6-1,1 9 5,0-13 13,-1 0 1,0 0-1,0 0 1,0 0-1,-1 0 1,-2 9 0,-1 1 42,2-9-25,0 0 0,0-1 0,0 1 0,-6 9 0,6-12-21,0 0 1,0 1 0,0-1-1,0 0 1,0 6 0,-8 15 9,-2-5-18,8-15-6,1 1 0,-1 1 0,-4 11-1,5-8-1,3-8 0,0 0 0,-1 1 1,0-1-1,0 0 1,0 0-1,0 0 0,0 0 1,0 0-1,-2 2 1,-17 28 25,20-31-26,-1-1 0,1 0 1,0 1-1,0-1 1,-1 0-1,1 0 1,0 1-1,0-1 1,-1 0-1,1 1 0,0-1 1,0 0-1,0 1 1,0-1-1,0 1 1,0-1-1,-1 0 1,1 1-1,0-1 0,0 1 1,0-1-1,0 0 1,0 1-1,0-1 1,1 1-1,-1-1 1,0 0-1,0 1 1,0-1-1,0 0 0,0 1 1,1-1-1,-1 0 1,0 1-1,0-1 1,0 0-1,1 1 1,-1-1-1,0 0 0,0 1 1,1-1-1,-1 0 1,0 0-1,1 0 1,-1 1-1,0-1 1,1 0-1,-1 0 0,1 0 1,-1 0-1,0 0 1,1 1-1,-1-1 1,0 0-1,1 0 1,-1 0-1,1 0 0,-1 0 1,0 0-1,1-1 1,1 1-34,-2 0 31,0 0 1,0 0 0,0-1 0,0 1 0,0 0 0,0-1 0,0 1 0,0 0 0,0-1 0,0 1 0,0 0-1,0-1 1,0 1 0,0 0 0,0-1 0,0 1 0,0 0 0,1 0 0,-1-1 0,0 1 0,0 0-1,0-1 1,0 1 0,1-1 0,18-10 86,24-11-1,-40 21-83,1-1 0,-1 1 0,0-1 0,-1 0 0,1 0 0,0 0 0,3-5 0,15-9 15,-19 14-14,7-3-4,-1 0 0,1 0 0,16-6 1,-13 6 8,-11 4 0,1 0 1,0 0-1,1 0 1,-1 0-1,0 1 0,0-1 1,0 1-1,3-1 1,-3 1 21,0 0 1,0 0 0,0 0 0,0 0 0,0 1-1,0-1 1,0 1 0,0-1 0,0 1 0,0 0 0,0 0-1,0 0 1,0 0 0,-1 0 0,1 0 0,0 0-1,2 3 1,12 8 216,-13-6 7,-2-3-199,2 2 11,-3-5-45,1 1 0,0 0-1,-1 0 1,1-1-1,-1 1 1,1 0 0,-1 0-1,0 0 1,1 0-1,-1 0 1,0 0 0,0 0-1,1 0 1,-1 2-1,0-2 13,0 0 0,0 0 0,0 0 0,1 0 0,-1 0 0,0 0 0,1 0 0,-1 0 0,1 0 0,-1 0 0,1 0 0,1 2 0,-2-3-16,1 1 1,-1 0-1,0-1 0,1 1 1,-1 0-1,1-1 0,-1 1 1,0 0-1,1-1 0,-1 1 1,0 0-1,0 0 0,0 0 1,0-1-1,0 1 0,0 0 1,0 0-1,0-1 0,0 1 1,0 0-1,0 0 0,0 0 1,0-1-1,-1 2 0,-2 5 121,2-5-99,0-1 0,0 1 0,1 0 0,-1-1 0,0 1 1,1 0-1,0 0 0,-1-1 0,1 4 0,0-3-7,0 0 0,-1 0 1,1 0-1,0 0 0,-1 0 1,1 0-1,-1-1 0,-1 5 0,1-5-15,0 1 0,0 0-1,0 0 1,1 0 0,-1 0-1,1 0 1,-1 0 0,1 1-1,0 1 1,0 2 16,0 0 0,-1 0 1,1 0-1,-1 1 0,-1-1 1,1 0-1,-1 0 0,0-1 0,0 1 1,-1 0-1,-5 9 0,-14 26 139,12-21-94,9-18-63,0 0-1,0 0 1,0 0-1,0 1 1,0-1-1,0 0 1,-1 0 0,-1 1-1,-16 13 141,-4 4 66,21-19-208,1 1 0,-1-1 0,0 1 0,0-1 0,0 0 0,0 0 0,0 0 0,0 0 0,0 0 0,0-1 0,0 1 0,0 0 0,0-1 0,-1 0-1,1 1 1,0-1 0,0 0 0,0 0 0,-1 0 0,-3-1 0,-6-1 11,0 0-1,-17-7 1,28 9-22,-21-14 18,12 10-32,0 0-25,-12-3-324,20 7 124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1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506 131 300,'-17'-21'3578,"8"8"-2478,-1 0 1,0 1 0,-1 0-1,-1 1 1,-18-15 0,25 24-785,0-1 1,0 1 0,-10-2 0,3-1 0,8 4-189,0 0 0,1 0 0,-1 0 1,0 0-1,0 0 0,0 1 0,0-1 0,0 1 1,1 0-1,-1 1 0,0-1 0,-5 2 0,-1 0 259,0 2-1,-19 8 0,12-5 127,4 0-232,0 0 1,0 1-1,1 0 0,0 1 0,0 1 1,1 0-1,0 0 0,-13 17 1,21-23-219,0 1 0,1-1 0,-1 1 0,-1 4 0,-6 11 122,-2-6-48,9-10-78,-1 0-1,1 1 1,0-1 0,-4 8-1,-30 85 600,32-83-566,2 1 0,-1 0-1,2 0 1,-2 26 0,4-32-47,-1 0 0,-3 17 0,2-20-36,1 0 0,0 0 1,0 0-1,1 0 1,0 1-1,0-1 1,1 11-1,1-10-3,0 7 4,1 0-1,1 0 1,0 0-1,1 0 1,6 12 0,-9-22-10,0 0 1,-1 1-1,1-1 1,-1 0-1,1 6 1,-2-7-1,1 1 1,-1-1-1,1 0 1,0 1-1,0-1 1,1 0-1,-1 0 1,1 0-1,-1 0 1,3 3-1,5 4 1,-5-4-2,1-1 0,0 2 0,3 6 1,-3-4-3,-1-1 0,1 0 1,0 0-1,1-1 1,0 1-1,0-1 1,0 0-1,1-1 1,0 0-1,13 10 1,-3-6-3,-5-1 24,1-1-1,0-1 1,1 0-1,-1-1 1,28 8-1,-24-9 34,0-2 0,33 3 0,-37-6-43,0 0 0,0-1 0,-1 0 0,1-1 0,24-8 0,-12 4-7,-16 4 0,0-1-1,14-5 1,19-8 4,-22 3 6,-9 8-6,0-2 0,-1 0 0,0 0 0,0-1 0,-1 0 0,11-12 0,1-4 2,-11 12 4,14-19 0,-18 21 1,5-6 17,-1 0-1,-1 0 0,0-1 1,-2 0-1,8-23 0,-7 17 92,-6 16-29,1-1 0,-1 0-1,0 1 1,-1-1-1,1-14 1,-2-109 443,-1 121-443,0 1 0,-1-1 0,-1 0 0,-7-18 0,4 8 80,3 15-118,0 0 1,1 0 0,-2 0-1,1 1 1,0-1-1,-9-7 1,0-3 77,-43-40 209,50 50-317,0 0 0,0 0-1,-8-6 1,-3-3 28,10 9-47,0 0-1,-1 1 1,1 0 0,-1 0-1,1 0 1,-1 0 0,0 1-1,-1 0 1,1 1 0,0 0-1,-1 0 1,0 1 0,1-1-1,-1 2 1,0-1 0,1 1-1,-1 0 1,0 1 0,-8 1-1,-23 9-97,21-5 28,10-3 14,0 1 1,0 0-1,0 1 1,-8 6 0,-2 1-119,-29 24-866,41-31 834,3-2-83,1-1-1,-1 1 0,1 0 0,-1 0 1,1 1-1,0-1 0,0 0 0,-2 7 1,-6 9-2491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28 1196,'0'-7'1207,"0"-7"6494,0 13-7566,-1 1 0,1 0-1,0-1 1,0 1 0,0 0-1,0 0 1,0-1 0,-1 1-1,1 0 1,0-1 0,0 1-1,-1 0 1,1 0 0,0-1-1,0 1 1,-1 0 0,1 0-1,0 0 1,0-1-1,-1 1 1,1 0 0,0 0-1,-1 0 1,1 0 0,0 0-1,-1 0 1,1 0 0,0 0-1,-1 0 1,1 0 0,-1 0-1,10 0 1388,-9 0-1487,0 0 0,0 0-1,1 1 1,-1-1-1,0 0 1,0 0-1,0 0 1,0 1-1,0-1 1,0 0-1,0 0 1,0 1 0,0-1-1,0 0 1,0 0-1,0 1 1,-1-1-1,1 0 1,0 0-1,0 0 1,0 1-1,0-1 1,0 0 0,0 0-1,0 0 1,-1 1-1,1-1 1,0 0-1,0 0 1,0 0-1,-1 1 1,1-2-29,0 1-1,0 0 1,-1 0-1,1 0 1,0 0 0,-1 0-1,1 0 1,0 0 0,-1 0-1,1 0 1,0 0-1,-1 0 1,1 0 0,0 1-1,0-1 1,-1 0 0,1 0-1,0 0 1,0 0-1,-1 0 1,1 1 0,0-1-1,0 0 1,-1 0 0,1 0-1,0 1 1,0-1-1,0 0 1,-1 0 0,1 1-1,0-1 1,0 0 0,0 0-1,0 1 1,0-1-1,-1 0 1,1 1 0,0-1-1,0 1 135,0 13 41,0-11-166,0-1 0,0 1 0,0-1-1,0 1 1,-1-1 0,1 0 0,-1 1 0,0-1 0,1 1 0,-1-1 0,0 0-1,-3 5 1,3-5 3,1 0-1,-1 0 1,1 1 0,-1-1-1,1 1 1,0-1-1,0 0 1,0 3-1,-1 12 65,-2-7-29,2-7-32,0-1 1,0 1-1,0-1 0,1 1 0,-1-1 1,1 1-1,-1 4 0,1-2 10,0-1 0,-1 0 0,0 1-1,0-1 1,0 0 0,0 0 0,-5 8 0,-3 14 130,6-15-60,0 1 1,0 0-1,2 0 0,-2 15 1,3-25-94,0 0 0,0 0 0,-1 0 0,1 0 0,0 0 0,-1 0 0,0 0 0,0 0 0,0 2 1,0-2-7,0 0 1,0 0 0,1-1 0,-1 1 0,1 0 0,-1 0 0,1 0 0,-1 3 0,1 35-2,0-38 30,0 2-55,0-7-64,0 2 113,2-5 93,5 2-92,-6 4-25,1-1 0,-1 0-1,1 0 1,-1 0 0,1 0 0,-1 0 0,0 0 0,3-3 0,-2 2-4,1 0 1,-1 0-1,1 1 0,-1-1 1,1 1-1,-1 0 1,1-1-1,0 1 1,0 0-1,0 1 0,4-2 1,-3 1-11,1 0 1,0-1-1,-1 0 1,6-3-1,-8 4 5,2-1-44,-1-1-1,1 1 1,-1 0 0,1 1-1,0-1 1,0 0-1,0 1 1,0 0 0,0 0-1,0 0 1,0 1-1,5-1 1,20-6-482,-27 7 462,9-1 87,-12-1-3,11-9 27,-9 8-42,0 0 1,0 1-1,-1-1 0,1 0 0,-1 0 1,0 0-1,0-1 0,0 1 1,0 0-1,-1-4 0,0-4 46,0 0 298,1 11-319,-1 0-1,1 0 1,0-1 0,0 1-1,-1 0 1,1 0-1,0 0 1,0-1 0,-1 1-1,1 0 1,0 0 0,-1 0-1,1 0 1,0 0-1,-1 0 1,1-1 0,0 1-1,-1 0 1,1 0 0,0 0-1,-1 0 1,1 0-1,0 0 1,-1 1 0,-1-1 432,3 0-428,-1 1 0,1-1 0,-1 1 0,1 0-1,-1-1 1,1 1 0,-1-1 0,1 1 0,0-1 0,-1 1-1,1-1 1,0 0 0,0 1 0,-1-1 0,1 0-1,0 0 1,0 1 0,-1-1 0,1 0 0,0 0-1,0 0 1,0 0 0,-1 0 0,1 0 0,0 0-1,1 0 1,-9 4 11,5-3-4,2 7 2,0-6-26,0-1 0,0 1 0,1-1 0,-1 1 0,0-1 0,1 1 0,-1-1 0,1 0 1,-1 1-1,2 1 0,-1-1 4,0-1 1,0 1 0,-1 0 0,1 0 0,0 0-1,-1 0 1,0 0 0,1 0 0,-1 0-1,0 2 1,0-2-4,0 0-1,1 0 0,-1 0 1,1 0-1,-1 0 1,1 0-1,-1-1 1,2 3-1,-1-2 1,0 0-1,0 0 1,0 0-1,-1 0 1,1 0 0,-1 0-1,1 0 1,-1 3 0,0 0 7,1-1 0,-1 0 0,1 1 0,0-1 0,1 4 0,0-3 2,-1-1-1,0 1 1,0 0-1,-1-1 0,1 6 1,-1-5-6,1-1 0,0 1 1,-1-1-1,3 6 0,-1-5 2,-1 0-1,0 0 0,0 0 1,0 8-1,-2 4 18,1-12-19,-1 0 0,1 0 0,0 0 0,1 0 0,-1 0 0,3 10 0,0-9-6,-2-3-4,0-1 1,0 1-1,-1-1 0,1 1 1,0-1-1,-1 1 0,1-1 1,-1 1-1,0 3 0,0-2 25,0-9-21,0 0-13,0 9-3,0-3-2,-2-1-1250,2 0 1177,0 0 1,-1 0-1,1-1 1,-1 1-1,1 0 1,0 0-1,-1-1 1,1 1 0,0 0-1,-1 0 1,1-1-1,0 1 1,0 0-1,-1-1 1,1 1-1,0 0 1,0-1-1,-1 1 1,1 0-1,0-1 1,0 1-1,0-1 1,-4-17-2563,4-26-2343,1 31 3524,-1-42-4170,0 27 2725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3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41 372,'-4'-1'511,"0"0"0,1-1 0,-1 0 1,1 0-1,-4-3 0,-1 0 408,6 4-788,1 1 1,-1-1-1,0 1 0,0-1 1,1 1-1,-1 0 1,0 0-1,0 0 0,0 0 1,1 0-1,-1 0 1,-2 0-1,-4 1 158,3-1-112,1-1 1,-1 0-1,0 0 0,1 0 0,-6-2 1,-12-3 358,-6 2 819,-43 0 0,65 5-1255,-1 0 1,1 0-1,0 1 1,-1 0-1,1 0 1,0 0-1,0 1 1,0 0-1,1 0 1,-9 6-1,7-4-19,1-1-1,0 2 0,0-1 1,0 1-1,0 0 0,1 0 1,0 1-1,0-1 0,0 1 1,-3 8-1,-4 10 537,-14 44 0,18-44-254,4-11-135,0-1 1,-1 19 0,-4 17 166,4-28-249,2 0 0,0 0 1,1 1-1,1-1 0,3 24 0,-1-3 99,-2 3 13,0-15 12,4 52 1,1-57-174,-2-4-34,2-1 0,7 25 0,-2-6-17,-7-27-40,0-1 1,7 16 0,-5-15-4,1-1 0,1 0-1,-1-1 1,2 1 0,8 10 0,3 5 13,-14-20-8,0 1-1,1-1 0,9 10 1,-1-3-5,48 40 19,-53-47-14,0 0 0,1-1 0,-1 0 0,1-1 0,18 7 0,-21-9-3,0-1-1,0-1 1,0 1 0,0-1 0,-1 0-1,12-2 1,8 0 13,-16 2-14,-1-1 0,0 0 0,1 0 0,-1-1 0,0 0-1,0-1 1,0 1 0,0-2 0,12-6 0,3-4-4,36-29 0,-59 43 0,11-10 2,0 0 1,-1 0-1,-1-1 0,1-1 1,-2 1-1,12-20 1,-14 22 2,0 1 0,13-13 0,-12 14-3,0-1 0,10-15 1,3-11 17,26-40 284,-42 68-227,-1-1 0,0 1 1,0-1-1,0 0 0,-1 1 0,3-14 0,7-17 286,-8 26-238,-1 1-1,0 0 1,3-17 0,-2 9 3,-3 7-27,1 0-1,-2 0 0,1 0 0,-2-14 0,0-3 42,1 20-98,0 0 1,0 0 0,-1 1 0,0-1-1,0 0 1,-1 1 0,-4-14 0,3 15-3,0-1 0,1 0 0,-1-8 0,1 8-1,0 0 0,0 0 0,-3-8 0,-16-20 67,14 25-51,-9-20-1,10 19-21,-1 0 0,0 0 0,-1 1 0,0 0-1,-12-12 1,-10-12 29,19 21-53,-1-1-1,-24-21 0,28 29-19,0 0 1,0 0-1,-12-5 1,16 9-6,1 0 1,-1 1-1,1 0 0,-1-1 1,1 1-1,-1 1 0,0-1 1,0 0-1,1 1 1,-1 0-1,0 0 0,-7 0 1,-18 6-201,25 0-430,1-5 371,2-1 240,1 0-1,0 0 0,0 0 0,-1 0 0,1 0 0,0 0 0,0 0 0,-1 0 1,1 1-1,0-1 0,0 0 0,0 0 0,-1 0 0,1 0 0,0 0 1,0 1-1,0-1 0,-1 0 0,1 0 0,0 0 0,0 0 0,0 1 1,0-1-1,0 0 0,-1 0 0,1 1 0,0-1 0,0 0 0,0 0 1,0 0-1,0 1 0,0-1 0,0 0 0,0 0 0,0 1 0,0-1 0,0 0 1,0 1-1,-1 1-296,0 0 0,1 0 0,-1 0 0,-1 0 0,1-1 0,0 1 0,0 0 0,-1 0 0,1-1 0,-1 1 0,1-1 0,-1 0 0,0 1 0,-3 1 1,-5 5-1854,9-7 1932,0 0 0,0 0 0,1 0 0,-1 0 0,0 0 0,0 0 0,1 0 0,-1 0 0,0 0 0,1 1 1,-1-1-1,1 0 0,-1 3 0,0 13-4874,1-5 2043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4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57 1568,'0'-1'276,"0"-1"-1,-1 1 1,1 0 0,-1-1-1,1 1 1,0 0 0,-1-1-1,0 1 1,1 0 0,-1 0-1,0-1 1,0 1 0,0 0-1,0 0 1,-2-2 0,2 3-56,1-1 1,-1 0 0,0 0 0,0 0-1,0 0 1,0 0 0,1 0 0,-1-1-1,1 1 1,-1 0 0,1 0 0,-1 0 0,1-1-1,-1 1 1,1-2 0,-1 2-29,0 0 0,1 0-1,-1 1 1,0-1 0,0 0 0,0 1 0,0-1 0,0 0-1,0 1 1,0-1 0,0 1 0,0-1 0,-1 1 0,1 0-1,0 0 1,0-1 0,0 1 0,-2 0 0,-7-3 327,9 3-490,0 0 1,0-1-1,1 1 1,-1-1 0,0 1-1,0 0 1,0 0 0,0 0-1,1-1 1,-1 1-1,0 0 1,0 0 0,0 0-1,0 0 1,0 0-1,0 1 1,1-1 0,-1 0-1,0 0 1,0 0 0,0 1-1,0-1 1,1 0-1,-1 1 1,0-1 0,-1 2-1,-11 2 652,13-4-666,0 0 0,-1 0 0,1 0-1,0 0 1,-1 0 0,1 0-1,0 0 1,-1 0 0,1 0 0,0 0-1,0 0 1,-1 0 0,1 0-1,0 0 1,-1 0 0,1 0 0,0 0-1,0 1 1,-1-1 0,1 0-1,0 0 1,0 0 0,-1 1 0,1-1-1,0 0 1,0 0 0,-1 0 0,1 1-1,0-1 1,0 0 0,0 0-1,0 1 1,0-1 0,-1 0 0,1 1-1,0-1 1,0 0 0,0 1-1,0-1 6,0 1 0,-1-1-1,1 0 1,0 1-1,0-1 1,0 1 0,-1-1-1,1 0 1,0 0-1,-1 1 1,1-1 0,0 0-1,-1 1 1,1-1 0,0 0-1,-1 0 1,1 0-1,-1 1 1,1-1 0,0 0-1,-1 0 1,-5 3 351,5-2-362,0 0 1,0 0-1,0 0 0,0 1 0,1-1 0,-1 0 0,0 1 1,1-1-1,-1 0 0,1 1 0,-1-1 0,1 0 0,0 1 1,-1-1-1,1 1 0,0-1 0,0 3 0,0 34 63,1-22-71,0-14 1,-1 1 1,1-1-1,0 0 0,0 0 0,0 1 0,0-1 0,0 0 0,1 0 1,-1 0-1,1-1 0,-1 1 0,1 0 0,0 0 0,3 2 1,4 5 0,-1 2 6,-7-9-7,0 0-1,0-1 0,0 1 1,0-1-1,0 0 0,1 1 0,-1-1 1,1 0-1,-1 0 0,3 2 1,40 31 21,33 7 8,-35-14 154,-40-26-154,-2-1-35,1 0 1,-1 0 0,1 0 0,-1 1 0,1-1-1,0 0 1,-1 0 0,1 1 0,-1-1 0,0 0-1,1 1 1,-1-1 0,1 1 0,-1-1 0,0 0-1,1 1 1,-1-1 0,0 1 0,1-1 0,-1 1-1,0-1 1,1 1 0,-1-1 0,0 1 0,0-1-1,0 1 1,0 0 0,1-2-106,-1-1 98,0 6-18,0-3 22,1 0 0,-1 1 0,0-1 0,0 0 0,0 1 0,0-1 0,0 0 0,0 1 0,0-1 1,-1 0-1,1 0 0,0 1 0,-1-1 0,0 2 0,-63 46 810,40-35-280,14-8-336,0 0 0,0 0 1,-13 12-1,15-12-172,0-1 0,0 1 0,-15 7 1,-9 5-96,12 1-707,11-12-100,9-6 729,-1-1 0,1 1 0,-1-1 0,1 1-1,-1-1 1,1 1 0,-1-1 0,1 1 0,-1-1 0,1 0 0,-1 0 0,0 1 0,1-1 0,-1 0 0,0 0-1,1 0 1,-2 1 0,-11-8-11027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4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308 557 1212,'-2'-1'2210,"2"1"-2041,-1-1-1,0 1 1,1-1 0,-1 1-1,1-1 1,-1 1-1,1-1 1,-1 1-1,1-1 1,-1 0 0,1 1-1,0-1 1,-1 0-1,1 1 1,0-1-1,0 0 1,-1-1 0,0-17 1632,1 16-1870,1-2 116,-1 0 1,1 1-1,0-1 0,1 1 1,-1-1-1,5-8 0,2-8-4,-7 19-41,3-12 9,1 1 0,9-19 0,9-6-1,-15 26-5,0-1 0,8-20 0,-8 13-7,8-34 0,-6 26-9,-9 24 10,1 0 1,0 0 0,-1 0 0,0 0 0,0 0 0,0 0-1,-1 0 1,1-6 0,-1 6 2,1 0 0,-1 1 0,1-1 0,0 0 1,1-3-1,-1 4-1,0 1 0,0-1 0,0 0 1,-1 1-1,1-1 0,-1 0 1,0 1-1,0-1 0,0 0 1,0 1-1,-1-5 0,-2-4 7,1 7 4,1 0 0,0 0 1,0 0-1,1 0 0,-1-5 0,1 6 64,-1 0-1,1 0 1,-1 0-1,0-1 1,0 1-1,0 0 1,-1 0-1,1 0 0,-1 1 1,1-1-1,-1 0 1,0 0-1,0 1 1,-3-4-1,3 4 96,1 1-139,1 1 1,-1-1 0,0 0 0,0 1 0,0-1-1,0 1 1,0-1 0,0 1 0,0-1-1,0 1 1,0-1 0,0 1 0,0 0 0,0 0-1,0 0 1,-1 0 0,-22 0 401,10 0-77,7 1-227,0-1 0,1 2-1,-1-1 1,0 1-1,1 0 1,-1 0-1,-11 6 1,-43 27 790,57-33-876,-10 7 149,0 1-1,1 1 1,-17 15-1,24-19-85,0 0 0,0 0 0,0 1-1,1-1 1,0 1 0,0 0 0,-6 16-1,-33 70 1008,29-54-773,6-15-147,0-1-1,1 2 1,-4 26-1,6-5 194,-1 64-1,10-47-138,2-1-1,3 1 1,20 80-1,-11-83-179,2 0 1,35 77-1,-30-96-48,-8-16-9,-7-11-11,-1-1 1,2-1-1,0 0 0,0 0 0,13 11 0,-17-19 2,0-1-1,0 1 0,0-1 0,12 6 0,2 1 8,-15-9-8,-1-1 0,0 1 0,1-1 0,-1 0 0,1 0 0,0 0 0,-1 0 0,1-1 0,0 0 0,-1 0 0,1 0 0,0-1 0,-1 1 0,9-3 0,20-17 13,-29 17-13,0 1-1,-1-1 0,1-1 1,3-3-1,6-6 2,-3 3 4,1 0 1,-2-1-1,0-1 1,0 1-1,-1-1 1,11-20-1,-8 12 7,-4 7-8,0-1 0,-1-1 1,5-18-1,4-9-7,29-80-23,-36 94 56,8-49 0,-9 43 45,-5 20 52,-1 0 0,-1-1 0,-1-15 0,1-1 273,-1 22-282,-1 0 1,0 0 0,0 0-1,0 0 1,-6-12 0,1 0 61,5 17-147,0-1-1,0 0 1,-1 1-1,1 0 1,-7-8 0,-2-4 45,-8-9-4,13 18-56,0-1 1,-7-13 0,5 9-5,0-1 0,-1 2 0,-16-18 0,-2-2-12,-61-72 110,31 35 5,48 57-152,-1 1 0,-1 1 0,-21-16-1,-14-11-288,31 22 273,-16-19-1,20 25-55,9 8 23,1-1 0,0 1-1,0-1 1,0 1 0,0-1-1,0 0 1,0 1 0,0-1-1,0 0 1,0 0 0,0 0-1,0 0 1,0 0 0,0 0-1,1 0 1,-1 0 0,0 0-1,1 0 1,-1 0 0,0-2-1,1 3 48,0-1 0,0 1 0,0 0 0,0 0-1,0-1 1,0 1 0,0 0 0,0 0 0,0-1-1,0 1 1,0 0 0,0 0 0,0 0 0,0-1-1,0 1 1,0 0 0,0 0 0,0 0 0,-1-1-1,1 1 1,0 0 0,0 0 0,0 0 0,0-1-1,-1 1 1,1 0 0,0 0 0,0 0-1,0 0 1,-1 0 0,1 0 0,0-1 0,0 1-1,0 0 1,-1 0 0,1 0 0,0 0 0,0 0-1,-1 0 1,1 0-75,0 0 0,-1 0 1,1 0-1,0 0 0,-1 0 0,1 0 0,0 0 0,0-1 0,-1 1 0,1 0 1,0 0-1,0 0 0,0 0 0,-1 0 0,1-1 0,0 1 0,0 0 0,0 0 1,-1 0-1,1-1 0,0 1 0,0 0 0,0 0 0,0-1 0,0 1 0,-1 0 1,1 0-1,0-1 0,0 1 0,0 0 0,0 0 0,0-1 0,0 1 0,0 0 1,0-1-1,0 1 0,0 0 0,0 0 0,0-1 0,0-27-10026,0 16 7127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6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845 117 136,'-2'-2'690,"0"-1"0,-1 1 0,2-1 0,-1 0 0,0 0 0,0 0 0,1 0 0,0 0 0,-1 0 0,1 0 0,0 0 0,1 0 0,-2-7 0,2 10-561,0-1 0,0 0 0,-1 0 0,1 1 0,0-1 1,-1 0-1,1 0 0,0 1 0,-1-1 0,1 0 0,-1 1 1,1-1-1,-1 1 0,1-1 0,-2 0 0,0-1 243,-2-13 1765,3 14-1974,0 0-3,1 0-1,-1-1 1,0 1 0,0 0 0,0 0 0,1 0 0,-1 0 0,1-1 0,-1 1 0,1 0 0,0-1-1,-1 1 1,1 0 0,0-1 0,0 1 0,0 0 0,0-1 0,0 1 0,0-3 0,0 3-98,0 1 0,0-1 0,-1 1 1,1-1-1,0 0 0,0 1 0,-1-1 0,1 1 1,0-1-1,-1 0 0,1 1 0,-1-1 1,1 1-1,-1 0 0,1-1 0,-1 1 0,1-1 1,-1 1-1,1 0 0,-2-1 0,2 1-44,-2-1 890,2 2-869,1 0 0,-1 0 0,0 0 0,0 0 0,1 0 0,-1 0 0,0 0 0,0 0 0,-1 0 0,1 1 0,0-1 0,0 0 0,0 0 0,-1 0 0,1 0 1,0 0-1,-1 0 0,1 0 0,-1 0 0,0 0 0,1 0 0,-2 1 0,2-1-38,-1 0 1,0 0 0,0 1-1,1-1 1,-1 1-1,1-1 1,-1 0 0,1 1-1,-1 2 1,1 3 15,-1 0 0,-1 1 0,1-1-1,-6 13 1,-2 14 29,-15 74 61,5-34 2,-8 25 28,11-50-64,-10 53 0,-4 11-5,15-60-22,-26 69 100,31-82-92,-1 4 42,-26 66 1,6-42-17,-21 55 32,37-71-71,10-32-16,-13 31 1,-57 133 65,34-90-76,5-15-14,-30 77-23,25-52 18,29-70 8,-10 41 8,18-56-3,-1-1 0,0 0 0,-16 32 0,19-47-6,1 0 0,-1 1 0,1-1 0,0 0 0,0 1 1,0-1-1,0 1 0,1-1 0,-1 7 0,1-8 0,0 0 0,-1 0 0,1 0 0,-1 0-1,1 0 1,-1 0 0,-2 4 0,3-5-2,-1 0-1,1 0 1,-1 0-1,1 0 1,-1 0-1,1-1 1,0 1-1,-1 0 1,1 1 0,0-1-1,0 0 1,0 0-1,0 0 1,0 0-1,0 0 1,0 0-1,0 0 1,0 0 0,1 1-1,3 5 2,-3-6-3,-1 0 1,1-1-1,-1 1 1,1 0-1,-1 0 0,0-1 1,1 1-1,-1 0 1,0 0-1,1 0 1,-1 0-1,0 0 1,0 1-1,-2 1-20,-5 2 7,5-4 46,2-2-15,0-53-357,0 54 334,0 0 1,0-1-1,0 1 0,0 0 1,0 0-1,0-1 0,0 1 1,0 0-1,0 0 0,0-1 1,0 1-1,0 0 1,0 0-1,0 0 0,0-1 1,0 1-1,0 0 0,-1 0 1,1 0-1,0-1 0,0 1 1,0 0-1,0 0 0,-1 0 1,1-1-1,0 1 0,0 0 1,0 0-1,0 0 0,-1 0 1,1 0-1,0 0 0,0 0 1,-1 0-1,1-1 0,0 1 1,0 0-1,0 0 0,-1 0 1,1 0-25,-1 0 0,1 0 1,0 0-1,0 0 0,-1 0 1,1 0-1,0 0 0,-1 0 1,1 0-1,0-1 1,0 1-1,0 0 0,-1 0 1,1 0-1,0 0 0,0-1 1,0 1-1,-1 0 0,1 0 1,0 0-1,0-1 0,0 1 1,0 0-1,-1 0 0,1-1 1,0 1-1,0 0 0,0 0 1,0-1-1,0 1 0,0 0 1,0-1-1,0 1 0,0 0 1,0 0-1,0-1 0,0 1 1,0 0-1,0-1 0,1-5-871,-1 4 361,0 0 1,0 0-1,0 0 0,0-1 0,0 1 0,0 0 1,0 0-1,0 0 0,-1 0 0,-1-4 1,0 4 19,2 1 285,-1 0 0,0 0 0,1 1 0,-1-1 0,1 0 1,-1 0-1,1 0 0,-1 0 0,1 0 0,-1 0 0,1 0 0,0 0 1,0 0-1,-1 0 0,1 0 0,0-2 0,0 3 43,0-1 0,0 1 1,0-1-1,0 1 0,0-1 0,0 1 0,0-1 0,0 0 0,-1 1 1,1-1-1,0 1 0,0-1 0,-1 1 0,1-1 0,0 1 0,-1-1 1,1 1-1,0 0 0,-1-1 0,1 1 0,-1-1 0,1 1 0,0 0 0,-1-1 1,1 1-1,-2 0 0,1-1-380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7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1020,'0'-18'5958,"0"12"-4660,0 8-1261,0-1 133,0 0-163,0-1-1,0 0 0,0 0 0,0 0 1,0 1-1,0-1 0,0 0 0,0 0 1,0 1-1,0-1 0,0 0 0,0 0 1,0 1-1,0-1 0,0 0 0,0 0 1,0 0-1,0 1 0,0-1 0,0 0 1,0 0-1,1 1 0,-1-1 0,0 0 1,0 0-1,0 0 0,0 0 0,0 1 1,1-1-1,-1 0 0,0 0 0,1 0-20,-1 0 29,1 0-1,-1 0 0,0 0 1,0 0-1,1 0 1,-1 0-1,0 0 0,0 0 1,1 0-1,-1 0 0,0 0 1,0 0-1,1 0 1,-1 0-1,0 0 0,0 0 1,1 0-1,-1 0 0,0 1 1,0-1-1,1 0 1,-1 0-1,0 0 0,0 0 1,0 1-1,1-1 0,-1 0 1,0 0-1,0 0 1,0 1-1,0-1 0,1 0 1,-1 0-1,0 1 0,0-1 1,0 0-1,0 0 1,0 1-1,0-1 0,0 0 1,0 0-1,0 1 1,1 0 40,-1-1 0,1 1 0,-1 0 0,1-1 0,-1 1 0,1-1 0,-1 1 0,1-1 1,0 1-1,-1-1 0,1 1 0,1 0 0,-2-1 23,1 0-36,-1 1 0,0-1-1,1 1 1,-1-1 0,0 1-1,0 0 1,0-1-1,0 1 1,0-1 0,1 1-1,-1-1 1,0 1 0,0 0-1,0-1 1,0 1 0,-1 0-1,1 0 5,0-1 0,0 1 0,0 0-1,0-1 1,0 1 0,0-1 0,0 1-1,0-1 1,0 1 0,0-1 0,0 1 0,1 0-1,-1-1 1,0 1 0,0-1 0,1 2-1,1 0 142,1 1-1,-1 0 0,0 0 1,-1 0-1,1 1 0,0-1 1,-1 0-1,0 1 0,0-1 1,0 1-1,0-1 0,0 8 1,0-7 11,-1 1 1,1 0-1,0-1 1,2 7 0,-2-6-9,0-1 0,0 1 1,0 0-1,0 7 0,-1 283 3421,0-291-3604,1 0-1,-1 0 1,1 0-1,0 0 0,2 5 1,-2-5-5,0-1 1,0 1-1,0-1 1,-1 1-1,1 3 1,0-2-2,0 0 1,0 0 0,0 0-1,1 0 1,0 0-1,0-1 1,0 1 0,0-1-1,1 1 1,0-1-1,0 0 1,0 0 0,4 4-1,-5-6-1,1 0 1,0 0-1,0 0 1,0 0 0,1 0-1,-1-1 1,0 1-1,1-1 1,-1 0-1,1 0 1,-1-1-1,1 1 1,6 0-1,2 1-1,-10-2 0,0 0 0,0 1-1,0-1 1,0 0-1,0 0 1,0-1-1,-1 1 1,1 0-1,0 0 1,0-1 0,2 0-1,6-2-5,3 2-5,0-2-1,-1 1 1,1-1 0,-1-1 0,1-1 0,12-5-1,114-66-908,-118 64-221,33-27 1,-28 20-118,-11 8-2,0-1-1,0-1 1,-1 0-1,15-19 0,-6 4-1627,8 1-181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1:5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65 1688,'-3'-12'4547,"-3"11"-2017,-6-1-625,10 0-1147,2 2-689,0 0-1,0 0 1,0 0 0,0 0 0,-1-1 0,1 1 0,0 0-1,0 0 1,0 0 0,-1 0 0,1 0 0,0 0 0,0 0-1,-1 0 1,1 0 0,0 0 0,0 0 0,0 0 0,-1 0-1,1 0 1,0 0 0,0 0 0,-1 0 0,1 0 0,0 0-1,0 0 1,0 0 0,-1 0 0,1 0 0,0 0 0,0 0-1,0 1 1,-1-1 0,1 0 0,0 0 0,0 0 0,0 0-1,0 1 1,-1-1 0,1 0 0,0 0 0,0 0 0,0 0 0,0 1-1,0-1 1,0 0 0,0 0 0,-1 1 0,-2 14 194,-1-6-244,0 1 0,1-1 0,1 1 0,0 0 0,-2 17 0,2-14 13,0 1 0,-6 19-1,-93 243 405,80-223-369,-3 0 0,-39 66-1,55-105-62,1 0-1,0 1 0,-4 16 0,8-23-2,-1 0-1,1 0 1,-1-1-1,-10 15 1,9-16-5,1 0 0,0 0 0,0 1 0,-4 13 0,7-19 3,1 1-1,-1 0 1,1 0 0,-1 0 0,0-1-1,0 1 1,0 0 0,0-1 0,0 1 0,0-1-1,0 1 1,0-1 0,-1 0 0,1 1-1,0-1 1,-1 0 0,1 0 0,-3 1-1,2 2 32,0-9-13,1 4-17,0 0 0,0 0 1,0 0-1,1-1 0,-1 1 0,0 0 0,1-1 0,-1 1 0,0 0 1,1-1-1,0 1 0,-1-1 0,1 1 0,0-1 0,0 1 0,0-1 1,0 1-1,0-3 0,2-25-43,1 0 0,11-46 0,-2 10-16,-9 48 51,0 0 0,2 1-1,8-24 1,18-42 7,-28 70-11,-3 11 10,0 0 1,0 1-1,0-1 0,1 0 1,-1 1-1,0-1 1,0 0-1,0 0 0,1 1 1,-1-1-1,0 1 0,1-1 1,-1 0-1,1 1 1,-1-1-1,1 1 0,-1-1 1,1 1-1,-1-1 1,1 1-1,0-1 0,1-4-29,-2 5 30,0-1 1,0 1-1,0 0 0,0 0 1,0 0-1,0 0 0,0 0 0,0 0 1,0 0-1,0 0 0,0 0 1,0 0-1,0 0 0,0 0 1,0 0-1,0 0 0,0 0 1,0 0-1,0 0 0,0 0 1,0-1-1,0 1 0,0 0 1,0 0-1,0 0 0,0 0 1,0 0-1,0 0 0,0 0 1,0 0-1,0 0 0,0 0 1,0 0-1,0 0 0,0 0 1,0 0-1,0 0 0,0 0 1,0 0-1,0 0 0,0 0 1,1 0-1,-1 0 0,0 0 1,0 0-1,0 0 0,0 0 1,0 0-1,0 0 0,0 0 1,0 0-1,0 0 0,0 0 0,0 0 1,0 0-1,0 0 0,0 0 1,0 0-1,0 0 0,0 0 1,1 0-1,-1 0 0,0 0 1,0 0-1,3 2-10,-2-2 8,0 1 1,0-1-1,0 1 1,0 0-1,0-1 1,0 1-1,0 0 1,0-1-1,0 1 1,-1 0-1,1 0 1,0 0-1,0 0 1,-1 0-1,1 0 1,-1 0-1,1 0 1,-1 0-1,0 0 1,1 0-1,-1 0 1,0 0-1,1 0 1,-1 0-1,0 0 1,0 2-1,0-1 5,0 0 0,1 0 0,-1 0 0,0 0 0,1 0 0,0-1 0,-1 1 0,2 2 0,-1-2 0,0 0 0,0 0 1,-1 0-1,1 0 0,0 0 0,-1 0 0,0 0 1,1 3-1,-1-1 1,0-1 0,1 1 0,-1-1 0,1 1 0,0-1 0,1 4-1,0-4 0,-1 1 0,0-1 0,-1 0 0,1 1-1,-1-1 1,1 4 0,-2 0 0,1 0-1,0 1 1,1-1-1,0 0 1,0 0 0,0 0-1,1 0 1,0 0-1,0-1 1,1 1 0,-1-1-1,6 9 1,-2-2-4,-4-10 1,-1 1 0,1-1 0,0 0-1,0 0 1,0 0 0,3 3 0,-2-3-4,0 1-5,0-1 1,1 0-1,-1-1 1,7 5-1,-8-7 11,-1 1-1,1 0 0,-1-1 0,1 1 0,-1-1 0,1 0 0,-1 0 0,1 0 0,-1 1 0,1-1 1,0-1-1,-1 1 0,1 0 0,-1 0 0,1 0 0,2-2 0,12-1 28,-14 3-24,0-1 0,0 1 0,-1 0 0,1-1 0,0 1 0,0-1 0,0 0 0,-1 1 0,1-1 0,-1 0 0,1 0 0,0 0 0,-1 0-1,3-3 1,3-3 6,4-2-6,-1 0-1,-1-1 1,1-1-1,-2 0 1,14-20-1,-3-1-14,-14 25 8,0 1 0,-1-1 0,0 0 0,-1 0-1,0-1 1,0 1 0,4-16 0,7-72 22,-12 87-15,-1 0 1,-1 0-1,0 0 0,0 0 1,0 0-1,-3-11 0,0-15 15,3 28-14,-1-1 0,0 0-1,0 1 1,0-1 0,-5-10 0,-3-17 16,8 28-20,0 1 0,0 0 1,0 0-1,-1 0 0,0 0 0,0 1 1,0-1-1,0 0 0,-1 1 1,-5-8-1,6 10 1,-12-13 14,-1 0-1,0 1 1,-25-17-1,16 14-25,19 12-1,0 1 1,-1 0-1,-9-6 0,7 7 22,1 0 0,-1 1 0,1-1 0,-1 2 0,0-1 0,0 1 0,0 0 0,0 0 0,0 1 0,0 1 0,0-1 0,-10 3-1,11-1-73,0 1-1,1 0 0,-1 1 1,-10 6-1,10-5 48,4-3 10,0 1-1,0-1 1,1 1 0,-1 0-1,1 0 1,0 0 0,0 0 0,0 0-1,-3 6 1,-3 5-14,5-8 14,0 1-1,0-1 1,1 1-1,-3 10 1,1 0-3,3-12 7,0 0-1,0 0 1,0 0 0,1 1 0,0-1-1,0 0 1,1 7 0,0 11-6,-1-17 8,1 1-1,0-1 0,0 1 1,1-1-1,-1 1 0,1-1 1,1 0-1,-1 0 0,1 0 1,0 0-1,1 0 0,-1-1 1,1 0-1,9 10 1,-8-9 1,1-1 1,-1 0 0,1 0 0,1 0 0,-1-1-1,1 0 1,-1 0 0,1-1 0,0 0 0,0 0-1,1 0 1,-1-1 0,9 1 0,1 0 6,1-1 1,0-1 0,25-1-1,-33-1-3,0-1-1,1 0 1,-1 0-1,0-1 0,0 0 1,18-9-1,-7 1-54,1-1 0,35-26 0,-38 26-33,5-6 29,9-15 71,-32 31 6,1 0 1,0 0-1,0 0 0,-1 0 0,1 0 1,1-5-1,7-7 169,-8 12-170,-1 2-13,0-1 0,-1 1-1,1-1 1,0 0 0,-1 1 0,1-1 0,-1 0 0,1 0 0,-1 1 0,1-1 0,-1 0 0,1 0 0,-1 0-1,0 1 1,1-1 0,-1 0 0,0 0 0,0 0 0,0 0 0,1 0 0,-1 0 0,0 0 0,0 0 0,-1-1-1,1 2-1,0 0-1,0-1 0,0 1 0,0 0 0,0 0 0,1-1 0,-1 1 0,0 0 0,0 0 0,0-1 0,0 1 0,0 0 0,0 0 1,0 0-1,0-1 0,1 1 0,-1 0 0,0 0 0,0 0 0,0 0 0,1-1 0,-1 1 0,0 0 0,0 0 0,0 0 0,1 0 0,-1 0 1,0 0-1,0 0 0,0 0 0,1-1 0,-1 1 0,0 0 0,1 0 0,-1 0 4,0 0-1,1 0 1,-1 0 0,0 0 0,0 0-1,0 0 1,1 0 0,-1 0-1,0 0 1,0 0 0,1 0-1,-1-1 1,0 1 0,0 0 0,0 0-1,1 0 1,-1 0 0,0 0-1,0-1 1,0 1 0,0 0-1,0 0 1,1 0 0,-1-1 0,0 1-1,0 0 1,0 0 0,0-1-1,0 1 1,0 0 0,0 0-1,0-1 1,0 1 0,0 0-1,0-1 33,-1 1-1,1 0 0,-1 0 0,1 0 0,-1 0 0,1-1 0,-1 1 0,1 0 1,-1 0-1,1 0 0,-1 0 0,1 0 0,-1 0 0,1 0 0,-1 1 0,1-1 0,-1 0 1,1 0-1,-1 0 0,0 1 0,1-1-25,1 0-1,-1 1 1,0-1 0,0 1 0,0-1-1,0 0 1,0 1 0,0-1 0,0 1-1,0-1 1,0 0 0,0 1-1,0-1 1,0 1 0,0-1 0,-1 0-1,1 1 1,0-1 0,0 0 0,0 1-1,-1-1 1,1 0 0,0 1 0,0-1-1,-1 0 1,1 1 0,0-1-1,0 0 1,-1 0 0,1 1 0,0-1-1,-1 0 1,1 0 0,0 0 0,-1 1-1,1-1 1,-1 0 0,1 0 0,0 0-1,-1 0 1,1 0 0,-1 0-1,1 0 1,-1 0 0,-3 6-3,2-4-11,0-2-3,1 1 0,0 0 1,-1 0-1,1 0 1,0 0-1,0 0 0,-1 0 1,1 0-1,0 1 0,0-1 1,-1 2-1,-1 4 6,-1-1-1,1 1 0,0 0 0,1 0 1,0 0-1,0 1 0,0-1 0,1 0 1,0 1-1,0 9 0,2-10-7,0 0 0,0 0 0,0 0 0,1 0 0,0 0 0,4 8 0,1 2 60,-7-15-52,1 3 0,0-1-1,1 0 1,-1 1 0,1-1-1,0 0 1,1 0 0,-1 0 0,0 0-1,5 5 1,3 5-42,-9-13 30,-1 0 1,1 0-1,0 1 0,0-1 0,-1 0 1,1 0-1,0 0 0,0 0 0,0 0 1,0 0-1,2 1 0,-1 0 5,0 0 1,0 0-1,0 0 1,-1 0-1,1 0 1,0 0-1,-1 0 1,0 0-1,0 1 1,0-1-1,0 1 0,0-1 1,0 1-1,0-1 1,-1 1-1,1 0 1,-1-1-1,0 4 1,0-5 2,0 0 0,0 0 0,1 0 0,-1 0 1,0 0-1,0 0 0,1 0 0,-1-1 0,0 1 0,1 0 1,-1 0-1,1 0 0,-1 0 0,2 1 0,-1-2 0,-1 1-1,1 0 1,-1-1 0,1 1-1,-1 0 1,0 0-1,1-1 1,-1 1 0,0 0-1,1 0 1,-1 0 0,0-1-1,0 1 1,0 2-1,1 11 6,-1-11-3,1 0-1,-1 0 1,0 0 0,0 0-1,0 0 1,-1 1 0,1-1 0,-3 6-1,-1-3 3,4-5-4,-1-1 0,1 1 0,-1 0 0,1 0 0,-1 0 0,1 0 0,0 0 0,-1 0 0,1-1 0,0 1 0,0 0 0,-1 0 0,1 0 0,0 0 0,0 1 0,0 0 0,0-1 0,0 0 0,0 0 0,0 0 0,0 1 0,-1-1 0,1 0 0,0 0 1,-1 0-1,1 0 0,-1 0 0,1 0 0,-1 1 0,0-1 0,1 0 0,-1-1 0,0 1 0,0 0 0,-1 1 0,-8 11 5,-1 6-1,11-18-7,-1-1 0,1 1 0,-1 0 0,1 0 0,0-1 0,-1 1 0,1 0 0,0-1 0,0 1 0,0 0 0,-1 0 0,1-1 0,0 1 0,0 0 0,0 0 0,0-1 0,0 1 0,0 0 0,1 0 0,-1 0 0,0-1 0,0 1 0,0 0 0,1-1 0,-1 1 0,0 0 0,1-1 0,-1 1 0,1 0 0,-1-1 0,1 1 0,-1 0 1,1-1-1,-1 1 0,1-1 0,0 1 0,-1-1 0,1 0 0,-1 1 0,2 0 0,22-1-37,-22 0 39,-1 0-1,1-1 1,-1 1 0,1 0-1,-1-1 1,1 1 0,-1-1-1,0 1 1,1-1 0,-1 0-1,2 0 1,13-6-16,-8 6 11,-6 1 5,0 0-1,0-1 0,1 1 0,-1-1 0,0 1 0,0-1 0,0 0 1,0 0-1,0 0 0,2-1 0,15-8-16,25-10 0,-24 11 14,25-14 1,12-16 2,29-14 38,-42 24-19,-36 25-17,-1-1 0,0 0 0,0-1 0,0 1 0,0-1 0,-1 0 0,0-1 0,0 1 0,-1-1 0,8-13 0,2-4-9,-12 21 10,-1-1 0,1 0-1,-1 0 1,0 0 0,0 0-1,0 0 1,1-7 0,5-12 3,4-20 98,-11 39-97,0 0 1,-1 0-1,0 0 1,0 0-1,0 0 1,0 0-1,-1 0 1,1 0-1,-2-5 1,0 4-2,0-1 0,0 0 0,0 1 0,0-1 0,-1 1 0,0 0 0,0-1-1,-1 2 1,-4-7 0,-2-3 147,9 13-125,1-1 0,-1 1 0,0 0 0,0 0 0,1 0 0,-1 0 0,0 0 0,0 0 0,0 0 0,0 0 0,-2-2 0,-1 1 32,0-1 0,1 1 0,-1 0-1,0 0 1,0 0 0,0 1 0,0 0 0,-1-1 0,1 1 0,0 1-1,-1-1 1,1 1 0,0-1 0,-1 1 0,1 0 0,0 1 0,-1-1-1,1 1 1,0 0 0,-1 0 0,1 0 0,0 1 0,0-1-1,0 1 1,-4 3 0,0 0-70,1 0-1,-1 1 0,1 0 1,0 0-1,-9 12 0,10-11-44,2-2 42,1-1 0,-1 1 1,1 0-1,0 0 0,0 1 0,0-1 0,-3 10 0,-3 3 71,8-15-27,-1 0 0,1 0 0,-1 0 0,1-1 0,0 1 0,0 0 0,1 1 0,-1-1 0,0 4 0,1 76 92,0-82-138,0 1 0,1 0 0,-1-1 0,0 1 0,1 0 0,0-1 0,-1 1 0,1 0-1,0-1 1,0 1 0,0-1 0,0 1 0,0-1 0,0 0 0,0 1 0,0-1 0,0 0 0,1 0 0,-1 0 0,3 2 0,7 7-132,-9-9 151,-1 1-1,0-1 0,1 0 1,0 0-1,-1 0 0,1 0 1,0 0-1,0-1 0,-1 1 1,1 0-1,0-1 1,0 1-1,0-1 0,0 0 1,0 1-1,0-1 0,0 0 1,0 0-1,0-1 0,-1 1 1,1 0-1,0-1 1,3 0-1,7-2 99,-1-1-1,19-8 1,-19 7-124,-7 3 18,1 0 0,-1-1 1,0 0-1,0 0 0,0 0 1,0 0-1,0-1 1,-1 1-1,0-1 0,4-6 1,-5 9-5,5-3 2,-6 4 8,0 0 1,0-1 0,-1 1-1,1 0 1,0-1 0,0 1-1,0-1 1,0 1 0,0-1-1,0 1 1,-1-1 0,1 0-1,0 1 1,-1-1 0,1 0-1,1-1 1,3-2-46,-5 4 41,1-1-1,-1 1 1,0 0 0,0 0-1,0 0 1,0 0 0,0 0-1,0 0 1,0 0 0,1 0-1,-1 0 1,0 0 0,0 0-1,0 0 1,0 0 0,0 1-1,0-1 1,0 0 0,1 0 0,-1 0-1,0 0 1,0 0 0,0 0-1,0 0 1,0 0 0,0 0-1,0 0 1,0 0 0,0 0-1,0 0 1,1 1 0,-1-1-1,0 0 1,0 0 0,0 0-1,0 0 1,0 0 0,0 0 0,0 0-1,0 1 1,0-1 0,0 0-1,0 0 1,0 0 0,0 0-1,0 0 1,0 0 0,0 0-1,0 1 1,0-1 0,0 0-1,0 0 1,0 0 0,0 1-13,6 0 3,-6-1 11,0 0 1,0 0-1,1 0 1,-1 0-1,0 0 1,0 0-1,0 0 1,1 0-1,-1 0 1,0 0-1,0 0 1,0 0-1,1 0 1,-1 0-1,0 1 1,0-1-1,0 0 1,0 0-1,1 0 1,-1 0-1,0 0 0,0 0 1,0 1-1,0-1 1,0 0-1,1 0 1,-1 0-1,0 0 1,0 1-1,0-1 1,0 0-1,0 0 1,0 0-1,0 0 1,0 1-1,0-1 1,0 0-1,0 0 1,0 0-1,0 1 0,0-1 1,0 0-1,0 0 1,0 0-1,0 1 1,0-1-1,0 0 1,0 0-1,0 0 1,0 1-1,0-1 1,0 0-1,0 1 1,0-1-1,0 0 1,0 1 0,0-1-1,0 0 1,0 1-1,1-1 1,-1 0 0,0 1-1,0-1 1,0 0-1,1 1 1,-1-1 0,0 0-1,1 0 1,-1 1-1,0-1 1,0 0-1,1 0 1,-1 0 0,0 1-1,1-1 1,6 6 39,3 0-18,-7-5-41,1 1 1,0-1-1,0 0 1,0 0-1,0-1 1,0 1-1,0-1 0,0 0 1,0 0-1,0 0 1,0 0-1,0-1 1,0 1-1,0-1 0,0 0 1,-1 0-1,8-4 1,-2 0-115,-5 2 53,1 1 0,-1-1 0,1 0 0,-1 0 0,0-1 1,4-5-1,-3 4-43,0-1-1,1 1 1,10-8 0,-2 1-45,5 0 33,-16 10 114,1 0-1,-1 0 1,1-1 0,-1 1-1,0-1 1,0 0-1,0 1 1,-1-1 0,4-5-1,26-34-205,-25 34 178,0 1 0,-1-2 0,0 1 0,-1-1 0,0 0 0,6-14 0,7-5-37,-15 21 83,-1 0 1,0 0-1,0 1 1,0-2-1,-1 1 0,0 0 1,-1-14-1,0 19 5,0 0 1,-1 0-1,1 0 0,0 0 0,-1 0 0,0 0 0,-1-3 1,1 3-1,0 0 0,0 0 0,1 0 1,-1 0-1,0 0 0,1 0 0,-1-4 1,1 5-2,0-1 1,-1 1 0,1-1 0,-1 1-1,1-1 1,-1 1 0,0 0 0,1-1 0,-1 1-1,0 0 1,0 0 0,0 0 0,0-1-1,0 1 1,0 0 0,0 0 0,-1 0-1,1 1 1,0-1 0,-2-1 0,-9-7-3,11 7-1,-1 1 0,0 0-1,0 0 1,1 0 0,-1 1-1,0-1 1,0 0 0,0 1 0,0-1-1,0 1 1,0 0 0,0-1-1,0 1 1,0 0 0,0 0-1,0 0 1,0 1 0,0-1-1,0 0 1,-3 2 0,-5 0-6,0 1 1,-15 5 0,19-4 8,0-1 1,1 1 0,-1 0 0,1 0-1,-1 0 1,1 1 0,0 0 0,-8 11-1,10-11 2,0 0-1,0 1 1,0-1-1,-3 11 1,-8 14-4,10-24-2,1 0 0,1 0 0,-1 0 0,1 0 0,-2 11 0,1-8 0,2-2-2,0 1-1,0-1 0,1 1 0,0-1 1,0 1-1,1-1 0,0 0 1,0 1-1,1-1 0,-1 0 0,2 0 1,2 8-1,-3-12 4,-1 0-1,1 0 1,-1 0 0,1 0-1,0 0 1,0 0 0,0-1 0,0 1-1,1-1 1,-1 0 0,1 1-1,-1-1 1,1 0 0,0-1-1,0 1 1,0 0 0,0-1 0,0 1-1,5 0 1,-5-1-71,0-1-1,0 0 1,0 0 0,0 0 0,0 0 0,0 0-1,0 0 1,0-1 0,0 1 0,0-1 0,0 0-1,-1 0 1,1 0 0,0 0 0,0-1-1,4-2 1,6-3-370,-6 4 134,-1 0-1,0 0 0,-1 0 1,1-1-1,-1 0 0,1 0 1,-1 0-1,0-1 0,-1 0 0,7-8 1,14-18-685,-19 26 888,-2 0-1,1-1 1,0 0 0,-1 0 0,0 0-1,-1-1 1,5-10 0,-4 6 72,-2 7 27,0-1 1,-1 1-1,0-1 1,0 0-1,1-8 1,-2 11 16,0 0 0,1 0 1,-1 0-1,1 0 0,-1 0 0,1 0 0,-1 1 1,3-4-1,-2 3 11,-1 0-1,1 0 1,0 0 0,-1 0-1,1 0 1,-1 0 0,1 0-1,-1-3 1,0 3 81,1 0 0,-1 0 1,0 0-1,-1 0 0,1 0 1,0 0-1,-1 0 0,1 0 0,-1 0 1,1 0-1,-1 0 0,0 0 0,0 0 1,0 1-1,-2-4 0,0-4 1027,1 5-100,-8 3 440,9 1-1459,1 0 10,0 0 0,0 0 1,-1 0-1,1 0 1,0 0-1,0 0 1,-1 0-1,1 0 1,0 0-1,0 0 0,-1 0 1,1 0-1,0 0 1,0 0-1,-1 0 1,1 0-1,0 0 0,0 0 1,-1 0-1,1 0 1,0 1-1,0-1 1,-1 0-1,1 0 1,0 0-1,0 0 0,0 1 1,0-1-1,-1 0 1,1 0-1,0 1 1,0-1-1,0 0 1,0 0-1,0 1 0,0-1 1,-1 0-1,1 0 1,0 1-1,0-1 1,0 0-1,0 1 1,0 0 93,0 13-87,0-12-1,0-1 1,0 1-1,-1 0 1,1 0-1,-1 0 1,1 0 0,-1 0-1,0 0 1,0 1-1,0-1 14,0 0-1,0 0 1,1-1 0,-1 1 0,0 0-1,1 0 1,0 0 0,-1 0-1,1 2 1,1 21 570,0-16-385,-1-1 0,0 1 0,0-1 0,-4 16 0,2-14-64,0-2 15,0-1 0,1 1 0,-1 14 0,1 2 68,-2-1 0,-5 24 0,0 2-55,5-27-125,1-4-28,-6 25 0,1-12 11,-4 53 1,5-35-6,-1 0-14,2-16-9,-3 57 0,7-71-11,-3 21-1,-2 17 1,6-43-4,-5 26 0,2-27-1,0 23 0,3-25-14,-1 1 0,-1-1 0,0 1 0,-5 17 0,7-28 11,-10 19-15,9-18 15,-1 0 0,1 0-1,0 0 1,0 0 0,0 0 0,0 0-1,1 0 1,-1 1 0,0-1-1,0 4 1,1-5 1,0-1 1,0 1-1,0 0 1,0-1-1,0 1 0,0-1 1,0 1-1,0-1 1,0 1-1,-1 0 0,1-1 1,0 1-1,0-1 1,-1 1-1,1-1 0,0 0 1,-1 1-1,1-1 1,-1 1-1,1-1 1,0 1-1,-1-1 0,1 0 1,-1 1-1,1-1 1,-1 0-1,0 1 0,-2 0 4,-8 4 4,10-5-8,0 0 0,0-1 0,0 1 0,0 0 0,-1 0 0,1-1 0,0 1 0,0-1 0,0 1 0,0-1 0,0 1 0,0-1 0,0 0 1,0 1-1,0-1 0,0 0 0,0 0 0,0 0 0,-1-1 0,-11-23 12,4 8 5,6 10-18,0 0 0,1 0 1,-1 0-1,1 0 0,1 0 0,-2-13 0,0 6-7,2-1-9,-1-1 1,3-25 0,0 10-13,0 2-57,8-47 0,-7 58 32,3-6-73,1 0 0,0 0 0,2 1 0,19-39 0,-2-7-330,12-2-66,-30 59 445,0 1-1,0 1 1,1 0-1,12-13 1,4-2 11,-18 19 56,-1 0 1,1 0 0,0 0 0,0 1 0,1 0-1,-1 0 1,14-6 0,-11 7 2,-6 2 5,0 0 0,0 1-1,0 0 1,1 0 0,-1 0 0,0 0-1,0 0 1,1 0 0,-1 1 0,0 0-1,1 0 1,-1 0 0,0 0-1,1 0 1,-1 1 0,4 0 0,-3 0 0,0 0 0,0 1 0,1-1 0,-2 1 0,1 0 0,0 0 0,0 0 0,-1 1 0,1-1 1,-1 1-1,0 0 0,0 0 0,0 0 0,0 0 0,0 1 0,-1-1 0,1 1 0,3 7 0,-3-7-7,-2-3 1,-1 0 0,1-1 0,-1 1 0,1 0 0,-1 0 0,1 0 0,-1 0 0,1 0 0,-1-1 0,0 1 0,0 0-1,1 0 1,-1 0 0,0 0 0,0 0 0,0 1 0,0 0-33,0-1-1,0 0 0,1 1 0,-1-1 0,0 0 0,1 0 1,-1 1-1,1-1 0,-1 0 0,2 2 0,-1-2-61,0 0 0,-1 1 0,1-1 0,0 0 0,-1 1 0,1-1 0,-1 1 0,0-1 0,1 0 0,-1 4 0,0 13-2131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2:00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396 509 752,'12'-3'2310,"-5"2"-954,-7 1-1285,1 0 1,-1 0-1,0 0 1,0 0-1,0 0 1,0 0-1,0 0 1,0 0-1,0 0 1,1 0-1,-1 0 1,0 0 0,0 0-1,0 0 1,0 0-1,0 0 1,0 0-1,0 0 1,0 0-1,1 0 1,-1 0-1,0 1 1,0-1-1,0 0 1,0 0-1,0 0 1,0 0-1,0 0 1,0 0-1,0 0 1,0 0-1,0 1 1,0-1-1,0 0 1,0 0-1,0 0 1,0 0-1,0 0 1,0 0-1,0 1 1,0-1-1,0 1 820,0-1-874,0 0 0,0 1 1,1-1-1,-1 0 0,0 0 0,0 1 0,0-1 1,0 0-1,0 0 0,0 1 0,0-1 0,-1 0 0,1 0 1,0 1-1,0-1 0,0 0 0,0 0 0,0 1 1,0-1-1,0 0 0,0 0 0,-1 1 0,1-1 0,0 0 1,0 0-1,0 0 0,0 0 0,-1 1 0,1-1 1,0 0-1,0 0 0,0 0 0,-1 0 0,-5 7 18,6-6-32,-1 0 0,1 0 0,-1 0 0,1 0 0,-1 0 0,1 0 0,0 0 0,0 0 0,0 0 0,0 1 0,0-1 0,0 0 0,0 0 0,0 0 0,0 2 0,-1 13 16,-14 49 80,8-36 4,7-26-85,-1 0 1,-1-1-1,1 1 0,0 0 0,-1-1 1,1 1-1,-1-1 0,0 1 1,0-1-1,-2 3 0,-7 7 76,1 8 44,8-15-95,0 0 1,-1-1 0,0 1-1,-2 3 1,-13 17 119,11-15-82,0-1 0,-15 16-1,7-11 127,0 0 0,-2-1-1,-30 18 1,38-26-30,-1 0-1,1-1 0,-1-1 1,0 1-1,0-2 0,0 1 1,0-1-1,0-1 0,-18 1 1,21-2-89,1 0-4,0 0-1,0 0 1,1 0 0,-9-3-1,13 3-78,0 0 0,0 0 0,0 0 0,0-1 0,0 1 0,0-1 0,0 1 0,1-1 1,-1 1-1,0-1 0,0 1 0,0-1 0,0 0 0,1 1 0,-1-1 0,0 0 0,1 0 0,-1 0 0,0 1 0,1-1 0,-1 0 0,1 0 0,0 0 0,-1 0 0,1 0 0,0 0 0,-1 0 0,1 0 0,0 0 0,0-2 0,0 2-5,-1-4-5,1 0 0,0 0-1,1 0 1,-1 0 0,1 0 0,0 0-1,0 0 1,0 0 0,1 0 0,3-7-1,5-8-3,-4 8 3,0 1 0,16-22 1,5-4-13,13-16-20,45-48-46,-4-30-25,-29 41 41,-41 70 66,0 0 0,-2-1 0,8-27 1,1-1 15,-15 39 0,0 0 0,-1 0 0,0-1-1,-1 1 1,0 0 0,-2-20 0,1 18 5,0 9-11,-1 0-1,1 0 1,-1 0-1,0 0 1,0 0 0,0 1-1,0-1 1,0 0-1,-1 0 1,1 1-1,-1-1 1,0 1-1,0-1 1,-4-3 0,3 2 44,-1 1 0,0 0 0,1 0 1,-1 0-1,0 0 0,0 1 1,-1 0-1,-8-4 0,9 5-16,1 1 1,-1-1-1,0 1 0,0 0 0,0 1 1,0-1-1,0 0 0,0 1 0,0 0 0,1 0 1,-1 0-1,0 0 0,1 1 0,-7 3 0,-2 2-4,-1 0 0,-20 16 0,26-16-45,0 0 0,0 0 0,-7 10 0,-5 7 6,10-13 5,1 1 1,1 0-1,0 0 1,0 1-1,-7 22 1,0-2 6,11-25 0,0-1 1,1 1 0,0 0 0,1 0-1,-1 0 1,2 0 0,-1 0 0,2 15-1,0-4 17,2 0 0,7 30-1,-7-41-24,1 0 0,-1 0 0,9 13-1,-2-4 2,-6-11 2,0 0-1,1 0 1,0 0-1,1-1 1,-1 0-1,1 0 1,8 6 0,1 0 0,-12-8-3,1 0 0,0 0 0,0-1 0,1 0 0,8 4 0,9 4 1,10 5 6,-20-11-5,-9-2-3,2 0-162,0 0 1,0 0-1,0 0 1,0-1 0,11 2-1,5 4-5016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2:0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409 228 2828,'-2'1'2234,"1"-1"-2089,1 0 0,-1 1 0,0-1-1,1 1 1,-1-1 0,1 1 0,-1-1-1,1 1 1,-1-1 0,1 1-1,-1 0 1,1-1 0,-1 1 0,1 0-1,0-1 1,0 1 0,-1 0 0,1 0-1,0-1 1,0 1 0,0 0-1,-1-1 1,1 1 0,0 0 0,0 0-1,0 0 1,0-1 0,1 2 0,-1-1-98,0 0 0,0 0 1,-1 0-1,1-1 1,0 1-1,0 0 1,-1 0-1,1 0 0,0-1 1,-1 1-1,1 0 1,-1 0-1,1-1 1,-1 2-1,0-1-29,0-1 0,1 1 0,-1 0 0,1 0 0,-1 0 0,1 0 0,-1-1 0,1 1 0,0 0 0,0 0 0,-1 0 1,1 0-1,0 0 0,0 2 0,0-1 3,0 0-1,-1 0 1,1 1 0,0-1 0,-1 0 0,1 0 0,-1 0 0,-1 4 0,1-4-3,0 1 0,0-1-1,0 1 1,0-1 0,1 1 0,-1-1 0,1 1 0,0 4 0,-1-1 35,1-1 0,-1 1 0,-1-1 0,1 1 0,-5 9 0,-3 15 204,4-6 220,-14 43 0,-1-4 129,12-35-232,-21 51 1,24-67-333,-107 203 262,95-182-295,13-25-5,0 0 0,0 0 0,0-1 0,-1 1 0,0-1-1,-9 9 1,9-11-5,3-3 12,1 0 1,-1-1-1,0 1 0,0-1 1,1 1-1,-1-1 0,0 0 1,-3 2-1,4-3-8,1 0-1,-1 0 1,1 0-1,0 0 1,-1 0-1,1 0 0,-1 0 1,1 0-1,-1 0 1,1 0-1,-1 0 1,1 0-1,0 0 1,-1 0-1,1 0 1,-1-1-1,1 1 1,0 0-1,-1 0 1,0-1-1,1 0-1,-1 0 0,0 1 0,0-1 0,0 0-1,1 0 1,-1 0 0,0-1 0,1 1 0,-1 0-1,0-2 1,-3-11-25,1-1-1,0 1 1,1-1 0,1 0-1,0 0 1,2-16-1,-1 17 6,1-7-17,1 1 0,4-22-1,-2 20 7,14-45-31,-16 58 60,-2 4-4,1-1 0,0 0 0,1 1 1,-1-1-1,1 1 0,0-1 0,0 1 0,1 0 1,3-7-1,-4 2-22,0 0-34,-1 9 62,-1 1-1,0 0 1,0 0-1,1 0 1,-1 0-1,0-1 1,1 1-1,-1 0 1,0 0-1,0 0 1,1 0-1,-1 0 1,0 0-1,1 0 1,-1 0-1,0 0 1,1 0-1,-1 0 1,0 0-1,1 0 1,-1 0-1,0 0 1,1 0-1,-1 0 1,0 0-1,0 1 1,1-1-1,-1 0 0,0 0 1,0 0-1,1 0 1,-1 1-1,0-1 1,0 0-1,1 1 1,0 0 3,0 0-1,0 0 1,0 0 0,0 0-1,0 0 1,0 1 0,0-1 0,0 0-1,-1 1 1,1-1 0,0 2-1,8 14 12,-6-13-18,0 1 0,-1 0-1,1-1 1,-1 1 0,0 0 0,-1 0-1,1 1 1,0 5 0,0-4-5,-1 0 0,2-1 0,4 13 1,-5-16 8,7 14 9,-1-1 1,0 1-1,7 25 1,-13-33-11,1-1-1,0 1 1,0-1 0,0 1-1,1-1 1,1 0 0,7 11-1,-5-3-7,-6-14 7,0 1-1,0-1 0,0 1 1,0-1-1,1 0 0,-1 1 1,1-1-1,-1 0 0,3 2 1,20 15-1,-22-18 1,-1 0 1,1 0 0,-1-1-1,1 1 1,-1 0-1,1-1 1,0 1 0,-1-1-1,1 1 1,0-1-1,-1 0 1,1 0 0,0 0-1,-1 0 1,1 0-1,3-1 1,-2 0 1,0 0 1,0-1-1,1 1 0,-1-1 1,-1 0-1,1 0 0,0 0 1,0 0-1,-1 0 0,1-1 1,-1 1-1,0-1 0,0 0 1,0 0-1,2-3 0,9-11 9,2 0-5,-10 11-6,0 1 1,-1-1-1,1 0 0,-1 0 1,0-1-1,-1 1 0,5-11 1,11-29-6,-11 28 2,9-28 1,16-75 53,-29 102-40,-1 0-1,0-1 1,-1 1-1,-2-1 1,-1-23 0,1 2-4,-1 28-8,0 0 1,-4-15-1,3 15 2,-1 4 5,1-1-1,-2 1 1,1-1-1,-1 1 0,0 0 1,-1 0-1,0 0 1,-7-8-1,-55-62 104,53 64-62,-8-9 237,-31-25 1,44 41-159,-1 1 1,1 0 0,-1 1 0,-1 0 0,1 1 0,-21-8 0,0 2 297,21 7-276,0 0 0,-18-3 0,24 6-121,0 1 0,0 0 0,0 0 1,0 0-1,0 0 0,0 0 0,1 1 1,-1 0-1,0 0 0,0 0 0,-4 2 1,0 0-8,1 0 1,0 0 0,-1 1 0,1 1 0,1-1 0,-1 1 0,-11 10 0,16-12-19,0 0-1,0 0 1,0 0 0,0 1 0,1-1 0,0 0-1,-1 1 1,1-1 0,-1 5 0,-1 3-4,2-3 6,0-1-1,0 0 1,0 1 0,1 0-1,1 12 1,0 5 8,0-12-5,1 0 0,6 23-1,-6-25-2,0-5 3,1 1 1,0 0-1,0-1 0,0 0 1,1 0-1,0 0 0,0 0 1,1-1-1,5 7 1,4 4 10,-7-7-11,1 0 0,0-1 0,0 0 0,1 0 0,0-1 0,13 8 0,-16-11-9,1 0 0,0-1 0,1 0 0,-1 0 0,0-1 0,1 0 0,-1-1 0,1 1 0,0-1 0,11 0 1,-5-1-2,-8 0 2,0 1-1,0-1 0,0-1 1,0 1-1,7-3 1,84-23-39,-81 20 32,1-1 1,23-14 0,-14 7 7,-5 1 17,0-1 0,28-24 0,-19 14 2,15-23 9,-42 44-31,0 0 1,0 0-1,-1 0 1,1 0-1,-1 0 1,0-1-1,0 1 1,0-1-1,1-4 0,5-9-2,-4 12 0,-3 5 8,-1 0-1,1-1 1,-1 1 0,0-1-1,1 1 1,-1-1 0,0 1-1,1 0 1,-1-1 0,0 1 0,0-1-1,1 1 1,-1-1 0,0 1-1,0-1 1,0 0 0,0 1-1,0-1 1,0 1 0,0-1-1,0 0 1,0 1 0,1-1-1,-1 1 1,0 0-1,0-1 1,0 1 0,0 0-1,0 0 1,0-1-1,0 1 1,1 0-1,-1 0 1,0-1 0,0 1-1,0 0 1,1 0-1,-1-1 1,0 1-1,0 0 1,1 0 0,-1 0-1,0 0 1,0-1-1,1 1 1,-1 0-1,0 0 1,1 0 0,-1 0-1,0 0 1,0 0-1,1 0 1,-1 0 0,0 0-1,1 0 1,-1 0-1,0 0 1,1 0-1,-1 0 1,1 0 0,-1 0-2,0 0 1,0 0 0,0 0-1,0 0 1,0 0 0,0 0 0,0 0-1,1 0 1,-1-1 0,0 1-1,0 0 1,0 0 0,0 0-1,0 0 1,0 0 0,0 0 0,0 0-1,0 0 1,0-1 0,0 1-1,0 0 1,0 0 0,0 0 0,0 0-1,1 0 1,-1 0 0,0-1-1,0 1 1,0 0 0,-1 0 0,1 0-1,0 0 1,0 0 0,0 0-1,0-1 1,0 1 0,0 0-1,0 0 1,0 0 0,0 0 0,0 0-1,0 0 1,0 0 0,0-1-1,0 1 1,0 0 0,-1 0 0,1 0-1,0 0 1,0 0 0,0 0-1,0 0 1,0-1 4,-1 1-3,0 0 0,0 0-1,0 0 1,0 0 0,0 1 0,0-1-1,0 0 1,0 0 0,1 0 0,-1 1-1,0-1 1,0 1 0,0-1-1,0 0 1,1 1 0,-1-1 0,-1 2-1,-11 7-30,10-2 1,-7 6-10,-2 0 89,-22 29 0,15-16-11,17-24-38,1 0 1,-1 1 0,1-1-1,0 0 1,0 1 0,0-1 0,0 1-1,1-1 1,-1 1 0,0-1-1,1 4 1,0 31 97,1-16 21,-1-18-115,1 0 0,0 0 0,-1 0 0,1 0 0,1 0 0,-1 0 0,3 5 0,-2-5-5,-1-1-1,0-1 1,1 1-1,-1-1 1,0 1-1,0-1 1,1 0-1,-1 0 1,1 0 0,-1 0-1,1 0 1,-1 0-1,1 0 1,2 1-1,25 7 14,-16-6-9,9 11 5,-18-13-11,-2 0 2,14 10-6,-12-10 2,2 3 2,5 12 2,-10-10 33,0 0 0,-1 0 0,0 0 1,1 0-1,-2 8 0,0-6 41,1-7-67,0-1 0,0 1 0,0 0 0,0-1-1,0 1 1,-1 0 0,1 0 0,0-1 0,-1 1-1,1 0 1,0-1 0,-1 1 0,1-1 0,-1 1 0,1-1-1,-1 1 1,1 0 0,-2 0 0,0 1 17,1 1-11,0 0-1,1 0 0,-1 0 0,1 0 0,0 0 1,-1 0-1,1 1 0,0-1 0,2 6 1,-2 3 7,1-11-22,-1 1 0,0-1 1,0 0-1,1 0 0,-1 1 1,1-1-1,-1 0 0,1 0 1,-1 1-1,1-1 0,0 0 1,-1 0-1,1 0 1,0 0-1,0 0 0,0 0 1,0 0-1,0 0 0,0-1 1,0 1-1,0 0 0,0 0 1,1-1-1,-1 1 0,0-1 1,0 1-1,3 0 0,-2-1-1,0 1 1,0-1-1,-1 0 0,1 1 0,0-1 0,0 0 0,0 0 0,0 0 1,0-1-1,0 1 0,-1 0 0,1-1 0,0 1 0,0-1 0,0 1 1,-1-1-1,1 0 0,0 0 0,-1 0 0,1 0 0,1-2 0,5-4-4,2-3 8,1 1 0,15-12 0,-15 14-4,0-2 0,-1 0 0,13-13 0,-10 9-10,20-16 1,-22 21 8,-4 4 3,-1-1-1,0 0 0,8-8 0,7-6-3,-15 15 4,0-1 0,0 0 0,8-9 0,-2 2 2,-10 10-1,0 1 1,0 0-1,-1-1 1,1 1-1,-1-1 0,1 1 1,-1-1-1,0 0 1,0 1-1,0-1 1,0 0-1,0 0 0,0 0 1,1-3-1,-2 4 5,1 0-1,-1 1 0,1-1 0,-1 0 0,1 1 1,-1-1-1,1 1 0,0-1 0,-1 1 0,1-1 1,0 1-1,1-1 0,-2 1 2,0 0-4,0 0 0,0 0 0,0 0 0,0 0 0,0 0-1,0 0 1,0 0 0,0 0 0,0 0 0,-1 0 0,1 0 0,0 0 0,0 0 0,0 0 0,0 0-1,0 0 1,0 0 0,0 0 0,0 0 0,0 0 0,0 0 0,0 0 0,0 0 0,0 0 0,0 0 0,0-1-1,0 1 1,-1 0 0,1 0 0,0 0 0,0 0 0,0 0 0,0 0 0,0 0 0,0 0 0,0 0 0,0 0-1,0 0 1,0 0 0,0 0 0,0 0 0,0 0 0,0 0 0,0 0 0,0-1 0,0 1 0,0 0 0,0 0-1,0 0 1,0 0 0,0 0 0,0 0 0,0 0 0,0 0 0,0 0 0,0 0 0,0 0 0,0 0 0,0 0-1,0 0 1,0-1 0,-9 4 146,-9 5 95,5 4-56,10-10-151,1 0-1,-1 1 0,1-1 0,-1 0 0,1 1 0,0 0 0,0-1 1,0 1-1,0 0 0,0 0 0,1 0 0,0 0 0,-1 0 0,1 0 1,0 1-1,0-1 0,0 4 0,1-6-21,0 1-1,0-1 1,0 1-1,-1-1 1,1 0 0,0 1-1,-1-1 1,1 0-1,-1 1 1,0-1 0,0 2-1,0-2-8,0 0 0,0 1 0,1-1 1,-1 0-1,1 0 0,-1 1 0,1-1 0,0 0 0,-1 1 0,1-1 0,0 3 0,0 2 2,-1-4-8,1 0 1,0 0 0,0 0 0,0 0-1,0 0 1,0 0 0,0 0 0,0 0 0,1 0-1,-1 0 1,2 3 0,0-4-20,-1 0 0,1 0 0,0 0 0,-1 0 0,1-1 0,0 1 1,0 0-1,2 0 0,5 2-56,-5-2 63,1-1 23,0-1 0,0 1-1,-1-1 1,1-1 0,0 1 0,-1-1-1,7-2 1,33-30 98,-11 6-159,-13 9 28,-20 18 20,1 1 0,-1-1-1,0 1 1,0-1-1,1 1 1,-1-1 0,0 1-1,0-1 1,0 1 0,0-1-1,0 0 1,0 1-1,0-1 1,0 1 0,0-1-1,0 1 1,0-1-1,0 0 1,0 1 0,0-1-1,0 1 1,-1-1-1,1 1 1,0-1 0,0 1-1,-1-1 1,0 1-11,0-1-1,0 1 1,0 0 0,0-1 0,0 1-1,0-1 1,0 1 0,0-1 0,0 1-1,1-1 1,-1 0 0,0 1 0,-1-2-1,1 0-8,-1 1 0,0-1-1,1 1 1,-1 0 0,0 0-1,0 0 1,-3-2 0,-107-24-75,111 27 99,0-1 0,0 1 0,-1 0 0,1 0 0,0 0 0,0 0 1,0 0-1,-1 0 0,1 0 0,0 1 0,0-1 0,-2 1 0,-2 0-15,1 0-1,-1 0 1,0 0 0,1-1 0,-11 1-1,14-1 5,1 0 7,0 0 0,0 0-1,-1 0 1,1 0 0,0 0-1,0 0 1,-1 0 0,1 0-1,0 0 1,-1 0 0,1 0-1,0 0 1,0 0-1,-1-1 1,1 1 0,0 0-1,0 0 1,-1 0 0,1 0-1,0 0 1,0 0 0,-1-1-1,1 1 1,0 0 0,0 0-1,0 0 1,-1-1-1,1 1 1,0 0 0,0 0-1,0-1 1,0 1 0,0 0-1,-1 0 1,1-1 0,0 1-1,0 0 1,0 0-1,0-1 1,0 1 0,0 0-1,0-1 1,0 1 0,0 0 1,1 0 0,-1 0 1,0 0-1,1 0 0,-1 0 1,0 1-1,1-1 0,-1 0 1,0 0-1,1 0 0,-1 0 0,1 0 1,-1 0-1,0 0 0,1 0 1,-1 0-1,0-1 0,1 1 1,-1 0-1,0 0 0,1 0 1,-1 0-1,0 0 0,1-1 0,-1 1 1,1 0-1,11-6 1,-12 6-7,46-22-197,-21 6-273,0-2-1,33-29 0,28-22-787,-59 49 929,45-41-1,-63 51 331,0 1-1,0 1 1,19-13 0,-25 16 40,-3 2-22,8-3 43,-6 5 555,-4 1-273,1 0-229,0 1 0,0-1 0,0 0 0,1 1 0,-1-1 0,0 1 0,0 0 0,1-1 0,-1 1 0,0-1 0,1 1 0,-1 0 0,0 0 0,1-1 0,-1 1 0,1 0 0,-1 0-1,0 1 1,-4 6 46,5-8-123,0 1 1,-1 0-1,1-1 0,0 1 0,-1 0 1,1 0-1,0-1 0,0 1 0,0 0 1,0 0-1,0-1 0,0 1 1,0 0-1,0 1 0,-1 6 201,-4 3-27,2 1 1,-1 0 0,2-1-1,-1 1 1,2 0 0,-1 21-1,1-21-119,0 0 1,-3 13-1,2-14-21,0 0 0,1 13 0,0-12 11,0-1 1,-3 16-1,2-16-17,0 0-1,1 16 1,-10 87 165,10-65-182,0-17-31,5 47 0,2-25-12,-1 1 2,15 56 0,-11-56 2,-6-34-8,7 24-1,6 33-34,-12-53 17,-3-9 4,1-1 0,-3 25 0,1-16 37,-1-23-16,1-1-1,0 0 1,0 0-1,-1 0 1,1 1-1,0-1 1,-1 0-1,1 0 1,0 0-1,-1 1 1,1-1-1,0 0 0,-1 0 1,1 0-1,0 0 1,-1 0-1,1 0 1,-1 0-1,1 0 1,0 0-1,-1 0 1,1 0-1,0 0 1,-1 0-1,1 0 1,-1 0-1,1 0 1,0-1-1,-1 1 1,1 0-1,0 0 0,-1 0 1,1 0-1,0-1 1,0 1-1,-1 0 1,1-1-1,-4-3 15,0 0 0,-1 0 0,-8-6 0,-16-15 37,14 7-41,-19-30 1,21 27-33,-6-13-15,16 27 24,0 1 0,0 0-1,-6-8 1,-3 1-20,10 12 21,0-1 1,0 0-1,1 1 1,-1-1-1,1 0 0,-1 0 1,1 0-1,0 0 1,-2-5-1,-30-76-1628,32 81 1510,1 0-1,-1 0 0,1 0 0,0 0 1,-1 0-1,1 0 0,0 0 0,0 0 0,1 0 1,-1 0-1,0 0 0,1 0 0,-1 0 0,1 0 1,0 0-1,1-3 0,-1 2-172,0 0-1,0 1 1,0-1-1,-1 0 1,1 0-1,0-5 1,-1 4-281,1 0 0,-1 0 1,1-1-1,0 1 0,3-7 1,2-5-932,-4 8 623,1 0 1,1 0-1,0 1 1,0 0-1,0-1 1,8-8-1,8-4-1599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42:02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45 330 1012,'-1'-4'640,"1"0"1,0 0-1,-1 0 1,0 0-1,0 0 0,-2-7 1,0 4-297,3 5-263,0-1 0,0 1 0,0 0 0,0 0 0,0 0-1,0-1 1,0 1 0,1 0 0,-1 0 0,1 0 0,0 0 0,0-3-1,5-17 359,-6 17-365,0 0 0,1-1-1,0 1 1,0 0-1,4-9 1,-1-2 8,-2 11-60,0 0 0,1 0 0,-1 0 1,1 0-1,0 1 0,4-5 0,-3 3 40,0 1 1,-1-1-1,5-8 1,-5 6 63,-3 5-74,1 1 0,0 0 1,0 0-1,0 0 0,1 0 1,1-4-1,6-9 327,-9 13-319,1 1-1,0-1 1,-1 1 0,1-1 0,0 1 0,0 0-1,0-1 1,0 1 0,0 0 0,0 0 0,0-1-1,2 0 1,-1 0 9,-1 1-1,1 0 0,-1 0 0,0 0 1,1-1-1,-1 1 0,0-1 1,0 1-1,0-1 0,0 1 0,1-3 1,-1 2-9,0-1 1,0 2 0,0-1-1,0 0 1,0 0 0,1 0-1,-1 0 1,1 1 0,0-1-1,-1 1 1,4-3 0,3 0-9,-7 2-23,1 4-12,0-1-11,0 0 0,0 1-1,-1-1 1,1 1 0,0 0 0,-1 0 0,0-1 0,1 1 0,-1 0 0,0 0 0,0 0 0,1 4-1,-2-5-1,0 0 0,1 0 0,-1 0-1,0 0 1,0 0 0,0-1-1,1 1 1,-1 0 0,0 0 0,1 0-1,-1 0 1,1 0 0,0 1 0,4 6 23,-2 1 57,-1 1 0,1 0-1,-2-1 1,1 1 0,-1 17-1,0-16-7,-1-5-5,0 0 1,0 0 0,-1 0-1,-1 7 1,-6 30 351,5-22-103,-2 0 0,-10 30 0,-3-4 6,9-19-188,-2-1 0,-28 49 0,31-61-126,7-13-12,0 0 1,-1 1 0,1-1-1,0 0 1,-1 0-1,0 0 1,1 0 0,-1 0-1,0-1 1,0 1-1,0 0 1,-3 1 0,3-2-25,1 0-1,-1 0 1,1-1 0,0 1 0,-1 0 0,1-1 0,-1 1-1,1-1 1,-1 1 0,0-1 0,1 0 0,-1 0 0,1 0 0,-1 0-1,0 0 1,1 0 0,-1 0 0,1 0 0,-4-2 0,3 1-146,0 0 1,0 0-1,1 0 0,-1 0 1,0-1-1,0 1 1,1 0-1,-1-1 1,0 0-1,1 1 1,0-1-1,-3-3 1,1 0-662,1-1 1,-1 1 0,1 0-1,0-1 1,0 0 0,0 0-1,1 1 1,0-1 0,0-10-1,1-5-2205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40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34 110 1436,'0'0'1730,"-2"0"-430,-4-1 2235,12-3-1297,-6 3-2383,0 1 216,1 0 1,-1 0 0,0 0 0,0-1 0,0 1-1,0 0 1,1 0 0,-1-1 0,0 1 0,0 0-1,0 0 1,0-1 0,0 1 0,0 0-1,0-1 1,1 1 0,-1 0 0,0 0 0,0-1-1,0 1 1,0 0 0,0-1 0,0 1 0,-1 0-1,1 0 1,0-1 0,0 1 0,0-2 268,5-20 1544,-4 19-1612,0 0 0,0 0 0,0 0 0,0 0-1,-1 0 1,1-4 0,-1 5-119,0 0 0,0 1 0,1-1 0,-1 0 1,1 0-1,-1 0 0,1 0 0,1-2 0,-1 2 68,0 0-1,0 0 1,0 0-1,-1 1 1,1-1-1,-1 0 1,0 0-1,1-4 1,3 5 445,2-1-474,-5 2-188,-1 0 1,0 0-1,0 0 1,0 0-1,0 0 1,0 0-1,0 0 1,0 0-1,0-1 1,0 1-1,0 0 0,0 0 1,0 0-1,0 0 1,0 0-1,0 0 1,0 0-1,0 0 1,0 0-1,0 0 1,0-1-1,0 1 1,0 0-1,0 0 0,0 0 1,0 0-1,0 0 1,0 0-1,0 0 1,0 0-1,0 0 1,0-1-1,0 1 1,0 0-1,0 0 1,0 0-1,0 0 1,0 0-1,0 0 0,0 0 1,0 0-1,0 0 1,0 0-1,-1 0 1,1 0-1,0 0 1,0 0-1,0-1 1,0 1-1,0 0 1,0 0-1,0 0 0,0 0 1,0 0-1,-1 0 1,1 0-1,0 0 1,0 0-1,-7-1 266,5 1 580,2 0-828,0 1 1,0-1-1,0 0 1,0 0 0,0 0-1,0 1 1,0-1 0,0 0-1,0 0 1,0 1-1,0-1 1,0 0 0,0 0-1,0 1 1,0-1-1,0 0 1,0 0 0,0 0-1,0 1 1,0-1-1,0 0 1,0 0 0,0 1-1,-1-1 1,1 0-1,0 0 1,0 0 0,0 0-1,0 1 1,-1-1-1,1 0 1,-7 0 58,5 0-22,4 1-25,-2-1-34,1 1 1,-1-1 0,1 0 0,-1 1 0,1-1 0,-1 0 1,1 1-1,-1-1 0,1 1 0,-1-1 0,1 1 0,-1-1 0,1 1 0,-1-1 0,0 1 0,1-1 0,-1 1 0,0 0 0,0-1 0,0 1 0,1 1 0,-1-1 8,0-1-7,0 0 0,0 0 0,0 1 0,0-1-1,-1 0 1,1 0 0,0 1 0,0-1-1,0 0 1,0 0 0,0 1 0,0-1 0,1 0-1,-1 0 1,0 1 0,0-1 0,0 0-1,0 0 1,0 1 0,0-1 0,0 0 0,0 0-1,0 0 1,1 1 0,-1-1 0,0 0-1,0 0 1,0 0 0,1 1 0,1 3 55,1 1 0,-1 0 1,0 0-1,0 1 0,-1-1 1,2 8-1,0-1 36,-3-11-80,4 10 101,-2 0 0,1 1-1,-1-1 1,0 19 0,-2-20-32,1 0-1,3 12 1,-2-11 15,0-1 0,0 16-1,-2-15-21,1-1-1,3 12 1,-2-11 1,0-1 0,0 15 0,-2-14-13,1 0 0,4 13 0,0 17 58,-5 50 85,0-87-200,0 1 0,1-1 1,0 0-1,2 9 1,-1-9 2,-1 1 0,0-1 0,0 1 0,0 9 0,0-3 25,-1-11-33,0 0 0,1 0 1,-1 1-1,0-1 1,0 0-1,1 0 1,-1 1-1,0-1 0,1 0 1,-1 0-1,0 0 1,1 0-1,-1 0 1,0 1-1,0-1 0,1 0 1,-1 0-1,1 0 1,-1 0-1,0 0 1,1 0-1,-1 0 0,0 0 1,1 0-1,1 0 78,-2-1-80,0 1 0,0 0 0,0 0 0,0-1 0,0 1 0,0 0 0,0-1 0,0 1 0,0 0 0,-1 0 0,1-1 0,0 1 0,0 0 0,0 0 0,0-1 0,0 1 1,0 0-1,-1 0 0,1-1 0,0 1 0,0 0 0,0 0 0,-1 0 0,1 0 0,0-1 0,0 1 0,-1 0 0,1 0 0,0 0 0,0 0 0,-1 0 0,1 0 0,0 0 0,0-1 0,-1 1 0,1 0 0,0 0 0,-1 0 0,1 0 0,0 0 0,0 0 0,-1 0 0,1 1 0,0-1 0,-1 0 0,1 0-3,-4-7-294,-71-75-8086,56 61 5137,15 18 2418,0-1 0,1 1 0,0-1 0,0 0 0,0 0 0,0 0 0,0 0 0,1-1 0,-4-8-1,4-8-2566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41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34 1324,'-1'0'205,"0"0"1,-1 0-1,1 0 0,0 0 1,0-1-1,-1 1 0,1 0 0,0-1 1,0 1-1,0-1 0,0 0 1,0 1-1,-1-1 0,0-1 1,-12-5 1291,-5-2-13,16 7-1200,0 1-1,0-1 1,-1 1 0,1 0 0,0 0 0,0 0-1,-1 0 1,-6 0 0,-45 8 2029,53-7-2254,0 0 0,0 1 0,-1-1 0,1 1 1,0-1-1,0 1 0,0 0 0,0 0 0,0 0 0,0 0 0,0 0 1,0 0-1,0 0 0,1 1 0,-1-1 0,-2 3 0,-2 4 279,-1-1-1,-7 14 0,-1 2 271,10-18-455,0 1-1,1 0 1,0 0 0,0 0 0,0 0 0,1 1-1,0 0 1,0-1 0,-3 15 0,3-1 136,1-7 17,-6 22 1,0-1 185,1 1 1,-4 51-1,6-43-218,3-24-148,1 1 0,0-1 0,2 0-1,0 1 1,1-1 0,7 31-1,2 10 93,-9-42-127,7 26 1,0-17 4,17 79 267,-24-100-337,0 1 0,0-1 0,1 1 1,0-1-1,0 0 0,5 7 0,11 24 104,-11-21-73,0-1 1,1 1-1,15 18 0,-9-13 0,-6-10-12,-1-1-1,20 18 1,4 6 41,-24-25-66,0 0 0,0-1 0,1-1 0,0 0 0,1 0 0,-1 0 0,1-1 0,1-1 0,-1 0 0,1 0 0,0-1 0,0 0 0,20 4 0,-3-2 3,-20-4-16,0-1 0,0 1-1,1-1 1,9-1 0,-7 0 2,0-1 1,0-1-1,0 0 1,0 0-1,0-2 1,-1 1-1,1-1 1,-1 0-1,0-1 1,19-12-1,-2-2 35,0-2 0,34-32 0,-50 41-25,-1-1-1,0 0 1,0 0 0,-2-1-1,9-17 1,3-3-2,-6-1-25,-3 9 13,-1 10 12,-7 11-7,0 0 0,-1 0 1,1 0-1,-1 0 1,0 0-1,0-1 1,1-5-1,19-126 317,-21 124-303,0 1 0,-1-1 0,0 1 1,-1-1-1,-4-21 0,-19-61 50,9 41-43,5 17 8,-1 2 0,-3 0 0,0 0 0,-3 1 0,-37-59 0,46 81-24,0 1 0,0 0 1,-1 0-1,-1 1 0,1 1 1,-2-1-1,1 1 0,-1 1 1,-1 0-1,1 1 0,-1 0 1,0 1-1,-1 0 0,0 1 1,0 0-1,0 1 0,0 0 1,-1 1-1,1 1 1,-28-1-1,30 3-22,0 0-1,0 1 1,0 0 0,0 1-1,0 0 1,0 1 0,0 0 0,1 1-1,-15 7 1,5-1-10,6-4-9,0 1 0,1 1-1,-23 16 1,12-3-185,0 1-1,2 1 1,0 2-1,-29 42 1,46-60 108,-26 37-1846,2 1 0,2 1 0,-22 52 0,39-72 20,3-11-236,1 0 0,1 0 0,-3 17-1,-1-4-1502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47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1824,'0'-20'6789,"0"19"-6694,0 1 1,0 0 0,0 0-1,0 0 1,0-1-1,0 1 1,0 0-1,0 0 1,0-1 0,0 1-1,0 0 1,0 0-1,0-1 1,0 1-1,0 0 1,0 0 0,0 0-1,0-1 1,0 1-1,0 0 1,0 0-1,1-1 1,-1 1 0,0 0-1,0 0 1,0 0-1,0 0 1,0-1-1,1 1 1,-1 0 0,0 0-1,1 0-45,-1 0-1,0 0 1,1 0-1,-1-1 1,1 1-1,-1 0 1,1 0-1,-1 0 1,0 0 0,1-1-1,-1 1 1,0 0-1,1 0 1,-1-1-1,0 1 1,1 0-1,-1 0 1,0-1-1,1 1 1,-1 0 0,0-1-1,0 1 1,0 0-1,1-1 1,-1 1-1,0-1 1,0 1-1,0 0 1,0-1-1,0 0 679,0 4 644,0-3-1283,0 1 1,0-1-1,0 1 1,0-1-1,0 0 1,0 1 0,0-1-1,0 0 1,0 1-1,0-1 1,0 1-1,0-1 1,0 0-1,0 1 1,0-1 0,0 0-1,0 1 1,0-1-1,0 1 1,0-1-1,1 0 1,-1 1-1,0-1 1,0 0-1,1 1 1,-1-1 0,0 0-1,0 0 1,1 1-1,-1-1 1,0 0-1,1 0 1,-1 1-1,0-1 1,1 0 0,-1 0-1,0 0 1,1 0-1,-1 0 1,0 1-1,1-1 1,-1 0-1,1 0 1,-1 0-1,0 0 1,1 0 0,1 0 2083,0 0-2115,-1 0-55,-1 0-1,0 0 1,1 0 0,-1 0 0,1 0 0,-1 0 0,0 0 0,1 0 0,-1 0-1,0 0 1,1 0 0,-1 0 0,0 1 0,1-1 0,-1 0 0,0 0 0,1 0-1,-1 1 1,0-1 0,1 0 0,-1 1 0,0-1 0,0 0 0,1 0 0,-1 1 0,0-1-1,0 0 1,0 1 0,1-1 0,-1 1 0,0-1 0,0 0 0,0 1 0,0-1-1,0 0 1,0 1 0,0-1 0,0 1 0,0-1 0,0 0 0,0 1 0,0-1-1,0 1 1,0-1 0,0 0 0,-1 1 0,2 0-1,-1-1 0,0 0 0,0 1 0,0-1 0,1 0 0,-1 1 0,0-1 0,1 0 0,-1 1 0,0-1 0,1 0 0,-1 0 0,0 1 0,1-1 0,-1 0 0,0 0 0,1 0 0,-1 0-1,1 1 1,-1-1 0,0 0 0,1 0 0,-1 0 0,1 0 0,0 0-7,9-10-185,-8 9 517,-2 0-314,0 1 0,0 0 0,0 0 0,0-1 1,0 1-1,0 0 0,0 0 0,0-1 0,0 1 0,0 0 1,0 0-1,0 0 0,0-1 0,0 1 0,0 0 0,0 0 1,0-1-1,0 1 0,0 0 0,0 0 0,0 0 0,1-1 1,-1 1-1,0 0 0,0 0 0,0 0 0,0-1 0,0 1 1,1 0-1,-1 0 0,0 0 0,7 0 5,-5 0 137,-2 0-152,1 0 1,-1 0 0,0 1-1,0-1 1,0 0-1,0 0 1,0 0 0,0 1-1,0-1 1,0 0 0,0 0-1,0 1 1,0-1-1,0 0 1,0 0 0,0 1-1,0-1 1,0 0 0,-1 0-1,1 0 1,0 1-1,0-1 1,0 0 0,0 0-1,0 0 1,0 1 0,-1-1-1,1 0 1,0 0-1,0 0 1,-1 1 0,1-1-12,-1-1 15,1 1 0,0 0 0,0 0 0,-1 0 1,1 0-1,0 0 0,0 0 0,-1 0 0,1 0 1,0 0-1,-1 0 0,1 0 0,0 0 0,0 0 1,-1 0-1,1 1 0,0-1 0,0 0 0,-1 0 1,1 0-1,0 0 0,0 0 0,0 1 0,-1-1 1,1 0-1,0 0 0,0 0 0,0 0 0,-1 1 1,1-1-1,0 0 0,0 0 0,0 1 0,0-1 0,0 0 1,0 0-1,0 1 0,-1-1 0,1 0 0,0 0 1,0 1-1,0-1 0,0 1 964,0-6-358,0 5-611,0 0-1,0 0 0,0 1 1,0-1-1,0 0 0,0 0 1,0 0-1,1 1 0,-1-1 1,0 0-1,0 0 1,0 0-1,0 1 0,0-1 1,0 0-1,0 0 0,0 0 1,1 1-1,-1-1 0,0 0 1,0 0-1,0 0 1,0 0-1,1 0 0,-1 1 1,0-1-1,0 0 0,0 0 1,1 0-1,-1 0 0,0 0 1,0 0-1,0 0 0,1 0 1,-1 0-1,0 0 1,1 0-1,-1 0 0,0 0 0,1 0 0,-1 0 1,0 1-1,0-1 0,1 0 0,-1 0 0,0 0 1,0 0-1,0 0 0,1 0 0,-1 0 0,0 1 1,0-1-1,1 0 0,-1 0 0,0 0 0,0 1 1,0-1-1,0 0 0,1 0 0,-1 0 0,0 1 1,0-1-1,0 0 0,0 0 0,0 1 0,0-1 1,0 0-1,0 0 0,0 1 0,0-1 0,0 0 1,0 0-1,0 1 0,0 1 16,1 0 0,-1 0 1,0 0-1,0 0 0,1-1 0,-1 1 1,1 0-1,0 0 0,1 2 0,-1-3 3,-1 1 0,1 0 0,0 0 0,-1 0 0,1 0 0,-1 0 0,1 0 0,-1 0 0,0 3 0,0-2 11,1 0 0,-1 0 0,1 0 0,-1 0 0,1 0 0,1 3 0,0-2 15,-1 0-1,0-1 0,0 1 1,-1-1-1,1 1 1,-1 5-1,1-5 1,-1 1 0,1-1 0,0 1 0,2 6 0,-2-7-6,0 1 0,0 0 1,0 0-1,0 7 1,-1 10 76,-1-12-69,1 0 0,0 0 0,3 14-1,-2-22-39,2 12 58,-1 0-1,0 0 1,-1 18 0,-1 254 866,1-277-880,-1 0 1,5 16-1,-3-16-9,-1-1-1,1 16 1,-2 112 300,0-135-336,0-21-1207,0 18 1014,0 0 0,0 0 1,-1 0-1,1 1 0,-1-1 0,0 0 1,1 0-1,-1 1 0,0-1 1,0 0-1,0 1 0,0-1 0,-2-1 1,-6-12-1200,6 6 620,2 7 472,0-1-1,1 1 0,-1 0 0,-1 0 0,1 0 0,-3-4 0,2 2-368,-1-1 0,1 1 0,-1-1 1,1 1-1,1-1 0,-1 0 0,1 0 0,-1 0 0,1 0 0,1 0 0,-1 0 0,1-8 0,-4-21-2773,-3 2 223,5 3-9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48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551 256 1424,'0'-1'215,"0"0"0,0 0 0,0 0-1,0 1 1,0-1 0,-1 0 0,1 0-1,0 0 1,-1 0 0,1 0 0,-1 0 0,1 1-1,-2-2 1,-2-7 642,3 4-410,-1 0 1,0 0-1,0 0 1,-1 0 0,1 0-1,-1 1 1,-6-8-1,-20-20 2424,26 29-2577,0 1 0,0-1 0,0 1 0,0 0 0,-1 0 0,1 0 0,-1 0 0,1 1 0,-6-2 0,5 2-104,-3-1 71,0 0 1,0 1-1,0 0 0,0 0 1,0 1-1,0 0 1,0 0-1,0 0 0,0 1 1,0 0-1,-11 4 1,-22 8 427,31-11-546,0 1-1,0 0 1,0 0 0,1 1-1,-1 1 1,1-1 0,-9 7-1,1 1-9,1 2 0,0 0 0,1 1 0,0 0-1,1 1 1,-13 21 0,8-12 3,-4 6 20,12-14-82,1 0 0,1 0-1,1 1 1,1 0 0,0 0 0,-3 22 0,3-5 40,-11 97 262,15-103-264,1 1 1,5 45-1,18 110 275,-18-159-314,12 39-1,-5-24-17,1 0 22,25 60 0,26 37 34,-54-120-86,15 19 0,-2-3 5,-19-29-27,1 4 6,1-1 0,0 1 0,1-1 0,0-1 0,0 1 0,1-1 0,0 0 0,0 0 0,12 7 0,-5-5 36,24 11-1,-32-17-19,-1-1 0,1 0 0,1-1 0,-1 1-1,0-1 1,0 0 0,9 0 0,-5-1 13,-5 0-10,1 0-1,-1 0 1,1 0-1,-1-1 1,0 0-1,1 0 0,-1 0 1,8-3-1,10-7 36,-2-1 0,1-1 0,24-19 0,-41 28-55,13-9 15,-2 0 0,1-1 1,15-19-1,0-7 5,40-67 1,-57 84-29,0-4 5,18-43 0,-28 58-3,6-15 16,-2-2 0,8-39 1,-8 32-5,-5 18 2,-2-1 0,1 1 1,-2-38-1,-9-56 33,4 76-38,1 16 5,-1 0 1,-9-30-1,4 17 0,0-2-7,4 10-5,-18-46 0,-62-92 42,73 141-43,-61-96 30,59 99-29,0 0 1,-1 2 0,-34-31-1,40 40-4,-5-4-5,-1 0 0,0 0 0,-1 1 0,0 1 0,-29-13 0,31 18-29,0 0 1,0 1 0,-28-4-1,35 7-55,1 1-1,-1 0 1,1 0 0,-1 0-1,1 1 1,-1 0-1,1 0 1,0 1-1,0 0 1,-1 0-1,-6 4 1,-21 9-739,19-8 49,0 0-1,0 1 1,-14 11-1,3 2-3735,1 2 0,-41 47 1,64-67 4086,-22 30-3755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472 674 440,'0'-1'82,"0"1"0,0 0 0,0-1-1,0 1 1,0 0 0,0 0 0,0-1 0,-1 1 0,1 0 0,0 0-1,0-1 1,0 1 0,0 0 0,0 0 0,0-1 0,-1 1 0,1 0-1,0 0 1,0-1 0,0 1 0,0 0 0,-1 0 0,1 0 0,0-1-1,0 1 1,-1 0 0,1 0 0,0 0 0,0 0 0,-1 0 0,1 0-1,0 0 1,-1 0 0,1-1 0,0 1 0,0 0 0,-1 0 0,1 0-1,0 0 1,0 0 0,-1 0 0,1 1 0,-1-1 0,1 0 37,-4-6 1885,0 5-1632,4 1-346,0 0 0,-1 0 0,1 0 1,0-1-1,0 1 0,-1 0 0,1 0 0,0 0 0,0 0 0,0 0 0,-1 0 0,1 0 0,0 0 0,0 0 0,0-1 0,-1 1 1,1 0-1,0 0 0,0 0 0,0 0 0,0-1 0,0 1 0,-1 0 0,1 0 0,0 0 0,0-1 0,0 1 0,0 0 0,0 0 1,0 0-1,0-1 0,0 1 0,0 0 0,0 0 0,0-1 0,-11-1 1652,11 1-1634,0 1 0,0 0 1,0-1-1,0 1 0,0 0 0,0-1 0,0 1 0,0-1 1,0 1-1,0 0 0,0-1 0,0 1 0,0-1 0,0 1 0,0 0 1,0-1-1,0 1 0,0-1 0,-1 1 0,1 0 0,0-1 1,0 1-1,-1 0 0,1-1 0,0 1 0,0 0 0,-1 0 0,1-1 1,0 1-1,-1 0 0,1 0 0,0-1 0,-1 1 0,1 0 0,0 0 1,-1 0-1,1 0 0,0 0 0,-1-1 0,1 1 0,-1 0 1,1 0-1,0 0 0,-1 0 0,0 0-4,1 0 1,0 0-1,0 0 0,0-1 0,0 1 1,-1 0-1,1 0 0,0 0 0,0 0 1,0-1-1,0 1 0,0 0 0,0 0 1,-1-1-1,1 1 0,0 0 0,0 0 1,0-1-1,0 1 0,0 0 0,0 0 1,0 0-1,0-1 0,0 1 0,0 0 1,0 0-1,0-1 0,0 1 0,1 0 1,-1-1-1,0 1-8,0 0 0,0 0 0,0-1 0,0 1 0,0 0 0,0 0 0,0 0 0,0-1 1,0 1-1,0 0 0,0 0 0,0-1 0,0 1 0,0 0 0,0 0 0,0-1 0,0 1 0,0 0 0,0 0 0,0 0 0,0-1 1,-1 1-1,1 0 0,0 0 0,0 0 0,0-1 0,0 1 0,0 0 0,-1 0 0,1 0 0,0 0-7,-1 0 0,1 0 0,0 0 0,-1 0 0,1 0 0,0 0 0,-1 0 0,1 0 0,0-1 0,-1 1 0,1 0 0,0 0 0,-1 0 0,1 0 0,0 0 0,-1 0 0,1-1 0,0 1-1,0 0 1,-1 0 0,1 0 0,0-1 0,-1 1 0,0-12 1470,1 11-1478,0 1-1,0 0 0,0 0 0,0 0 0,0-1 1,0 1-1,0 0 0,0 0 0,-1-1 0,1 1 1,0 0-1,0 0 0,0 0 0,0-1 1,0 1-1,0 0 0,0 0 0,-1 0 0,1 0 1,0-1-1,0 1 0,0 0 0,0 0 0,-1 0 1,1 0-1,0 0 0,0 0 0,0 0 0,-1-1 1,1 1-1,0 0 0,0 0 0,0 0 0,-1 0 1,1 0-1,0 0 0,-1 0 2,1 0-1,0 0 0,0 0 1,-1 0-1,1 0 1,0 0-1,0 0 1,-1 0-1,1-1 0,0 1 1,0 0-1,-1 0 1,1 0-1,0 0 1,0 0-1,0-1 1,-1 1-1,1 0 0,0 0 1,0 0-1,0-1 1,0 1-1,-1 0 1,1 0-1,0-1 0,0 1 1,0 0-1,0 0 1,0-1-1,0 1 1,0 0-1,0 0 0,0-1 1,0 1-1,0 0 1,0-1-1,0 1 12,0-1 0,0 1-1,0-1 1,0 1-1,0 0 1,1-1 0,-1 1-1,0-1 1,0 1 0,0-1-1,-1 1 1,1 0 0,0-1-1,0 1 1,0-1 0,0 1-1,0 0 1,0-1 0,-1 1-1,1-1 1,0 1 0,0 0-1,0-1 1,-1 1 0,1 0-1,0-1 1,-1 1 0,1 0-1,0 0 1,-1-1 0,1 1-1,0 0 1,-1-1-1,-3-1 142,0-10 544,3 10-631,0 0-1,0 1 1,0-1-1,0 0 1,0 1-1,0-1 1,1 0 0,-1 0-1,1 0 1,-1 0-1,1 0 1,0 1-1,-1-1 1,1 0-1,0 0 1,1-4-1,-2-5 25,1 9-101,-1-1 0,1 1 0,0-1-1,0 1 1,0 0 0,0-1 0,0 1 0,1 0 0,-1-1 0,1 1 0,1-3 0,3-6-1,-3 6-7,0 1 0,1 0 1,-1 0-1,1 0 0,0 0 1,0 0-1,5-4 1,49-46 19,-37 35-10,-15 13-5,1 0-1,14-10 1,24-18 1,-29 22-3,-13 11-1,-1 0-1,1-1 1,-1 1 0,1 0-1,0 0 1,-1 0-1,1 0 1,0 0-1,3 0 1,6-5-9,0 2 0,-1 8 1,-8-3 7,5 3-3,-7-4 4,0 0 0,0 0 0,0 0 0,0 0 0,0 0 0,0 0 0,0 0 1,0 0-1,1 0 0,-1 0 0,0 0 0,0 0 0,0 0 0,0 0 0,0-1 0,0 1 1,0 0-1,0 0 0,1 0 0,-1 0 0,0 0 0,0 0 0,0 0 0,0 0 1,0 0-1,0 0 0,0 0 0,0 0 0,0 0 0,0-1 0,0 1 0,0 0 0,0 0 1,1 0-1,-1 0 0,0 0 0,0 0 0,0 0 0,0 0 0,0-1 0,0 1 1,0 0-1,0 0 0,0 0 0,0 0 0,0 0 0,0 0 0,0 0 0,-1-1 1,2 1 1,-1 0 0,1 0 1,-1 0-1,1-1 0,-1 1 1,1 0-1,-1 0 0,1 0 1,-1 0-1,1 0 0,-1 0 1,1 0-1,0 0 0,-1 0 1,1 0-1,-1 0 0,1 1 1,-1-1-1,1 0 1,-1 0-1,1 15 49,0-10-33,-1-1 1,0 1-1,0-1 0,0 1 1,-1-1-1,-1 9 0,-16 58 200,13-47-142,-1-1 1,-1-1 0,-12 29 0,4-19 35,-12 39-1,17-46-54,-21 42-1,18-42-30,-10 29-1,18-42 0,0 0 1,-9 13-1,-6 16 23,16-31-43,-4 11 2,-1-1 0,-14 24 0,3-8-47,19-36 40,1 1 0,0-1-1,-1 1 1,1-1 0,0 1 0,-1-1-1,1 1 1,0-1 0,0 1 0,0-1-1,0 1 1,-1-1 0,1 1 0,0 0-1,0-1 1,0 1 0,0-1-1,0 1 1,0-1 0,0 1 0,1 0-1,-1-1 1,0 1 0,0-1 0,0 1-1,0-1 1,1 1 0,-1-1 0,0 1-1,1-1 1,-1 1 0,1 0-1,-1-1 1,0 0 0,0 0 0,0 1 0,1-1 0,-1 0 0,0 0 0,0 0 0,0 0 0,0 0 0,1 1 0,-1-1 0,0 0 0,0 0 0,0 0 0,1 0 0,-1 0 0,0 0-1,0 0 1,0 0 0,1 0 0,-1 0 0,0 0 0,0 0 0,1 0 0,-1 0 0,0 0 0,0 0 0,0 0 0,1 0 0,-1 0 0,0 0 0,0 0 0,0 0 0,1 0-1,-1 0 1,0-1 0,0 1 0,0 0 0,0 0 0,1 0 0,-1 0 0,0 0 0,0-1 0,0 1 0,0 0 0,0 0 0,1 0 0,-1 0 0,0-1 0,0 1 0,0 0 0,0 0-1,0 0 1,0-1 0,0 1 0,0 0 0,0 0 0,0-1 0,0 1 0,0 0 0,0 0 0,0 0 0,0-1 0,0 1 0,0 0 0,0 0 0,1-2 0,-1 0 0,1 0 0,0 0 0,1 1 0,-1-1 1,0 1-1,0-1 0,1 1 0,-1-1 0,1 1 0,-1 0 0,1-1 1,2 0-1,9-10-1,44-56-2,-51 61 2,1 0 1,14-11 0,7-7-3,-20 17 2,1-1 1,0 1 0,20-12 0,-17 12 7,1 0 0,0 1 1,0 1-1,25-9 0,-29 12-2,2 1-29,21 1 3,-19 1 23,-12 0-5,0 1-16,-1 0-1,1-1 1,-1 1-1,1-1 1,0 0-1,-1 1 1,1-1-1,0 1 1,-1-1-1,1 0 1,0 1-1,-1-1 1,1 0 0,0 0-1,0 0 1,-1 0-1,1 1 1,0-1-1,0 0 1,-1 0-1,1 0 1,0-1-1,1 1 1,1 0-632,-9-4 328,7 3-207,0 1 493,-1 0 0,0 0 0,1 0 0,-1 0 0,0 0 0,0 0 1,1-1-1,-1 1 0,0 0 0,0 0 0,1 0 0,-1 0 0,0-1 0,0 1 1,1 0-1,-1 0 0,0-1 0,0 1 0,0 0 0,0 0 0,1-1 0,-1 1 0,0 0 1,0 0-1,0-1 0,0 1 0,0 0 0,0-1 0,0 1 0,0 0 0,0 0 0,0-1 1,0 1-1,0-1-24,0 1 1,0-1-1,0 0 0,1 1 1,-1-1-1,0 1 1,0-1-1,0 1 1,0-1-1,1 1 1,-1-1-1,0 1 0,0 0 1,1-1-1,-1 1 1,0-1-1,1 1 1,-1 0-1,1-1 1,3-4-483,1-5-361,3-7-421,-3 11 649,-1-1-1,-1 0 1,1 0-1,4-15 1,1-3-193,-3 12 425,-3 8 250,0-1 0,-1 1 1,0-1-1,2-9 0,3-17-446,10-31 0,-1 19 348,-7 19 287,8-37 0,-15 47 245,-1 0 0,0 0 0,-2-18 0,0 2 410,1 26-441,-1-1 0,1 1 1,-2-1-1,1 1 0,0 0 0,-1-1 1,0 1-1,0 0 0,-1 0 0,1 0 1,-1 0-1,-4-5 0,-5-5 636,-1 0 0,-15-15 0,10 12-194,8 9-359,-1-1-1,-1 2 1,0-1-1,-19-10 1,6 5-48,11 5-127,-1 2 0,0 0 0,-1 0-1,0 1 1,0 1 0,0 1-1,0 1 1,-1 0 0,0 1 0,1 0-1,-1 2 1,0 0 0,0 0-1,0 2 1,1 0 0,-1 1 0,1 1-1,-31 11 1,26-8 0,2 2 0,-1 0 1,1 1-1,0 0 0,1 2 0,0 0 1,1 2-1,1-1 0,0 2 0,1 0 0,0 1 1,1 1-1,1 0 0,1 0 0,-13 25 1,15-23-34,0 0 0,1 1 0,1 0 1,-10 40-1,11-26-11,-17 96 152,13-15-105,10-90-97,1 1 0,2-1 0,3 25 0,0-10-2,3 11 5,18 62 1,-18-79-16,-1-13 4,0-1 0,1 0 0,2-1 1,21 35-1,-17-30 1,-6-10-1,1-1 1,0 0-1,1 0 0,1-1 0,21 19 0,-8-10 22,0-1-1,42 25 1,-53-38-8,0-1 1,0 0 0,0 0 0,1-1-1,0-1 1,0 0 0,0-1 0,17 1-1,-19-4 9,0 0-1,1 0 0,-1-2 0,1 1 1,-1-2-1,12-3 0,5-3 103,41-18 1,-39 9-58,-1 0 0,-1-2 0,31-27 0,-34 25-37,-1-2 0,32-37 1,33-57 228,-73 94-77,0-2 0,15-35 0,-24 42 18,-1-1 0,0 0 0,-2 0 0,5-32 1,-9 40-79,0-1 0,-1 1 0,0 0 1,-1-1-1,-4-20 0,3 17-2,-1 0 0,-1 1 0,-1-1 0,-10-24-1,-2-2 72,12 29-137,-1 0 0,-12-22-1,-8-7 27,-58-81 89,70 105-186,0 1 1,-1 1-1,-1 0 0,0 1 0,-28-19 0,6 1-20,26 28 9,0 0-1,1 0 1,-2 2-1,1-1 1,-24-2-1,-37-1-87,71 6 85,0 1 1,0 0-1,0 0 1,0 0-1,-1 0 1,1 0-1,0 0 1,0 1 0,0-1-1,-4 2 1,-3 0-67,1 0-1,3-2-28,0 0 0,0 1 0,0 0 0,0 0 0,0 1 1,0-1-1,1 1 0,-1 0 0,1 0 0,-1 1 0,1-1 0,-8 7 1,-43 32-3420,47-34 1667,1 0-1,-8 11 0,14-17 1528,1-1-1,-1 1 0,0 0 0,0 0 0,1 0 0,-1 0 0,1 0 0,-1 0 1,1 0-1,-1 0 0,1 0 0,0 0 0,-1 0 0,1 0 0,0 0 1,0 1-1,0-1 0,0 0 0,0 0 0,0 0 0,0 0 0,0 0 0,1 0 1,-1 1-1,0-1 0,1 0 0,-1 0 0,1 1 0,1 5-3195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3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89 109 1856,'-2'1'1642,"0"0"-1328,0 0 0,1 0 1,-1 0-1,0-1 0,0 1 1,1-1-1,-1 1 0,-3-1 1,5 0-247,-1 0 1,0 1 0,0-1-1,0 0 1,1 0 0,-1 1-1,0-1 1,1 0 0,-1 1 0,0-1-1,1 1 1,-1-1 0,0 1-1,1-1 1,-1 1 0,1-1-1,-1 1 1,1 0 0,-1-1 0,1 1-1,-1 1 1,0-1-27,1-1-1,-1 1 1,1 0 0,-1-1-1,1 1 1,-1 0 0,0-1 0,1 1-1,-1-1 1,0 1 0,1-1-1,-2 2 1,-13-1 1114,15-1-1128,0 0 0,-1 0-1,1 0 1,0 0 0,-1 0 0,1 0 0,0 0-1,0 0 1,-1 0 0,1 0 0,0-1-1,-1 1 1,1 0 0,0 0 0,0 0 0,-1 0-1,1-1 1,0 1 0,0 0 0,-1 0 0,1 0-1,0-1 1,0 1 0,0 0 0,0 0-1,-1-1 1,1 1 0,0 0 0,0-1 0,0 1-1,0 0 1,0-1 0,-11-1 1647,10-6-154,1 4-1028,0 1 1,0-1 0,0 0 0,0 1-1,1-1 1,1-5 0,2 4-228,-4 5-235,0-1 1,1 1-1,-1-1 0,1 1 1,-1 0-1,0-1 1,1 1-1,-1-1 1,0 1-1,0-1 1,1 1-1,-1-1 1,0 1-1,0-1 1,0 1-1,0-1 1,1 1-1,-1-1 1,0 0-1,0-1 59,1 0 0,-1 1 1,1-1-1,0 0 0,0 1 0,0-1 0,0 1 0,0-1 0,0 1 0,0-1 0,0 1 0,2-2 0,17-14 485,-20 17-558,1-1 1,0 1-1,-1 0 1,1-1-1,0 1 1,-1-1-1,1 1 1,0-1-1,-1 1 1,1-1-1,-1 1 1,1-1-1,-1 0 1,1 1-1,-1-1 1,1-1-1,1-3 36,-1 4-42,0 0-1,0 0 1,1 0 0,-1 0 0,0 0-1,0 1 1,0-1 0,1 0 0,-1 1-1,0-1 1,0 1 0,3-1 0,21-7 52,-14 6-9,-8 1-42,1 1-1,-1 1 1,1-1 0,0 1-1,-1-1 1,1 1-1,-1 0 1,1 0 0,-1 0-1,4 3 1,5 0 45,-9-3-48,-1 0 1,0 0-1,0 0 0,0 0 1,-1 1-1,1-1 0,0 1 1,0-1-1,-1 1 0,1-1 1,-1 1-1,1 0 0,-1 0 1,0 0-1,0 0 0,0 0 1,0 0-1,0 0 0,0 0 1,0 0-1,-1 0 0,1 0 1,-1 1-1,0-1 0,1 0 1,-1 0-1,-1 5 0,2-4 7,-1 0 0,0 0 1,1 0-1,0 0 0,-1-1 0,3 6 0,-2-6-6,0 1 0,0-1 0,0 1 0,-1-1 0,1 1 0,-1 4 1,0 0 18,0 0 1,-1 1-1,-3 10 1,2-11-13,1-1 0,0 1 0,-1 10 0,2-12-10,0 0 1,-1 0-1,0 0 1,-1 1-1,1-1 1,-1 0-1,0-1 1,-3 8-1,-25 38 17,19-34-31,2 7 9,8-19 1,-1 0 0,1 0 0,-1-1-1,1 1 1,-1-1 0,-3 5 0,1-4 0,4-4-2,-1 0 1,1 1-1,0-1 1,-1 0-1,1 1 1,-1-1-1,1 1 1,0-1-1,-1 0 1,1 1-1,0-1 1,0 1-1,-1-1 1,1 1-1,0-1 1,0 1-1,0 0 0,0 0 1,-2 1 7,-6 3-3,8-5-6,0 0 0,0 0 0,0 0 0,0 0 0,0-1 0,0 1 0,-1 0 0,1 0 0,0 0 0,0 0 0,0 0 0,0 0 0,0 0 0,0 0 0,0 0 0,0-1 0,0 1 0,0 0 0,-1 0 0,1 0 0,0 0 0,0 0-1,0 0 1,0-1 0,0 1 0,0 0 0,0 0 0,0 0 0,0 0 0,0 0 0,0 0 0,0-1 0,0 1 0,0 0 0,0 0 0,0 0 0,0 0 0,0 0 0,1 0 0,-1-1 0,0 1 0,0 0 0,0 0 0,0 0 0,0 0 0,0 0 0,0 0 0,0 0 0,0 0 0,0-1-1,1 1 1,-1 0 0,0 0 0,0 0 0,0 0 0,0 0 0,1 0 0,-1 0-1,0 0 1,1 0-1,-1 0 0,0 0 1,0 0-1,1 0 1,-1 0-1,0 0 0,1 0 1,-1 0-1,0 0 1,1 0-1,-1 0 1,0 0-1,0 0 0,1 0 1,-1 0-1,0-1 1,1 1-1,-1 0 0,0 0 1,0 0-1,0-1 1,1 1-1,-1 0 1,0 0-1,0-1 0,0 1 1,1 0-1,-1 0 1,0-1-1,0 1 0,0 0 1,0 0-1,0-1 1,0 1-1,1-1 1,-1 1-1,0-1 0,1 0 0,-1 1 0,1-1 0,-1 0 0,1 1 0,0-1 0,-1 1 0,1-1 0,0 1 0,-1 0 0,2-2 0,-1 2 0,16-20 51,22-20 0,-35 36-40,1 1 0,-1 0 0,0 0 0,1 1 0,-1-1 0,10-2 0,12-8 23,4 2 24,-27 10-52,-2 0-5,-1 1 1,1 0-1,-1 0 0,1 0 0,-1 0 1,1 0-1,-1 0 0,1 0 0,-1 0 1,1 0-1,-1 0 0,1 0 1,-1 0-1,1 0 0,-1 0 0,1 1 1,-1-1-1,0 0 0,1 0 1,-1 0-1,1 1 0,-1-1 0,1 1 1,9 2 7,-9-3-7,-1 0 0,0 0-1,1 0 1,-1 0 0,0 0-1,1 0 1,-1 0 0,0 0-1,1 0 1,-1 0 0,0 0-1,1 0 1,-1 0 0,0 0-1,1 0 1,-1 0 0,0 0-1,1 0 1,-1 0 0,0 0-1,1 1 1,-1-1 0,0 0-1,0 0 1,1 0 0,-1 1-1,0-1 1,0 0 0,1 0-1,-1 1 1,0-1 0,0 0-1,0 0 1,1 1 0,-1-1-1,0 0 1,0 1 0,0-1-1,0 1 1,1 0 2,-1-1-1,1 1 1,-1 0 0,1-1 0,-1 1-1,1-1 1,-1 1 0,1-1 0,0 1-1,-1-1 1,1 1 0,1 0 0,-2-1 1,3 3 12,-2-2-10,0 0 1,0 0-1,0 0 1,0 1-1,-1-1 1,1 0-1,0 0 1,-1 1-1,1-1 1,-1 0-1,1 0 1,-1 1-1,1-1 1,-1 1-1,0-1 1,0 0-1,0 3 1,0-4-3,0 1-1,0 0 1,0-1 0,0 1 0,1 0 0,-1 0 0,0-1 0,0 1-1,0 0 1,1-1 0,-1 1 0,0 0 0,1-1 0,-1 1 0,0-1-1,1 1 1,-1 0 0,2 0 0,-2-1 0,1 1-1,-1 0 1,1-1 0,-1 1 0,1 0-1,-1-1 1,0 1 0,1 0-1,-1 0 1,0-1 0,1 1 0,-1 0-1,0 0 1,0 0 0,0-1-1,0 1 1,0 0 0,0 1 0,0 2-19,0-2 12,1-1-1,-1 0 1,0 1-1,0-1 0,0 1 1,-1-1-1,1 1 0,0-1 1,-1 0-1,1 1 0,0-1 1,-1 0-1,0 1 0,1-1 1,-1 0-1,0 0 0,1 1 1,-1-1-1,0 0 0,0 0 1,-2 1-1,-2 4 0,0 0 1,0 0-1,-6 11 1,-7 9 114,9-14-47,3-4-39,0-1-1,0 0 1,-9 7-1,0 2-30,13-14-9,0 1-1,0 0 1,-1-1-1,0 0 1,1 1-1,-5 2 1,-45 29-40,43-26 51,7-7 12,1 1-1,-1-1 1,1 0 0,-1 1 0,1-1 0,-1 0 0,-3 1 0,-2 1 4,0 0-61,1 0 1,-1 0 0,-1-1-1,1 0 1,0 0 0,0-1-1,-12 1 1,15-2-161,0 0 0,0 0 1,0-1-1,0 1 0,0-1 0,0 0 1,0 0-1,0 0 0,-6-3 0,8 3 12,1-1 0,-1 1-1,1 0 1,0 0 0,-1 0-1,1-1 1,0 1-1,0-1 1,0 1 0,0-1-1,0 1 1,0-1 0,0 0-1,0 1 1,1-1 0,-1 0-1,1 0 1,-1 1 0,1-1-1,0 0 1,0 0 0,0 0-1,0-2 1,0 1-7,-1-7-723,1 1 0,1-1-1,0 0 1,0 0 0,1 0 0,5-16-1,12-15-1321,-13 30 1293,-1 0 1,9-24-1,-3-5-923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4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627 362 108,'9'-26'1552,"12"-43"1545,-20 62-2721,0-1-1,0 1 1,0-1-1,-1 1 1,0-1-1,0 1 1,-2-10-1,-2 2 261,2 10-275,1 0-1,0-1 1,0 1-1,0-8 1,1 9-79,0 0 0,-1 1 0,0-1 0,0 0 0,0 0 0,0 0 0,-1 0 0,-3-6 0,-3-9 893,7 15-887,-1 0 1,0 0-1,0 0 0,0 0 0,0 0 0,-1 0 0,1 1 0,-1-1 0,0 1 1,0 0-1,-7-5 0,4 3-20,0 1 1,0 0 0,-1 1-1,0 0 1,0 0-1,-8-3 1,8 4-185,1 0 0,0 0 0,-1 0 1,1 1-1,0 0 0,-1 0 0,0 0 0,1 1 0,-1 0 0,1 0 0,-1 1 0,1 0 0,-9 2 1,-7 5-36,0 0 0,1 1 0,0 1 0,0 1 0,1 1 0,1 1 1,0 1-1,1 0 0,0 1 0,2 1 0,-1 1 0,2 0 0,-22 32 1,22-26-37,-1 1-6,1 1 0,1 1 0,-12 28 0,18-33-3,-4 9 6,2 1 0,1 0-1,-7 39 1,3 80-33,12-123 24,2-1-1,1 1 0,7 39 1,1-16 21,-7-28 5,1 0 0,10 28 1,6 14 7,-16-46-37,1-1 0,1 0-1,16 32 1,1-5-32,-18-32 30,1-1 0,0 1 0,1-1 1,0 0-1,1-1 0,9 10 0,36 34 48,-45-45-36,1-1 0,1-1 0,-1 1 0,1-1 0,0-1 0,1 0 0,-1 0 0,1-1 0,0-1-1,1 1 1,-1-2 0,1 0 0,0 0 0,0-1 0,0-1 0,0 1 0,14-2 0,-7-1 0,-1 0 0,0-1 1,1-1-1,-1-1 0,0 0 0,-1-1 1,1-1-1,-1-1 0,0-1 0,24-14 1,-20 8 46,-1-1 1,0-1-1,31-32 1,42-62 196,-91 107-246,5-7 11,-1 1-1,0-1 0,-1-1 0,0 1 0,3-12 1,12-23 56,-10 25 19,-1-1 0,-1-1 0,0 1 0,-2-1 0,6-37 0,-9 35 58,-2 0 0,-1-1 0,-1 1 0,-7-48 0,1 40-63,-1 1 0,-1 0 0,-15-34 0,6 14-12,13 36-50,0 1-1,-1 0 1,0 0 0,-11-17-1,-58-78 170,68 99-166,0 1 0,-1 0 1,-18-16-1,-3-4 12,24 24-38,-1-1-1,0 1 1,-1 0 0,1 1 0,-1-1 0,0 1-1,0 1 1,0-1 0,-1 1 0,1 1 0,-12-3-1,1 1-10,0 1 0,-1 0-1,-31 1 1,36 3-75,1 0 1,0 1-1,0 0 1,0 1-1,-24 8 1,-56 31-1445,82-37 636,1 1-1,0 0 1,0 1-1,0 0 1,1 1-1,0 0 1,-12 14-1,12-7-1832,7-3-6006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4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715 115 1152,'35'-55'6198,"-29"47"-5424,6-6 1092,-11 8-1037,-1 6-754,0 0 1,0 0-1,0-1 1,0 1-1,0 0 1,0-1-1,0 1 1,0 0-1,0-1 1,0 1-1,0 0 1,0 0-1,0-1 1,0 1-1,0 0 1,0-1-1,0 1 0,1 0 1,-1 0-1,0-1 1,0 1-1,0 0 1,0 0-1,1-1 1,-1 1-1,0 0 1,0 0-1,1-1 1,-1 1 35,1 0 1,0-1-1,-1 1 1,1-1-1,0 0 1,-1 1-1,1-1 0,-1 1 1,1-1-1,-1 0 1,1 1-1,-1-1 1,0 0-1,1 0 1,-1 1-1,0-1 1,0 0-1,1 0 0,-1 1 1,0-1-1,0 0 1,0 0-1,0 0 1,0-1-1,0 1 696,0-3 2348,0 7-2307,-11-1-173,9 2-628,0 0-1,0-1 0,0 1 0,0 0 1,-1-1-1,-4 5 0,5-5-19,-3 4-2,1-1 0,0 1-1,-5 11 1,-4 6 35,-84 156 403,85-153-373,-9 34 1,-1 1 20,-132 343 622,67-180-288,76-196-386,-12 53 1,0 1 13,-30 81 55,29-67-76,6-44-36,-4 30 7,18-55-5,1-21-14,2-5-2,0 0-1,0 1 0,0-1 1,1 1-1,-1-1 1,1 1-1,-1 0 1,1-1-1,0 4 1,-13-6-959,-18-7-667,28 6 1233,0 1-1,0 0 1,0-1 0,0 0-1,0 0 1,0 0-1,1 0 1,-1 0 0,0-1-1,1 1 1,-5-4-1,-26-24-6959,27 24 5592,-3-8-1520,7-1 28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5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19 628,'0'0'93,"0"0"1,0 0-1,0 0 0,0-1 1,0 1-1,0 0 0,0 0 0,0-1 1,0 1-1,0 0 0,0 0 1,0-1-1,0 1 0,0 0 0,0 0 1,0 0-1,-1-1 0,1 1 1,0 0-1,0 0 0,0 0 0,0-1 1,0 1-1,-1 0 0,1 0 1,0 0-1,0 0 0,0 0 1,-1-1-1,1 1 0,0 0 0,0 0 1,0 0-1,-1 0 0,1 0 1,0 0-1,0 0 0,-1 0 0,1 0 1,0 0 14,-1 0 1,1 0 0,0 0-1,-1 0 1,1-1 0,0 1-1,0 0 1,-1 0 0,1 0-1,0 0 1,0 0 0,-1 0-1,1-1 1,0 1 0,0 0-1,0 0 1,-1 0 0,1-1-1,0 1 1,0 0 0,0 0-1,0 0 1,-1-1 0,1 1-1,0 0 1,0 0 0,0-1-1,0 1 1,0 0 0,0-1-1,0 1 1,0 0 0,0 0-1,0-1 1,0 1-1,0 0 1,0 0 0,0-1-1,0 1 1,0-5 1590,0 10 978,2 8-1013,2-6-1396,-4-7-228,1 1 0,0 0-1,-1 0 1,1 0 0,-1 0 0,0 0-1,1 0 1,-1-1 0,0 1 0,1 0-1,-1 0 1,0 0 0,0 0 0,0 0-1,0 2 1,0 1 70,1-1 0,-1 1 0,1-1 0,0 1 0,1 3 0,-1-3 4,1 0 1,-1 0 0,0 0-1,-1 0 1,1 6 0,-1 189 2749,-1-185-2650,-3 22-1,1-22-52,0 24 0,3 86 335,0-118-472,1 1-1,0-1 1,2 11 0,-1-10-3,-1 0 0,1 0 0,-1 12-1,-1-14-10,1-1 0,-1 0 0,1 0 0,2 8-1,-1-8 1,-1 1 0,0 0 1,0 0-1,0 9 0,-1-13-9,0 1 0,0-1 0,0 0 0,0 1 0,0-1 0,0 0 0,0 0 0,1 1 1,-1-1-1,0 0 0,1 0 0,-1 1 0,1-1 0,-1 0 0,1 0 0,0 0 0,0 0 0,-1 0 1,1 0-1,0 0 0,0 0 0,1 1 0,6 8 11,-7-8-10,0 0 0,0 0 0,1-1 0,-1 1 0,0-1 0,1 1 0,-1-1 1,3 2-1,-1-1 0,0 0 1,1-1 0,-1 1 0,1-1 0,-1 0 0,1 0-1,-1 0 1,1 0 0,0-1 0,-1 1 0,1-1 0,0 0-1,-1 0 1,1 0 0,0-1 0,-1 1 0,1-1 0,0 0-1,5-2 1,10-5-26,0 0 1,-1-1-1,23-15 0,-14 2-136,-7 4-34,78-52-2157,-92 64 1826,-1 0 0,1 0-1,-1 0 1,9-15-1,3-2-1180,8-18-2467,-14 29 2641,9-11-2535,-9 3 1026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4:5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299 514 756,'0'-47'7958,"0"47"-7880,0-1 0,0 1 0,0-1 0,0 0 0,0 1 0,0-1 0,0 1 0,0-1 0,0 1 0,1-1 0,-1 1 0,0-1 0,0 1 0,1-1 0,-1 1 0,0-1 1,1 1-1,-1-1 0,0 1 0,1 0 0,-1-1 0,1 1 0,0-1 0,-1 1-11,1 0 1,-1-1-1,0 1 1,1 0 0,-1 0-1,0-1 1,0 1-1,1 0 1,-1-1-1,0 1 1,0 0 0,1-1-1,-1 1 1,0 0-1,0-1 1,0 1-1,0 0 1,1-1 0,-1 1-1,0-1 1,0 1-1,0 0 1,0-1-1,-1 0 83,1 1 0,0 0-1,-1 0 1,1 0 0,0 0-1,-1 0 1,1-1 0,0 1-1,-1 0 1,1 0 0,0 0-1,-1 0 1,1 0 0,-1 0-1,1 0 1,0 0 0,-1 1-1,1-1 1,0 0 0,-1 0-1,1 0 1,-1 0-1,1 1 1,0-1-113,1 1 1,0-1-1,-1 1 0,1-1 0,-1 1 1,1 0-1,-1-1 0,1 1 1,-1 0-1,1-1 0,-1 1 0,1 0 1,-1 0-1,0-1 0,0 1 0,1 0 1,-1 0-1,0 0 0,0-1 0,0 1 1,0 0-1,0 0 0,0 1 1,3 15 467,-1-9-342,0-1 0,0 1 0,-1 0 0,0 0 1,-1 0-1,1 0 0,-1 0 0,-2 10 0,-4 22 366,-8 37 172,10-58-520,-1 23 0,3-26-88,0 0 0,0 0 0,-7 18 1,-16 39 150,-49 136 94,50-158-318,-5 13 1,9-9-11,18-46-7,2-7-2,-1 0 0,1 1-1,-1-1 1,1 0 0,-1 0 0,0 0 0,0 0 0,0 0-1,0 0 1,-3 4 0,1-3 0,2-2-1,1 0 0,-1-1 0,0 1 1,1 0-1,-1 0 0,0 0 0,1 0 0,-1 0 0,1-1 0,0 1 0,-1 0 1,1 0-1,0 0 0,0 0 0,-1 0 0,1 2 0,0-3 0,0 1 0,0-1 0,0 0 0,0 0-1,0 1 1,0-1 0,0 0 0,0 0 0,0 1-1,0-1 1,0 0 0,0 0 0,0 1 0,0-1-1,0 0 1,-1 0 0,1 0 0,0 1 0,0-1-1,0 0 1,0 0 0,0 0 0,-1 1 0,1-1 0,0 0-1,0 0 1,0 0 0,-1 0 0,1 0 0,0 0-1,0 1 1,0-1 0,-1 0 0,1 0 0,0 0-1,0 0 1,-1 0 0,1 0 0,0 0 0,0 0 0,-1 0-1,1 0 1,0 0 0,0 0 0,-1 0 0,1 0-1,0 0 1,0 0 0,0 0 0,-1-1 0,1 1-1,0 0 1,0 0 0,-1 0 0,-10-8-52,-2-17-55,7 16 46,1-1 0,0 1 0,1-1-1,0 0 1,0 0 0,1 0 0,0 0 0,-2-21 0,2 16 27,1 4-18,1 1 1,1-1-1,0-19 1,1 2 18,0 18 20,0 0 0,3-13 0,-2 13-8,-1-1 0,1-13 0,-2 16 9,0 1 0,1 0 0,0-1 0,0 1 0,1 0 0,2-9 0,-3 14 9,0 0-1,-1-1 1,1 1-1,-1 0 1,1-1 0,-1-3-1,0 5 3,0 0 0,0 0 0,0 1 1,0-1-1,0 0 0,0 0 0,0 1 0,0-1 0,0 0 0,1 0 0,-1 1 0,0-1 1,1 0-1,0 0 0,-1 0-1,1 1 1,0-1-1,0 1 0,0-1 1,0 1-1,0-1 0,0 1 1,0 0-1,0 0 1,0-1-1,0 1 0,0 0 1,0 0-1,0 0 0,2 1 1,1-2 0,0 1 0,-1 0 0,1 0 0,0 1 0,-1-1 0,1 1 0,0 0 1,-1 0-1,1 0 0,-1 1 0,1-1 0,-1 1 0,5 2 0,12 5 14,-18-9-12,0 1 0,0 0 0,1 0 0,-1 0-1,0 0 1,0 0 0,0 0 0,0 1 0,3 2 0,2 1 1,-1 0 0,1-1 0,1 0 0,-1 0 0,0-1 0,14 5 0,-10-4-37,0 0-1,14 9 1,-22-12 32,0 1 0,0-1 0,0 0 0,0 0 0,0 0 0,0-1 0,0 1 0,0-1 0,1 0 0,-1 0 0,0 0 0,0 0 0,1 0 0,-1-1 0,5 0 0,-5 0 18,-1 0 0,1 1 0,0 0 0,0 0 0,0 0 0,-1 0 0,5 1 0,-4-1-10,-1 1-1,1-1 0,-1 0 0,1 0 0,-1 0 0,1 0 0,-1 0 0,1 0 0,-1-1 0,1 1 0,-1-1 0,0 0 0,1 0 0,2-1 1,6-5-1,-7 5-4,1 0 0,-1-1 1,0 0-1,1 0 1,-1 0-1,-1 0 0,1-1 1,0 1-1,-1-1 1,0 0-1,0 0 0,4-6 1,15-37 25,-21 44-24,-1 0-1,1 0 1,-1 0 0,1 0 0,-1 0 0,0-4-1,0-9 7,3 6 2,0-1 0,-2 1 1,1 0-1,-1-1 0,-1 1 0,0-1 1,-2-20-1,-3 8 17,-12-54 150,14 66-148,-1 0-1,0 1 1,-1 0 0,0 0-1,-7-11 1,-4-2-2,-34-37 1,31 39-44,13 12 14,-1 1 0,-14-13 0,-78-49 2,94 68-1,1 1-1,-1-1 0,1 1 1,-1 0-1,0 0 0,0 1 1,0-1-1,0 1 0,1 0 1,-1 0-1,0 1 0,0-1 1,0 1-1,1 0 1,-1 1-1,-7 2 0,0 3-13,9-6 13,0 1 1,1 0-1,-1 0 1,0 0 0,0 0-1,1 0 1,-1 1 0,1-1-1,0 1 1,-4 5 0,-13 17-5,14-21 2,2 1-1,-1 0 0,0 0 1,1 0-1,0 0 0,0 0 1,0 1-1,1-1 0,-2 7 1,1 0-2,0-3 3,1 1 1,0-1 0,0 1 0,1 0-1,1-1 1,-1 1 0,1 0 0,3 17 0,-1-20 7,0 1 3,-1-1 0,2 0-1,-1 0 1,1-1 0,0 1-1,0 0 1,1-1 0,4 7-1,-5-9-18,0 0-1,-1-1 1,2 1-1,-1-1 1,0 0-1,1 0 1,-1 0-1,1 0 0,0-1 1,0 1-1,0-1 1,0 0-1,1 0 1,-1 0-1,0-1 1,1 0-1,-1 0 1,1 0-1,0 0 1,-1-1-1,1 1 1,0-1-1,5-1 1,0 1-12,0-2 1,1 1 0,-1-1 0,0 0 0,16-7 0,47-23-15,-62 26 27,0 0 1,16-13 0,5-4 3,-4 5-25,31-27 1,-52 40 34,-4 3 1,0 0-1,0-1 0,-1 1 0,1-1 0,-1 0 0,0 0 0,1 0 0,-1 0 0,1-3 0,6-5 12,-8 10-12,0 1 0,0-1 0,0 0 0,0 0 0,0 0 0,-1 0 1,1 0-1,0 0 0,-1 0 0,1-1 0,-1 1 0,1 0 0,-1 0 0,1 0 1,-1-1-1,0 1 0,0 0 0,1-2 0,-1 2-2,-1 1 0,1 0 0,0 0 1,0-1-1,1 1 0,-1 0 0,0 0 0,0-1 0,0 1 0,0 0 0,0 0 0,0-1 0,0 1 0,0 0 1,0 0-1,0-1 0,1 1 0,-1 0 0,0 0 0,0 0 0,0-1 0,1 1 0,-1 0 0,0 0 1,0 0-1,0 0 0,1-1 0,-1 1 0,0 0 0,0 0 0,1 0 0,-1 0 0,0 0 0,0 0 0,1 0 1,-1 0-1,1 0 0,-1 0 1,0 0 0,0 0 0,1 0 0,-1-1-1,0 1 1,0 0 0,0 0 0,1 0 0,-1 0-1,0 0 1,0 0 0,0 0 0,1 0-1,-1-1 1,0 1 0,0 0 0,0 0 0,0 0-1,0 0 1,1 0 0,-1-1 0,0 1 0,0 0-1,0 0 1,0 0 0,0-1 0,0 1 0,0 0-1,0 0 1,0 0 0,1-1 0,-1 1 0,0 0-1,0 0 1,0-1 0,0 0 120,-2 1-126,2 0 10,0 0-1,-1 0 0,1-1 0,0 1 1,-1 0-1,1 0 0,0 0 0,0 0 1,-1 0-1,1 0 0,0 0 0,-1 0 1,1 0-1,0 0 0,0 0 0,-1 0 1,1 0-1,0 1 0,0-1 0,-1 0 1,1 0-1,0 0 0,0 0 0,-1 0 1,1 1-1,0-1 0,0 0 0,-1 0 1,1 0-1,0 0 0,0 1 0,0-1 1,0 0-1,-1 0 0,1 1 0,0-1 1,0 0-1,0 0 0,0 1 0,0-1 1,0 0-1,0 0 0,0 1 0,0-1 1,0 1-1,-10 1 11,7 11-13,1-12-4,1 1-1,0 0 1,0 0 0,0 0 0,0 0 0,1 0 0,-1 0 0,0 0 0,1 0 0,-1 0 0,1 1 0,0-1 0,0 0 0,0 0 0,0 0 0,1 4 0,-1-2-1,-6 8-5,6-11 5,-1 0 0,1-1 0,-1 1 0,1 0 0,-1 0 0,1-1 0,-1 1 0,1 0 1,0 0-1,0 0 0,-1-1 0,1 1 0,0 0 0,0 0 0,0 0 0,0 0 0,0 0 0,0-1 0,0 1 0,0 0 0,0 0 0,0 0 0,1 0 0,-1 0 1,0 0-1,2 2-1,0 1 1,0-1 0,1-1 0,-1 1 0,0 0 0,1 0 0,0-1 0,0 0 0,-1 1 0,1-1-1,1 0 1,-1 0 0,0-1 0,0 1 0,1-1 0,6 2 0,33 23-13,-39-25 14,-1 1 0,1 0-1,-1-1 1,0 2 0,0-1 0,1 0 0,2 4-1,-3-3-1,-1-1-1,1 0 0,-1 0 0,1 0 0,0 0 0,0-1 0,3 2 0,-5-3 3,-1 0 0,1 0-1,-1 1 1,1-1 0,-1 0-1,0 0 1,1 0 0,-1 0-1,1 1 1,-1-1 0,0 0-1,1 0 1,-1 1 0,0-1-1,1 0 1,-1 1 0,0-1-1,1 0 1,-1 1 0,0-1-1,0 0 1,1 1 0,-1-1-1,0 1 1,0-1 0,0 0-1,0 1 1,1-1 0,-1 1-1,0-1 1,0 1 0,0-1-1,0 0 1,0 1 0,0-1-1,0 1 1,0 0 0,-1 0 1,1-1 0,0 1 0,0 0 0,0 0 0,1 0 0,-1-1 0,0 1 0,0 0 0,0 0 0,0-1 0,1 1 0,-1 0 0,0 0 0,1-1 0,-1 1 1,1 1-1,3 0 3,0 2 9,-3 10 15,0-12-28,-1-1 1,0 0-1,0 1 1,0-1 0,-1 1-1,1-1 1,0 1-1,-1-1 1,1 0-1,0 1 1,-1-1-1,0 1 1,1-1-1,-1 0 1,0 0-1,1 1 1,-1-1-1,-2 2 1,3-3 0,0 0 0,-1 1 0,1-1 0,0 1 0,0-1 0,-1 0 0,1 1 0,0-1 0,0 1 0,0-1 0,0 1 0,0-1 0,0 1 0,0-1 0,0 1 0,0-1 0,0 1 0,0-1 0,0 0 0,0 1 0,0-1 0,0 1 0,0-1 0,0 1 0,1-1 0,-1 1 0,0-1 0,0 0 0,0 1 0,1-1 0,-1 1 0,0-1 0,1 0 0,-1 1 0,0-1 0,1 0 0,-1 1 0,1-1 0,0 1-2,-1-1 1,1 1 0,-1-1 0,1 1 0,-1 0 0,1-1-1,-1 1 1,0 0 0,1 0 0,-1-1 0,0 1 0,1 0-1,-1 0 1,0-1 0,0 2 0,0-1 0,0 0 1,0 0-1,0-1 1,0 1-1,0 0 1,1 0-1,-1 0 1,0-1-1,0 1 1,0 0-1,1 0 1,-1-1-1,0 1 1,1 0-1,-1 0 1,1-1-1,-1 1 1,1 0-1,-1-1 1,1 1-1,-1-1 0,1 1 1,0-1-1,1 2 1,0 2 5,-1-2-5,3 0-30,-1-1 1,1 1-1,-1-1 1,1 0-1,0 0 1,-1-1-1,1 1 1,0-1-1,0 0 1,0 0 0,-1 0-1,1 0 1,0-1-1,0 1 1,-1-1-1,1 0 1,0 0-1,4-2 1,36-18-993,-30 13 766,0-1-1,-1-1 0,-1 0 1,1-1-1,-2 0 1,1-1-1,-2 0 0,12-16 1,-5 4 187,-10 14 78,-1 0 0,1 0 0,-2 0 0,10-22 1,-7 15 81,-6 15-62,-1 0 0,1 0 0,-1 0 0,0 0 0,0-1 0,0 1 0,0 0 0,-1-1 0,1 1 0,-1-1 0,1-2 0,-1 1 57,0 0 0,1-1 1,-1 1-1,1 0 0,0 0 1,0 0-1,1 0 0,1-4 1,-2 5-5,0 0 0,-1 0 0,1 0 0,-1 1 0,0-1 0,0 0 0,0 0 0,0 0 1,0 0-1,-1 0 0,1 0 0,-1 1 0,0-1 0,0 0 0,-1-3 0,1 3 24,-1-1-1,1 1 1,1-1-1,-1 1 1,0-6 0,1 7-61,-1-1 1,1 1 0,-1 0 0,0-1 0,0 1 0,0 0-1,0 0 1,0 0 0,0 0 0,0-1 0,-1 2 0,1-1-1,-1 0 1,0 0 0,-2-2 0,-3-2 41,0 0 0,-14-9 1,16 12-63,0 1 0,0-1 0,-1 1 0,1 0 1,-1 0-1,1 0 0,-1 1 0,0 0 1,0 0-1,1 0 0,-12 1 0,16 0-22,0 0-1,0 0 1,0 0-1,0 0 0,0 0 1,0 1-1,1-1 1,-1 0-1,0 1 0,0-1 1,0 0-1,-1 2 1,-7 2 21,7-3-36,-1 0-1,1 1 0,-1-1 1,1 1-1,0 0 0,0 0 0,-1-1 1,1 1-1,1 1 0,-1-1 1,0 0-1,0 0 0,1 1 0,0-1 1,-1 1-1,-1 4 0,-6 10-40,6-13 59,1 0-1,-1 0 1,1 0-1,0 1 1,0-1 0,0 1-1,1-1 1,-1 1-1,1 0 1,1 0 0,-2 6-1,2-7 30,0-1-1,-1 0 1,1 0-1,-1 1 1,0-1-1,-1 4 1,1-4-10,0 1 0,0-1 0,0 1 1,0-1-1,1 1 0,-1 4 0,1 7 11,-1-8-30,1-1 1,0 0 0,0 0-1,1 1 1,1 6-1,20 50-27,-4-41-1,-15-18 13,-3-3 5,1 0 0,-1 0 0,1 0 1,-1 0-1,1 0 0,-1 0 0,1 0 1,0 0-1,0-1 0,-1 1 0,1 0 0,0-1 1,0 1-1,0 0 0,0-1 0,0 1 0,0-1 1,0 0-1,-1 1 0,2-1 0,-1 0 0,0 1 1,0-1-1,1 0 0,2 1-21,-1 1 0,1-1 0,-1-1 0,1 1 0,0-1 0,0 1 0,-1-1 0,1 0 0,0 0 1,-1-1-1,1 1 0,0-1 0,-1 1 0,1-1 0,0-1 0,-1 1 0,1 0 0,-1-1 0,0 0 0,0 1 0,1-1 0,-1-1 0,3-2 0,6-5-65,-7 5 49,0 0 0,1 0 0,-2-1 0,8-9 0,32-48-355,-41 59 394,0-1 0,-1 0 0,0 1 0,1-1 0,1-7 0,-1 2 53,1-12 40,-1 16-73,-2 5-7,0 0 0,-1-1 1,1 1-1,0 0 0,-1-1 0,1 1 1,-1-1-1,0 1 0,1-1 0,-1 1 1,0 0-1,0-1 0,0-2 0,0 3 48,0 0 23,0 1-79,0 0-1,0-1 1,0 1-1,0 0 1,0 0-1,0 0 1,0 0-1,0-1 1,0 1-1,0 0 1,0 0-1,0 0 1,0 0-1,0-1 1,0 1-1,0 0 1,0 0-1,0 0 1,0 0-1,0-1 1,0 1-1,0 0 1,0 0-1,0 0 1,0 0-1,-1 0 1,1-1-1,0 1 1,0 0-1,0 0 1,0 0 0,0 0-1,0 0 1,-1 0-1,1-1 1,0 1-3,-1 0 1,1 0 0,-1 1-1,1-1 1,0 0 0,-1 0 0,1 0-1,0 0 1,-1 0 0,1 0-1,-1 0 1,1 1 0,0-1-1,-1 0 1,1 0 0,0 0 0,-1 1-1,1-1 1,0 0 0,0 1-1,-1-1 1,1 0 0,0 1-1,0-1 1,-1 0 0,1 1 0,0-1-1,0 0 1,0 1 0,0-1-1,0 0 1,-1 1 0,1-1 0,0 1-1,0-1 1,0 0 0,0 1-1,0-1 1,0 1 0,0-1-1,0 0 1,1 1 0,-1-1 0,0 1-1,0 0-38,2 0 15,-1 0 24,-1 0 0,1-1 0,0 1 1,0 0-1,-1 0 0,1 0 0,0 0 0,-1 0 0,1 0 0,-1 0 1,1 0-1,-1 0 0,0 0 0,1 0 0,-1 0 0,0 0 1,0 0-1,1 0 0,-1 0 0,0 0 0,0 0 0,0 0 0,0 0 1,-1 0-1,1 2 0,0-3-1,0 1 1,0 0-1,0-1 1,0 1-1,0 0 1,0-1-1,1 1 1,-1 0-1,0-1 1,0 1-1,1 0 1,-1-1-1,0 1 1,1-1-1,-1 1 0,1-1 1,-1 1-1,1-1 1,-1 1-1,1-1 1,-1 1-1,1-1 1,0 1-1,1 0 8,-1 0-1,1-1 0,0 1 0,0-1 1,-1 1-1,1-1 0,0 0 0,3 1 1,-1-1-19,1 0 1,-1-1-1,1 1 0,-1-1 1,0 0-1,7-2 1,0-1-119,-6 2 91,0 0 0,0 0 0,0 0 0,-1 0 0,1-1 0,-1 0 0,0 1 0,0-2 0,0 1 0,0 0 0,4-6 0,11-11-95,-15 18 117,-1-1-1,0 0 1,-1 0 0,1 0 0,0 0 0,-1-1 0,3-3 0,-3 3 1,1 0 0,-1 1-1,1-1 1,0 1 0,5-5 0,-5 5 6,0 0 0,0 0-1,-1 0 1,1-1 0,-1 1 0,5-8 0,5-11-17,-8 16 18,0-1-1,-1 0 1,5-12 0,14-57 77,-21 66 3,1 1 0,-2 0 1,1-1-1,-3-17 0,2 6-12,0-35-18,-1 54-45,1 0 0,0 0 0,0-1 0,-1 1 0,1 0 0,-1 0-1,1 0 1,-1 0 0,-1-1 0,1 1 11,0 0-1,0 0 1,1 1-1,-1-1 0,1 0 1,-1 0-1,1 0 1,0-4-1,0 5 0,0 0 1,-1 0-1,1 0 0,0 0 0,0-1 0,0 1 0,-1 0 0,1 0 1,0 0-1,-1 0 0,1 0 0,-1 0 0,0 0 0,1 0 0,-1 0 1,0 0-1,0 0 0,1 0 0,-2-1 0,-1 0 14,1 1 0,-1-1 0,0 1 0,1 0 0,-1 0 0,-4-2 0,5 3-15,0 0 0,1 1 1,-1-1-1,1 0 0,-1 0 0,1 1 1,-1-1-1,1 1 0,-1 0 0,1-1 1,0 1-1,-1 0 0,1 0 0,-2 1 1,-5 2 2,5-2-10,0-1 0,-1 1 1,1 0-1,0 1 1,0-1-1,0 0 0,1 1 1,-1 0-1,0 0 0,1 0 1,0 0-1,0 0 1,-3 6-1,1-3-5,2-3 0,0 1-1,0 0 0,0 0 0,-1 6 1,2-6 4,-1 0 0,1 0 1,-1-1-1,-3 7 0,2-4 4,0 1-1,0-1 0,1 1 0,-3 10 1,1 0 0,3-13-4,0 1 0,0-1 0,1 1 0,0-1 0,0 1 1,0-1-1,1 1 0,-1-1 0,1 0 0,0 1 0,1-1 0,1 7 0,-1-7-2,-1 0-15,0-1-1,0 1 1,1-1 0,-1 1-1,1-1 1,0 0-1,0 0 1,0 0-1,0 0 1,1 0 0,-1 0-1,1-1 1,-1 1-1,1-1 1,0 0 0,0 0-1,0 0 1,5 2-1,-6-2-61,0-1 0,0 0 0,1-1 0,-1 1-1,0 0 1,1-1 0,-1 1 0,1-1 0,-1 0 0,1 1 0,-1-1-1,0 0 1,1-1 0,-1 1 0,1 0 0,-1-1 0,1 1-1,-1-1 1,0 0 0,4-2 0,-1 1-60,0-1 1,0 0-1,-1 0 0,1 0 0,-1 0 1,0-1-1,0 1 0,6-8 0,3-2-97,-12 11 220,1 1 1,-1 0-1,1 0 1,-1-1-1,1 1 1,-1-1-1,0 0 1,0 1-1,0-1 1,0 0-1,0 1 1,0-1 0,0 0-1,-1 0 1,1 0-1,-1 0 1,1 0-1,0-3 1,-1 4 13,0-1 1,0 1-1,0 0 1,0-1-1,1 1 1,-1 0 0,1-1-1,-1 1 1,1 0-1,-1 0 1,2-2-1,-1 2 6,-1 0-1,1-1 1,0 1-1,-1 0 1,1-1-1,-1 1 0,1 0 1,-1 0-1,0-1 1,0 1-1,1-2 1,-1-30 321,0 32-296,-1 0-1,1 0 1,0 0-1,0 0 0,0 0 1,0 1-1,-1-1 1,1 0-1,0 0 1,-1 0-1,1 1 1,0-1-1,-1 0 0,1 0 1,-2 0-1,2 0 19,-1 0-1,0 1 0,1-1 1,-1 0-1,1 0 0,0 0 1,-1 1-1,1-1 0,0 0 0,-1 0 1,1 0-1,0 0 0,0 0 1,0 0-1,0-1 0,0 2-31,0-1-1,0 1 1,0 0-1,0 0 1,0-1-1,0 1 0,-1 0 1,1 0-1,0-1 1,0 1-1,0 0 0,0-1 1,0 1-1,0 0 1,0 0-1,0 0 1,-1-1-1,1 1 0,0 0 1,0 0-1,0 0 1,0-1-1,-1 1 1,1 0-1,0 0 0,0 0 1,-1 0-1,1-1 1,0 1-1,0 0 1,-1 0-1,1 0 0,0 0 1,0 0-1,-1 0 1,1 0-1,-1 0-3,1 0 1,0 0-1,0 0 0,0 0 0,-1 0 1,1 0-1,0 0 0,0-1 0,0 1 1,-1 0-1,1 0 0,0 0 0,0 0 1,0 0-1,-1 0 0,1 0 0,0-1 1,0 1-1,0 0 0,0 0 0,-1 0 1,1 0-1,0-1 0,0 1 0,0 0 1,0 0-1,0 0 0,0-1 0,0 1 1,0 0-1,0 0 0,0 0 0,0-1 1,0 1-1,0 0 0,0-1 0,-21 0 593,19 2-565,0 0-1,-1 0 1,1 0-1,0 1 1,-1-1-1,1 1 1,0-1-1,0 1 1,0 0-1,1 0 1,-1-1-1,0 1 1,-2 5-1,2-5-29,2-2-1,0 1-1,-1 0 1,1-1-1,0 1 1,-1 0-1,1-1 1,0 1 0,0 0-1,0-1 1,0 1-1,0 0 1,0 0 0,0-1-1,0 2 1,-1 6 37,-3-2-4,3-5-35,1 0 0,-1 0 1,1 0-1,-1-1 0,1 1 1,-1 0-1,1 0 0,0 0 1,-1 0-1,1 0 0,0 0 1,0 0-1,0 0 0,0 0 1,0 2-1,-1 25 84,0-17-45,0 0-1,1 0 1,1 0 0,2 19-1,0-19-4,-1 0-1,0-1 0,-1 2 0,1 12 1,-3 8 38,0-16-8,1 1 0,3 29 0,1-21 68,2 45 0,-7-40-37,1-8 30,2 35 0,2-36-60,-2-9-17,0-1 0,0 16-1,3 22 78,-3-34-58,2 23 0,-4-18-14,5 22-1,-2-23-17,0 22 0,-3 28-29,-1-67-11,1 0 0,0 1 0,0-1 1,-1 0-1,1 0 0,-1 0 0,0 0 0,-1 4 0,1-4 2,0-1-1,0 1 0,1 0 0,-1-1 0,1 1 0,-1 0 0,1 0 1,0 2-1,-1-2 2,1-1-1,0 1 1,-1-1 0,1 0 0,-1 1-1,1-1 1,-1 0 0,0 1 0,0-1-1,1 0 1,-1 0 0,0 0 0,0 0-1,0 1 1,0-2 0,-1 1 0,1 0-1,0 0 1,0 0 0,0 0 0,-1-1-1,1 1 1,0 0 0,-1-1 0,1 1-1,-1-1 1,1 0 0,0 1 0,-1-1-1,-1 0 1,-3-1 1,0 0-1,1-1 1,-1 1-1,1-1 1,0 0 0,-1-1-1,1 1 1,0-1-1,0 0 1,-5-5 0,-1 0-2,6 6-3,2-1 1,-1 0-1,0 0 0,1-1 1,-1 1-1,-4-7 0,-9-10-7,11 14 1,1-1 0,0 0 0,0 0 0,1-1 0,-6-11 0,-15-47-74,21 56 62,0-4-20,1 0-1,1 0 0,0 0 0,1 0 0,2-29 1,-1 20-27,1 8 13,1 0 1,0 0-1,2 0 0,-1 0 0,2 1 0,9-22 0,-1 2-41,-4 13 41,1 1 1,2 0 0,0 1-1,0 0 1,23-24-1,-28 35 40,-4 3 7,1 0-1,0 1 0,0 0 0,0 0 1,0 0-1,6-3 0,10-7-10,4-1 28,-10 9-23,-9 3-6,0 1 0,-1 0 0,2 0 0,-1 1 0,0 0 0,0-1 0,0 2 0,8-2 0,-8 2-85,-1 0 1,0 0-1,1 0 1,-1 1-1,0 0 1,0-1-1,1 2 1,-1-1-1,0 0 1,0 1-1,6 3 1,-7-5-187,-2 0 184,0 1 1,0-1 0,-1 0 0,1 0-1,0 0 1,0 0 0,0 1 0,0-1-1,0 1 1,0-1 0,0 0 0,0 1-1,0-1 1,-1 1 0,1 0-1,0-1 1,0 1 0,0 1 0,0-1-14,-1-1 0,0 1 0,0 0 0,0-1 0,1 1 0,-1-1 0,0 1 0,1-1 1,-1 1-1,0-1 0,1 1 0,-1-1 0,1 1 0,-1-1 0,1 1 0,-1-1 0,1 1 0,-1-1 0,1 0 1,-1 1-1,1-1 0,0 0 0,8 6-2942,-6 3-4352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5:00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64 1676,'-11'-14'13525,"11"14"-13484,0 0-1,0-1 0,0 1 0,0 0 0,0 0 1,0 0-1,0 0 0,0-1 0,0 1 0,0 0 1,0 0-1,0 0 0,0-1 0,0 1 0,0 0 1,0 0-1,0 0 0,0-1 0,0 1 0,0 0 1,0 0-1,0 0 0,0 0 0,0 0 0,-1-1 1,1 1-1,0 0 0,0 0 0,0 0 0,0 0 1,0 0-1,0-1 0,-1 1 0,-8-1 3865,9-10-3716,0 21-70,0-14-47,0 8-35,0-3-18,0 21 94,0-13-100,1-6-6,-1 1 1,0-1 0,0 1 0,0-1-1,-1 0 1,1 1 0,-2 3 0,0-2 8,0 1 1,1-1-1,0 1 1,0-1 0,0 1-1,0-1 1,1 12-1,0 168 596,-6-118-396,1-4-17,6-6-22,0-17-12,-5 49-1,-5 54 80,9 159-67,0-301-176,0-1 1,0 1 0,0-1-1,0 1 1,0 0-1,0-1 1,0 1-1,-1-1 1,1 1 0,0-1-1,0 1 1,0-1-1,-1 1 1,1-1-1,0 1 1,-1-1 0,1 1-1,0-1 1,-1 0-1,1 1 1,-1-1-1,1 1 1,-1-1 0,-2 3 2,1 4 2,2-7-7,0 0 0,0 0 0,-1 0-1,1 0 1,0 0 0,0 0 0,0 1-1,-1-1 1,1 0 0,0 0-1,0 0 1,0 0 0,-1 0 0,1 0-1,0 0 1,0 0 0,0-1 0,-1 1-1,1 0 1,0 0 0,0 0-1,0 0 1,0 0 0,-1 0 0,1 0-1,0 0 1,0 0 0,0-1 0,0 1-1,0 0 1,-1 0 0,1 0-1,0 0 1,0 0 0,0-1 0,0 1-1,0 0 1,0 0 0,0 0 0,-16-14-140,-15-17-112,5-4-13,18 25 208,4 6 28,1-1 0,-1 1-1,1 0 1,0-1 0,-3-6-1,-60-117-532,60 114 503,0 0 0,-6-21-1,9 24 35,-1 0 0,-7-14 0,10 23 17,1 0 0,-1 0 0,1-1 0,0 1 0,0 0 0,-1 0 0,2 0 0,-1-5 0,0 4-16,7 8 10,1 0 1,-1-1-1,15 7 0,3 1 4,-8-2 5,-15-10 5,0 1 0,0 0 0,-1 0-1,1 1 1,0-1 0,-1 0 0,3 3 0,6 4-4,20 9 3,-17-10 4,0 1 0,0 0-1,15 14 1,-26-21-4,0 1 0,0-1 0,0 0 0,0 0 0,1 0 0,-1 0 0,0 0 0,1-1 0,-1 1 0,0-1 0,1 1 0,4-1 0,12 4-27,-13-3-18,0 1-1,0-1 0,0 0 0,0 0 1,0-1-1,0 0 0,0 0 0,0 0 1,0-1-1,0 0 0,10-3 0,-10 3 8,1-2-46,-1 0 0,0 0 0,1 0 1,-1-1-1,0 0 0,-1 0 0,7-6 0,-6 5 0,0-1-1,0 0 1,0-1-1,-1 1 0,0-1 1,0 0-1,-1 0 1,0-1-1,4-8 1,-4-5 59,0 1-1,-2-1 1,0 0 0,-1-25 0,-2 40 40,1 1 1,-1 0-1,0 0 1,0 0-1,-3-10 0,-1 0 23,2 7 7,-1 1 1,1 0-1,-1 0 0,-1 0 0,-6-7 0,-1-4 101,-32-46 401,18 32-398,18 23-109,1 0-1,-7-10 0,-5-15 20,14 24-39,0 1 1,0-1-1,-1 1 1,-11-13-1,8 14-2,6 5-13,0 0 0,0 0 0,0-1-1,0 1 1,1-1 0,-3-3 0,1 1 18,1 0 1,-1 1-1,-1-1 1,1 1-1,-1 0 1,0 0-1,-7-5 1,10 8-6,0 0-1,0 0 1,0 0 0,0 0 0,1 0 0,-1 0-1,-1-4 1,2 4 6,0 0-1,0 0 1,-1 0-1,1 0 1,-1 0-1,1 1 1,-1-1-1,0 0 1,1 1 0,-1 0-1,-3-2 1,-6-5 79,7 4-45,-1 1 0,0-1 0,0 1 0,0 1 0,0-1 0,-10-3 0,10 5-46,0 1 1,0-1-1,0 1 0,-1-1 1,1 1-1,0 1 0,0-1 1,0 1-1,0 0 0,-1 0 1,1 0-1,0 1 0,1 0 1,-1 0-1,0 0 0,0 1 1,-8 5-1,3 0-8,1 0 0,-1 1 0,2 0-1,-1 0 1,1 1 0,0 0 0,1 0 0,-10 19 0,13-19-10,1-1 1,-1 1-1,-3 19 0,5-20 8,1 0 2,0 0 0,0-1 0,1 1 0,0 0-1,0 0 1,3 14 0,15 51 47,-14-58-45,1-4-14,0-1 0,1 1 0,0-1 0,0-1 0,1 1-1,11 12 1,-14-19 7,0 0 0,1 1-1,-1-2 1,1 1-1,-1 0 1,1-1 0,0 0-1,1 0 1,-1 0 0,0-1-1,1 0 1,-1 0 0,1 0-1,0-1 1,0 0-1,0 0 1,10 0 0,1-1-46,0 0 0,0-2-1,0 0 1,30-8 0,-30 4-8,-1 0-1,0-1 0,0 0 1,27-20-1,-41 26 56,57-41-128,-41 28 85,-1 1 43,0-1-1,-2-1 1,1 0 0,-2-1-1,0-1 1,16-24 0,-14 5-123,-12 25 72,-3 5 64,0 1 1,-1 0-1,1 0 0,-1 0 1,0-1-1,-1-4 0,1-2 245,-20 11 134,18 1-381,1 0-1,0 0 0,0 0 0,0 0 1,0 0-1,0 1 0,0-1 0,0 0 1,0 1-1,0-1 0,0 1 0,0-1 1,0 1-1,0-1 0,0 1 0,-1 1 1,1-1-8,0-1 1,0 1-1,1-1 1,-1 1 0,0-1-1,0 1 1,0-1-1,1 1 1,-1-1 0,0 0-1,0 1 1,0-1-1,0 0 1,0 0-1,0 0 1,-1 0 0,1 0-2,1 0 0,0 0 0,-1 0 1,1 0-1,0 0 0,-1 0 0,1 0 0,0 0 1,-1 0-1,1 0 0,0 0 0,-1 0 0,1 0 1,0 0-1,-1 0 0,1 0 0,0 0 1,-1 0-1,1 0 0,0 1 0,0-1 0,-1 0 1,1 0-1,0 0 0,-1 1 0,1-1 0,0 0 1,0 0-1,-1 0 0,1 1 0,0-1 1,0 0-1,0 1 0,-1-1 0,1 0 0,0 0 1,0 1-1,0-1 0,0 1 0,-8 0-1,12 0-7,-1 0-1,0 1 1,0-1 0,0 1-1,0 0 1,-1-1-1,1 1 1,0 0 0,-1 1-1,1-1 1,3 5 0,0-1-2,-1-1 1,1 0-1,0-1 1,1 1-1,11 6 1,11 0 65,-19-7-59,1-1 0,-1 2 0,0-1 0,-1 2 0,1-1 0,-1 1 0,12 11 0,3-1-20,-16-12 22,-6-2 2,-1-1 0,1 1 0,0-1 0,0 1 0,-1 0 0,1 0 0,-1 0 0,1 0 0,-1 0 0,0 0 0,0 0 0,2 3 0,1 5 10,-2-6-8,-1-1 1,1 1 0,-1 0-1,0 0 1,0 0 0,0 0 0,-1 0-1,1 0 1,-1 0 0,-1 5-1,3 5 26,5-8-13,-6-5-15,2 18-10,5-17-24,-7-2 22,-1 0-1,1 0 1,-1 0 0,1 1 0,0-1 0,-1 0-1,1 0 1,0 0 0,-1 0 0,1 0 0,-1 0-1,1 0 1,0 0 0,-1-1 0,1 1 0,-1 0-1,1 0 1,0-1 0,5-1-67,0-1 0,-1 0 0,0 0 0,1 0 0,-1-1 0,-1 1 0,6-6 0,-4 4-5,26-28-615,-20 19 459,-3 3-43,0 1 1,-1-1-1,12-23 1,-12 19 75,17-22 0,-22 34 198,-1-1 0,0 1 0,0-1 0,0 0 1,0 0-1,-1 1 0,1-1 0,-1 0 0,1-8 0,0-2 352,-1-23-1,-1 37-338,0-2 42,0 1 0,0 0 0,-1-1 0,1 1 0,0-1 0,-1 1 0,1 0 0,-1 0-1,1-1 1,-2-1 0,1 2 28,0 0 0,0-1 0,1 1 0,-1 0 0,1 0 0,-1-1 0,1 1 0,0 0 0,0-1 0,-1-1 1,1 2-22,-1 0 0,1 1 0,-1-1 0,1 0 0,-1 1 1,1-1-1,-1 1 0,0-1 0,1 1 0,-1-1 1,0 1-1,-1-1 0,2 1 20,-1-2 125,-9-8 1146,10 10-1316,-1 0 0,1 0 0,-1 0-1,0 0 1,1 0 0,-1 0 0,1 0 0,-1 0 0,1 1 0,-1-1-1,1 0 1,-1 0 0,1 0 0,-1 0 0,1 1 0,-1-1 0,1 0-1,-1 1 1,0 0 0,-1 0 142,0-1-48,1 0-114,1 0 0,-1 1 1,0-1-1,0 0 0,1 1 0,-1-1 0,0 1 1,0-1-1,1 1 0,-1 0 0,1-1 0,-1 1 0,0 0 1,1-1-1,-1 1 0,1 0 0,-1 0 0,1-1 1,-1 2-1,-4 6 26,4-7-31,1 0 1,0 0-1,-1 0 1,1 0-1,-1 1 0,1-1 1,0 0-1,0 0 1,0 0-1,0 0 1,0 0-1,0 0 0,0 0 1,0 1-1,0 0 1,-1 14 33,-1-11-12,1 1 1,-1 0-1,1 0 1,0 0-1,0 0 0,0 0 1,1 6-1,0-8-19,0 0 0,0 0 0,0 0 0,1 0 0,-1 0 1,1 0-1,0-1 0,0 1 0,0 0 0,0-1 0,1 1 0,0-1 0,-1 1 0,1-1 1,1 0-1,-1 1 0,0-1 0,1 0 0,0-1 0,4 5 0,-4-4-7,0 0 0,0 0-1,1 0 1,-1 0 0,0-1 0,1 0 0,0 1-1,0-1 1,-1-1 0,1 1 0,0-1-1,1 1 1,-1-1 0,0 0 0,0 0-1,5-1 1,4 0 0,-1 0 0,25-5 0,-32 4-5,0-1 0,0 1 0,0-1 0,0 0 0,0 0 0,0 0 0,-1-1 0,1 0 0,-1 0 0,5-4 1,4-3-21,-11 9 30,-1 0 0,1 0-1,-1 0 1,1 0 0,-1 0-1,0-1 1,1 1 0,-1-1-1,0 1 1,0-1 0,2-2 0,19-36 47,-21 37-63,0 0 0,0 0 0,-1 0-1,1 0 1,-1 0 0,0 0 0,0-1 0,0 1-1,0 0 1,-1-3 0,0-7-34,1-56-31,-2 63 78,1 1 0,-1 0 0,0-1 0,-1 1 0,1 0 0,-1 1 0,0-1 0,0 0 0,0 1 0,-6-6 0,0 1 7,7 7-6,0 0-1,0-1 1,-1 1-1,1 0 1,-1 1 0,1-1-1,-1 0 1,-4-2-1,-10-4 3,11 5-6,0 1-1,0-1 1,-10-2 0,2 1-29,12 3 25,-1 1 1,1-1 0,-1 1 0,1-1 0,0 1 0,-1 0-1,1 0 1,-1 0 0,1 0 0,0 1 0,-1-1 0,-2 1 0,-9 1-8,10-1 11,0-1 1,0 1-1,0-1 1,0 1-1,0 1 1,0-1-1,-7 4 1,-8 4 33,16-8-31,1 0 1,0 0-1,0 0 0,0 0 0,-1 0 1,1 1-1,1-1 0,-1 1 0,0-1 1,0 1-1,-2 2 0,-18 17-12,21-20-2,0 0-1,1 0 1,-1 0-1,0 0 1,0 1-1,1-1 1,-1 0-1,0 1 1,1-1-1,-1 0 1,1 1-1,0-1 1,-1 1-1,1-1 1,0 0-1,0 1 1,0-1-1,0 3 1,9-3-128,-7 0 120,0 0 0,0 0 0,0 0 0,-1 0-1,1-1 1,0 1 0,0-1 0,0 0 0,0 1 0,0-1 0,0 0 0,0 0 0,0 0 0,0 0 0,0-1 0,0 1 0,2-1-1,39-14-215,-11 4 24,-24 7 125,0 1 0,-1-1 0,0-1 0,1 1 0,6-7 1,11-6-133,-12 7 103,0 0 1,0-1 0,17-19-1,0 0 10,-29 29 108,0 1 0,0-1 0,-1 0-1,1 0 1,0 0 0,0 0 0,-1 0-1,1 0 1,0 0 0,-1 0 0,1 0-1,-1 0 1,1 0 0,-1 0 0,0 0 0,1-2-1,-1 3 1,0-1 0,0 1-1,0 0 1,0 0 0,0 0-1,0-1 1,0 1 0,0 0-1,1 0 1,-1 0 0,0-1-1,0 1 1,0 0 0,0 0-1,0 0 1,1 0 0,-1-1-1,0 1 1,0 0 0,0 0-1,0 0 1,1 0 0,-1 0-1,0 0 1,0 0 0,0 0-1,1-1 1,-1 1 0,0 0-1,0 0 1,1 0 0,-1 0-1,0 0 1,1 0 6,-1 0 1,0 0-1,0 0 1,0 0-1,1 0 1,-1 0-1,0 0 0,0 0 1,1 0-1,-1 0 1,0 0-1,0 0 0,0 0 1,1 0-1,-1-1 1,0 1-1,0 0 0,0 0 1,0 0-1,1 0 1,-1-1-1,0 1 0,0 0 1,0 0-1,0 0 1,0 0-1,0-1 1,0 1-1,1 0 0,-1 0 1,0 0-1,0-1 1,0 1-1,0 0 26,0 0-1,0 0 1,0 1 0,0-1 0,0 0 0,0 0-1,-1 1 1,1-1 0,0 0 0,0 0-1,0 0 1,0 1 0,0-1 0,0 0-1,-1 0 1,1 0 0,0 1 0,0-1-1,0 0 1,0 0 0,-1 0 0,1 0-1,0 0 1,0 1 0,0-1 0,-1 0-1,1 0 1,0 0 0,0 0 0,-1 0-1,1 0 1,0 0 0,0 0 0,-1 0-1,1 0 1,0 0 0,0 0 0,0 0-1,-1 0 1,1 0 0,0 0 0,0 0-1,-1 0 1,1 0 0,0 0 0,0-1-1,0 1 1,-1 0 0,1 0 0,0 0-1,0 0 1,0 0 0,-1-1 0,1 1 0,0 0-1,0 0 1,0 0 0,0 0 0,0-1-1,-1 1 1,1 0 0,0 0 0,0-1-1,0 1 1,0 0 0,0 0 0,0 0-1,0-1 1,0 1 0,9 2 785,-10-2-797,1 1-1,-1-1 1,0 1 0,1-1 0,-1 1 0,0-1 0,1 1 0,-1-1 0,1 1 0,-1 0 0,1-1 0,-1 1 0,1 0 0,0-1-1,-1 1 1,1 0 0,0 0 0,-1-1 0,1 1 0,0 0 0,0 0 0,0-1 0,0 1 0,0 0 0,0 0 0,0 0 0,0-1 0,0 1-1,0 1 1,1 1 53,0 1 0,1-1-1,-1 0 1,1 0 0,3 5-1,4 8 204,-7-11-187,1 1-1,-1 0 1,-1 0-1,1 0 1,-1 0-1,0 0 1,0 6-1,-1-7-36,0 0-1,1 0 1,0-1 0,0 1-1,3 9 1,2 6 65,1 11 57,17 40 0,-21-63-150,-1 1 0,1 0-1,0 11 1,-1-10-2,0 1 0,5 12 0,48 120 85,-52-134-107,-1 1 0,1-1 0,0 13 0,-1-14 0,-1 1 0,1 0 0,4 9 0,-1-4-2,-1 0 0,4 18 1,-5-20-1,0 35-4,0-38 4,-1-4 2,-1 0 0,1-1 0,-1 1-1,-1 0 1,1 0 0,0 0 0,-1 0 0,0 0 0,0 0 0,-1-1-1,-1 11 1,-1-7 3,2-6-3,0 1 0,0 0 1,0-1-1,0 1 0,1 0 1,-1 5-1,1-8-2,0 1 1,0 0-1,0 0 1,0-1-1,-1 1 1,1 0-1,0 0 1,0 0-1,0-1 1,-1 1-1,1 0 1,0-1-1,-1 1 1,1 0-1,0-1 0,-1 1 1,1 0-1,-2 0 1,2 0-1,-1 0 0,1-1 0,-1 1 0,1-1 0,-1 1 0,1 0 0,-1-1 0,1 1-1,0 0 1,-1 0 0,1-1 0,0 1 0,0 0 0,0 0 0,0-1 0,0 1 0,0 0 0,0 1 0,0 0 1,-1-1 0,1 1 0,0-1 0,0 0 0,-1 1 1,1-1-1,-1 1 0,1-1 0,-1 0 0,1 0 0,-1 1 0,0-1 0,0 0 0,0 0 0,0 0 0,0 0 1,0 0-1,0 0 0,0 0 0,-2 1 0,-2 2 3,-1-1 1,0 0-1,-8 3 0,-7 4-91,20-10 79,0 0 1,0 1 0,1-1-1,-1 0 1,0 0 0,0 0 0,0 0-1,1 0 1,-1 0 0,0-1-1,0 1 1,0 0 0,1 0 0,-1 0-1,0-1 1,0 1 0,1 0-1,-1-1 1,0 1 0,1-1 0,-1 1-1,-1-2 1,-12-4-162,6 4 88,6 2 39,-1 0 1,1 0 0,0-1-1,0 1 1,0-1 0,0 0-1,0 0 1,-4-1-1,1-1-225,-1 0 0,1 1-1,-11-4 1,10 4-132,0 0 1,0 0-1,-10-6 1,-28-13-3484,40 19 3360,3 2 306,0-1-1,0 1 0,0-1 1,0 1-1,0-1 0,0 0 1,0 1-1,0-1 1,0 0-1,0 0 0,1 0 1,-1 1-1,0-1 1,0 0-1,1 0 0,-1 0 1,1 0-1,-1 0 1,1 0-1,-1 0 0,1-1 1,0 1-1,-1 0 0,1 0 1,0 0-1,0-2 1,-7-24-6002,12 12 2696,-3-5 93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55:00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121 193 1384,'-2'-2'400,"0"1"0,1 0 0,-1-1 0,0 0 0,1 1-1,-1-1 1,1 0 0,0 0 0,0 0 0,-1 0 0,1 0 0,0 0 0,1 0-1,-1 0 1,0 0 0,0-4 0,1 6-324,0-1 0,0 1 0,0-1-1,0 0 1,-1 1 0,1-1 0,0 1 0,0-1-1,0 1 1,-1-1 0,1 1 0,0-1 0,-1 1 0,1-1-1,0 1 1,-1-1 0,1 1 0,-1 0 0,1-1 0,-1 1-1,1 0 1,-1-1 0,1 1 0,-1-1 0,0 1 60,0-1 47,1 0 1,-1 0 0,1 0 0,0 0 0,-1 0-1,1 0 1,0 0 0,0 0 0,0 0 0,0 0 0,0 0-1,0 0 1,0-1 0,0 1 0,1-2 0,-1-1 1090,-5-5-271,4 9-965,1 0 0,-1-1 0,1 1 0,0 0 0,-1-1 0,1 1 0,-1 0 0,1-1 0,0 1 0,-1-1 0,1 1 0,0-1 0,0 1 0,0-1 0,-1 1 0,1-1 0,0 1 0,0-1 0,0 1 0,0-1 0,0 1 0,0-1 0,0 1 0,0-1 0,0 1 0,0-1 0,0 0 0,0 1 0,0-1 0,0 1 0,0-1 0,1 1 0,-1-1 0,0 1 0,1-1 0,2-2 147,-3 2-158,1 1 1,-1 0-1,1-1 1,-1 1-1,1-1 1,-1 1-1,0 0 1,1-1-1,-1 1 1,0-1-1,1 1 1,-1-1 0,0 1-1,0-1 1,0 1-1,1-1 1,-1 1-1,0-1 1,0 1-1,0-1 1,0 0-1,0-1 25,0 1-1,1 0 1,-1-1-1,1 1 0,-1-1 1,1 1-1,-1 0 1,1-1-1,0 1 1,-1 0-1,1 0 0,0 0 1,0 0-1,2-3 1,-2 3 21,0 0 0,0 0 0,0 0 0,0 0 0,0 0 0,-1 0 0,1 0 0,0-1 0,-1 1 0,1 0 0,-1-1 1,1 1-1,-1 0 0,1-3 0,-1 3-56,0 0 1,1 1 0,-1-1-1,0 0 1,0 1-1,1-1 1,-1 0 0,0 1-1,1-1 1,-1 1-1,1-1 1,-1 1 0,1-1-1,-1 1 1,1-1-1,-1 1 1,1-1-1,0 1 1,-1 0 0,1-1-1,-1 1 1,1 0-1,0 0 1,-1-1 0,2 1-1,9-7 217,-8 5-209,1-1 1,0 1-1,0 1 1,0-1-1,0 0 1,0 1-1,0 0 1,6-1-1,2-1-24,-8 2-1,0 1 0,0-1 1,0 1-1,0 0 0,0 0 1,0 1-1,0-1 1,0 1-1,0 0 0,0 0 1,0 0-1,-1 1 0,1-1 1,0 1-1,3 2 1,7 3 12,-12-6-12,0-1 1,-1 1-1,1 0 1,0 0-1,-1-1 1,1 1-1,-1 0 1,0 1-1,1-1 1,-1 0-1,0 0 1,2 2-1,15 16 22,-12-8-17,-5-10 0,0 0-1,0 1 1,-1-1 0,1 1-1,0-1 1,-1 1-1,1 0 1,-1-1-1,0 1 1,1-1-1,-1 1 1,0 0 0,0-1-1,0 1 1,0 2-1,0 75 366,-1-73-351,1 0 0,-1-1 0,-1 1 0,1-1 0,-1 1 0,0-1 0,-3 9 0,-5 11 45,6-17-50,0 1 1,-1-1 0,-11 14-1,3-3-7,10-15-13,1-1 0,-1 0 0,0 0 0,0 1 0,0-2-1,-1 1 1,1 0 0,-8 3 0,-32 15-680,31-17 265,5-1-111,-1-1 0,0 0 0,1 0 0,-1 0 0,-8-1 0,-1 0-2614,1-1 0,0 0 0,-22-5 0,16 4-355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48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25 388,'2'0'1125,"-2"0"-1081,0 0 0,1 0-1,-1 1 1,19-14 16436,-19 13-16420,0 0 0,0 0 0,0 1 0,0-1 0,0 0 1,0 0-1,-1 1 0,1-1 0,0 0 0,0 0 0,0 1 0,0-1 0,0 0 0,0 0 0,-1 1 0,1-1 0,0 0 0,0 0 0,0 0 0,-1 0 0,1 1 0,0-1 0,0 0 0,0 0 0,-1 0 0,1 0 0,0 0 0,0 0 0,-1 1 0,1-1 0,0 0 0,0 0 0,-1 0 0,1 0 0,0 0 0,-1 0 0,1 0 1,0 0-1,0 0 0,-1 0 0,1 0 0,0-1 0,-1 1-253,-1 0 1031,4 0-733,5 0-13,-5 0 54,-2 0-137,0 0 1,0 0-1,0-1 1,0 1-1,0 0 0,0 0 1,0 0-1,0-1 1,0 1-1,0 0 0,0 0 1,0-1-1,0 1 1,0 0-1,0 0 0,0-1 1,0 1-1,0 0 1,0 0-1,0 0 0,0-1 1,0 1-1,-1 0 1,1 0-1,0 0 0,0-1 1,0 1-1,0 0 0,0 0 1,-1 0-1,1-1 1,-1 1-18,1 1 17,0-1 0,-1 0 0,1 0 0,0 0 0,0 0 0,-1 0 1,1 0-1,0 0 0,0 0 0,-1 0 0,1 0 0,0 0 0,-1 0 0,1 0 0,0 0 0,0-1 0,-1 1 1,1 0-1,0 0 0,0 0 0,0 0 0,-1 0 0,1-1 0,0 1 0,0 0 0,0 0 0,-1 0 1,1 0-1,0-1 0,0 1 0,0 0 0,0 0 0,-1-1 0,1 1 0,0 0 0,0 0 0,0-1 1,0 1-1,0 0 0,0 0 0,0-1 0,0 1 0,0-1 172,0-4 226,0 8-169,0-1 0,0 1 1,0-1-1,0 1 0,0-1 0,0 1 0,-2 4 1,2-7-238,-1 0 0,1 0 1,0 0-1,-1 0 0,1 0 0,-1 0 1,1 1-1,0-1 0,-1 0 1,1 0-1,0 0 0,-1 0 1,1 0-1,0 1 0,-1-1 1,1 0-1,0 0 0,-1 1 1,1-1-1,0 0 0,0 0 0,-1 1 1,1-1-1,0 0 0,0 1 1,0-1-1,0 0 0,-1 1 1,1-1-1,0 0 0,0 1 1,0 0-1,-1 16 64,2-14-44,-1 0 0,0 1 0,0-1 0,-1 0 0,0 5 0,-2 3 38,-1-1 20,1 1-1,0 0 1,0 0-1,1 0 0,0 13 1,1-16-23,0 0 1,0 0-1,-1 0 1,0 0-1,-1 0 1,0-1-1,-6 14 1,4-11 9,0 0 0,2 1 1,-4 12-1,5-17-36,1 1-1,-1-1 1,0 0-1,0 0 1,-1 0-1,0 0 1,-4 6-1,5-8-13,0 0 0,0 0 1,0 1-1,1-1 0,-1 0 0,1 1 0,1-1 0,-2 6 1,2-5 2,-1 1 1,-1 0-1,1-1 1,-1 1-1,-2 5 1,-29 64 134,2 2 8,30-67-131,1-9-25,0 0 0,0 0 0,0 0 0,0 0 0,0 0-1,0 0 1,0 0 0,0 0 0,0 0 0,-1 0 0,1 0 0,-1 0 0,0 2 0,-1 0 3,1-3-4,0 1 0,1 0 0,-1 0 0,1-1-1,-1 1 1,1 0 0,-1 0 0,1 0 0,0-1 0,-1 1 0,1 0-1,0 0 1,0 0 0,-1 0 0,1 0 0,0 0 0,0 1 0,0-1 109,2-1-70,-2 1-39,0-1 1,1 0 0,-1 0 0,0 0-1,0 0 1,0 0 0,1 0 0,-1 0 0,0 0-1,0 0 1,1 0 0,-1 0 0,0 0 0,0 0-1,1 0 1,-1 0 0,0 0 0,0 0 0,0 0-1,1 0 1,-1 0 0,0 0 0,0 0-1,0 0 1,1-1 0,-1 1 0,0 0 0,0 0-1,0 0 1,1 0 0,-1-1 0,0 1 0,0 0-1,0 0 1,0 0 0,0 0 0,1-1 0,-1 1-1,0 0 1,0 0 0,0-1 0,0 1-1,0 0 1,0 0 0,0 0 0,0-1 0,0 1-1,0 0 1,0 0 0,0-1 0,0 1 0,0 0-1,0 0 1,0-1 0,0 1 0,0-1 19,-1 0 0,1 1 1,0-1-1,0 0 0,0 1 1,0-1-1,0 0 0,0 1 1,1-1-1,-1 0 0,0 1 1,0-1-1,0 0 0,1 1 1,-1-1-1,0 0 0,1 1 1,-1-1-1,1 0 0,0-1-10,0 1 0,0-1 0,0 0 0,0 1-1,0-1 1,0 0 0,-1 0 0,1 0 0,-1 1-1,1-1 1,-1 0 0,0 0 0,1 0 0,-1 0 0,0 0-1,0 0 1,-1-3 0,2-3 1,0 0 1,0 1-1,1-1 1,2-9-1,0 5-11,-2 4-4,1 0 0,1 1 1,6-13-1,-6 13-3,0 0 1,-1 0 0,1 0 0,2-13-1,-2 4 1,1 0-1,10-25 1,9-21-1,-6 28-16,4-15-33,-17 30 37,0 0-1,2 0 1,9-19 0,-15 37 12,-1-1 0,0 1 0,1 0 0,-1 0 0,0-1 0,1 1 0,-1 0 0,0 0 0,0-1 0,0 1 1,0-2-1,1-8-3,1 10 5,-2 0 0,1 1-1,-1 0 1,1 0 0,-1-1 0,1 1 0,-1 0-1,0-1 1,1 1 0,-1-1 0,0 1 0,1 0 0,-1-1-1,0 1 1,1-1 0,-1 1 0,0-1 0,0 1 0,0-1-1,0 1 1,1-1 0,-1 1 0,0-1 0,0 1-1,0-1 1,0 1 0,0-1 0,0 1-1,0 0 0,0 0 0,-1 0 0,1 0-1,0 0 1,0 0 0,0 1 0,0-1 0,0 0 0,-1 0 0,1 0 0,0 0-1,0 0 1,0 0 0,0 0 0,-1 0 0,1 0 0,0 0 0,0 0 0,0 0 0,0 0-1,-1 0 1,1 0 0,0 0 0,0 0 0,0 0 0,-1 0 0,1 0 0,0 0 0,0 0-1,0 0 1,0 0 0,-1 0 0,1 0 0,0 0 0,0 0 0,0 0 0,0-1 0,0 1-1,-1 0 1,1 0 0,0 0 0,0 0 0,0 0 0,0-1 0,0 1 0,0 0 0,0 0-1,0 0 1,0 0 0,-1 0 0,1-1 0,0 1 0,0 0 0,0 0 0,0 0 0,0-1-1,0 1 1,0 0 0,0 0 0,0 0 0,0 0 0,0-1 0,1 1 0,-3 1 1,0 0-27,2 0-11,0 0 28,0 0 0,0 0 0,0 0 0,0 0 0,0 0 0,0 0 0,0 0 0,0 0 0,0 0 0,-1 0 0,1 0 0,-1 1 0,0-1 5,0 0 0,0 1 0,0-1 0,0 0 0,0 0 0,0 1 0,1-1 0,-1 0 0,0 1 0,1-1 0,-1 1 0,0 2 0,1-2 3,-1 1 1,0 0-1,0-1 1,-1 1-1,1-1 1,-2 3-1,1-2 4,0 0-1,1 0 0,-1 0 1,1 0-1,0 0 1,0 0-1,-2 6 0,2-6 0,0 1 0,0-1 0,0 1 0,0-1-1,-3 4 1,-13 23 16,1 1 0,-13 36 0,3-7 7,14-32-18,5-11 16,-18 32 0,22-45-19,0 1 0,1-1 0,-1 1 0,1 0 0,0 0 0,0 0 0,0 0 0,1 1 1,-1 5-1,2-11-4,0 0 1,0 0 0,0 0 0,1 1-1,-1-1 1,0 0 0,0 0 0,0 0-1,0 1 1,0-1 0,0 0 0,0 0 0,0 1-1,0-1 1,0 0 0,0 0 0,0 0-1,0 1 1,-1-1 0,1 0 0,0 0-1,0 0 1,0 1 0,0-1 0,0 0 0,0 0-1,0 0 1,-1 0 0,1 1 0,0-1-1,0 0 1,0 0 0,0 0 0,-1 0-1,1 0 1,0 1 0,0-1 0,0 0-1,-1 0 1,1 0 0,0 0 0,0 0 0,0 0-1,-1 0 1,1 0 0,-1 0 0,-3 2-10,2 10 54,13-13-3,-11 0-66,0 1-12,0-1 0,0 0 1,-1 1-1,1-1 0,0 0 0,0 1 0,0-1 1,0 0-1,1 1 0,-1-1 0,0 0 1,0 1-1,0-1 0,0 0 0,1 1 0,-1-1 1,1-1-1,-1 2 6,1 0 0,-1 0 1,1 0-1,-1-1 0,0 1 1,1 0-1,-1 0 0,1-1 0,-1 1 1,0 0-1,1-1 0,-1 1 1,0 0-1,0-1 0,1 1 0,-1-1 1,0 1-1,0 0 0,0-1 1,1 1-1,-1-1 0,0 0 0,-6-8-1050,5 7 937,1 1 50,-1 1 1,1-1 0,-1 0 0,1 1-1,0-1 1,0 0 0,0 0 0,-1 1-1,1-1 1,0 0 0,0 0-1,0 0 1,0 1 0,0-2 0,-1-7-694,-5-4-743,4 8 565,0 0 0,0 0 1,0 0-1,0 0 0,1 0 0,0 0 0,-1-8 0,2 8-115,-1 1 0,1 0 0,-1-1 0,0 1 1,-3-8-1,2 6-309,0-9-2756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49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749 381 2516,'0'-13'3239,"1"8"-2522,-1 1 1,0-1 0,0 1-1,0-1 1,-1 1 0,1 0-1,-2-6 1,0 8-399,1 0 1,0 0-1,0-1 1,0 1 0,0 0-1,1-1 1,-1 1-1,0-1 1,1 1-1,0-1 1,0 1 0,0-5-1,-1 1 92,1 1-1,-1 0 1,0-1-1,-1 1 1,1 0-1,-1 0 1,0 0 0,-1 0-1,-4-9 1,3 7-23,1 4-259,1 0 1,-1 1-1,0-1 1,0 0-1,-4-2 1,-3-3 123,5 4-175,0 0 1,0 0-1,0 1 0,0 0 1,0 0-1,-1 0 0,1 0 1,-1 1-1,0 0 1,0 0-1,0 1 0,0 0 1,0 0-1,0 0 0,0 0 1,0 1-1,0 0 0,0 1 1,-8 1-1,0 0-1,0 2 0,1 0 0,0 0 0,0 1 0,0 1-1,0 0 1,-15 10 0,13-6 23,1-1-1,0 2 1,1 0-1,-19 18 1,10-5 2,6-7-24,0 0 1,1 0-1,1 2 1,-22 37-1,-20 47 148,55-102-222,-22 45 176,-24 67 0,31-74-72,5-7 68,-8 39-1,4-15 28,-18 60 108,30-106-289,0-1-1,1 1 1,0 0-1,1 0 1,0 0-1,1 0 1,0 0-1,0 1 1,2 9-1,2-3 16,-2-5-8,0 0 1,0 14 0,-2-18-16,0-1 0,1 1 0,1-1-1,-1 0 1,6 14 0,2 12 29,-6-18-21,-3-10-13,1 0 1,0 0-1,0 0 1,0 0-1,1 0 1,0-1-1,0 1 1,0-1-1,0 1 1,6 7-1,-1-4 20,-1 0-1,-1 0 0,8 15 1,-9-16-7,1 0 0,-1 0 1,1 0-1,0-1 0,10 10 0,1 2 25,-11-12-22,1-1 1,0 1 0,0-1-1,0 0 1,1 0 0,-1-1-1,11 5 1,2 3 38,-10-6-34,1-1 0,-1 0 0,1-1-1,0 1 1,0-2 0,0 0 0,0 0 0,1 0-1,-1-2 1,1 1 0,0-1 0,13-1 0,-10 0-5,-1 1 10,0-1 1,0-1 0,0 0-1,-1 0 1,16-5-1,15-10 36,-5 3-26,0-2 0,65-36 1,18-31 229,-112 75-186,-1 0 1,1-1-1,-1 0 1,0 0-1,-1 0 1,0-1-1,10-17 1,-12 19-26,39-47 406,-2 2-158,-23 27-215,-10 14-56,0-1 0,-1 0-1,0-1 1,-1 1-1,10-27 1,27-104 194,-37 115-181,4-48-1,-5 28-38,-2 27-13,-2-1-1,0 0 1,-3-41 0,-21-116-51,18 155 41,-1 1 1,-2 1-1,-12-31 0,14 38 14,-29-66 52,20 50-5,6 15-31,-1-1 0,0 2 0,-2-1-1,0 1 1,0 1 0,-2 0-1,0 1 1,0 0 0,-1 1-1,-27-19 1,31 26-33,0 0 0,0 1 0,0 0 0,0 1 0,-1 0-1,1 1 1,-1 0 0,0 0 0,0 1 0,0 0 0,0 1 0,-15 2 0,2 1-239,1 0 1,-1 2 0,1 1 0,-37 14-1,24-5-966,1 1-1,1 2 1,-48 34 0,23-13-1986,-25 18-7187,62-42 5601,0-2 69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52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517 207 1364,'2'-1'349,"-1"0"-1,0 0 1,0-1-1,0 1 0,-1 0 1,1-1-1,0 1 1,0-1-1,-1 1 1,1-1-1,-1 0 1,1 1-1,-1-1 1,0 1-1,0-1 1,0-2-1,0 3-198,1 0 0,-1 1 0,0-1 0,0 0 0,0 0 0,0 1 0,1-1 0,-1 0 0,0 0 0,1 1 0,-1-1 0,0 0 0,1 1 0,-1-1 0,1 0 0,0 0 22,0 0 1,-1 1 0,1-1-1,-1 0 1,1 0-1,-1 0 1,1 0-1,-1 0 1,0 1 0,1-1-1,-1 0 1,0 0-1,0 0 1,0 0 0,0-1-1,0 1-65,0 1-1,1 0 0,-1-1 1,0 1-1,0 0 0,0 0 1,-1-1-1,1 1 0,0 0 1,0 0-1,0-1 0,0 1 1,0 0-1,0 0 1,0 0-1,0-1 0,0 1 1,-1 0-1,1 0 0,0-1 1,0 1-1,0 0 0,0 0 1,-1 0-1,1 0 1,0-1-1,0 1 0,0 0 1,-1 0-1,1 0 0,0 0 1,0 0-1,-1 0 0,1 0 1,0-1-1,0 1 1,-1 0-1,1 0 0,0 0 1,0 0-1,-1 0 0,1 0 1,0 0-1,0 0 0,-1 0 1,1 1-1,-2-1-506,0 0 1592,1 0-716,-4 0-299,0 1 0,0 0 0,0 1 0,0-1 0,0 1 0,1 0 0,-6 3-1,-21 8 0,22-10-152,1 1 0,0 0 0,0 0 0,0 1 0,1 0 0,-11 8 0,2 1 0,-22 25 1,-19 34 76,3-2 7,32-43-47,-31 53 1,42-62-49,-12 23 11,-31 76 0,32-65-8,15-36-1,1 0 0,0 0-1,2 1 1,0 0 0,1 0-1,0 0 1,2 0 0,0 20-1,1-24 3,-1-8-7,1-1 0,0 0 0,1 1 0,1 7 0,-2-12-8,1 1 1,-1 0-1,1 0 0,0-1 0,0 1 1,0 0-1,0-1 0,0 1 0,0-1 1,0 1-1,0-1 0,1 1 1,-1-1-1,1 0 0,-1 0 0,3 2 1,1 0-2,0-1 0,1 0 1,-1 0-1,0 0 0,1 0 1,-1-1-1,1 0 0,0 0 1,0-1-1,-1 0 1,1 0-1,0 0 0,-1 0 1,1-1-1,0 0 0,6-2 1,12-4-12,-1-1 0,34-16 0,-40 16-17,0-1-6,-1 0 0,1-2 0,27-24-1,4-2-31,-40 31 59,3-1 0,0-1-1,0-1 1,-1 0 0,13-14-1,54-82-34,-66 87 35,0-1-1,-1 0 1,14-40-1,-18 36 3,6-38 0,-10 42 5,1-1-1,-2 0 1,-2-31-1,0 11 2,0 22 0,-1 0 1,-6-25-1,6 33 0,-19-58 31,18 58-26,2 5-6,0 0 0,0 0 0,-1 0 0,0 0 0,0 1 0,0-1 0,-5-6 0,2 3-6,3 6-1,1 0 0,0 1-1,0-1 1,-1 0-1,1 0 1,-1 1 0,0-1-1,1 1 1,-1-1-1,0 1 1,0 0 0,0 0-1,0 0 1,0 0-1,0 0 1,0 0 0,-1 0-1,1 1 1,0-1 0,0 1-1,0 0 1,-1-1-1,1 1 1,-4 0 0,0 1 3,0 0 0,0 0 0,0 0 0,1 1 0,-1 0 0,1 0 0,-1 0 0,1 1 0,0 0 0,0 0 0,0 0 0,0 1 0,-5 4 0,-17 11-12,12-8 3,2 0 0,-24 23 1,24-13 12,1-1 4,3-11-2,6-5-3,-1 1 0,1-1 0,0 1 1,0-1-1,-3 7 0,-6 15-4,-4 6 23,-20 67 0,32-52 16,1-37-32,2-4 0,-1-1 0,1 0 0,0 1-1,0-1 1,1 0 0,-1 1 0,1-1 0,1 1-1,1 10 1,1-6 2,-2-7-6,0 0 0,0-1 0,0 1 0,0 0 0,-1-1 0,1 6 0,-1-5-1,0-1 1,0 0 0,1 0 0,-1 0 0,1 0-1,-1 0 1,1 0 0,0 0 0,0 0 0,1 2 0,4 7-2,-5-9 4,1 1 0,-1-1 0,1 0 0,0 1 0,0-1 0,0 0 0,0 0 0,0 0 1,1-1-1,-1 1 0,0 0 0,1-1 0,0 0 0,-1 1 0,1-1 0,0 0 1,-1-1-1,5 2 0,3 1 0,1-1 0,-1-1 0,1 0 1,10 0-1,21-1-22,0-2 0,0-2-1,74-17 1,-28-6-16,-58 19 27,-20 5 6,1 0-1,13-6 1,-18 7-1,12-6 3,0-2-1,0 1 1,19-15 0,-17 10 11,-18 13-8,1 0 0,-1 0 0,0-1 0,0 1 0,0-1 0,0 1 0,0-1 1,0 0-1,-1 0 0,3-3 0,18-22-2,-19 21 5,-2 5 0,1-1-1,-1 1 1,0-1 0,0 0-1,-1 1 1,1-1-1,0 0 1,-1 0 0,1 1-1,-1-1 1,1 0-1,-1 0 1,0 0 0,0 0-1,0 0 1,0 0-1,0 0 1,0 1 0,0-1-1,-1 0 1,0-3 0,-3-2 13,3 7-15,1-1 1,-1 0-1,1 0 1,-1 1-1,1-1 1,0 0-1,-1 0 1,1 0-1,0 0 1,-1 0-1,1 0 1,0 0-1,0 1 1,0-3-1,-1 1 2,1 0-1,-1 0 0,0 0 1,0 0-1,0 0 1,0 0-1,0 0 0,0 1 1,-1-1-1,1 0 0,-1 1 1,1-1-1,-1 1 1,0-1-1,-2-1 0,-9-9-215,-9-1 132,22 13 85,-1 0 0,0 0 0,0-1 0,1 1 0,-1 0 0,0 0 0,0 0 1,1 0-1,-1 0 0,0 0 0,1 0 0,-1 0 0,0 0 0,0 0 0,1 0 1,-1 0-1,0 0 0,0 1 0,1-1 0,-1 0 0,0 1 0,1-1 1,-2 1-1,-13 3 175,12-4-172,-1 1 2,-7 12-8,10-12-3,1 0 1,-1 0 0,1 0-1,0 0 1,-1 0-1,1 0 1,0 0 0,0 0-1,0 0 1,-1 0-1,1 0 1,0 0-1,0 0 1,1 0 0,-1 0-1,0 0 1,0 1-1,1 7 0,-1-3 5,0 0 1,1 0-1,-1 0 1,1 0-1,1 0 1,-1 0-1,3 6 1,0 16-4,14 6 0,-14-25 1,-3-6-1,1 1 0,-1-1 0,0 1 0,0-1 0,0 1 0,0 0 0,-1 0 0,1 5 0,-1-8-2,0 1 1,0-1-1,0 0 0,1 1 0,-1-1 1,0 0-1,1 0 0,-1 1 1,1-1-1,-1 0 0,1 0 1,0 2-1,0-2 1,0 0 0,0 0 0,-1 1 0,1-1-1,-1 0 1,1 1 0,-1-1 0,0 0 0,1 1 0,-1-1 0,0 1 0,0 1 0,0 0 5,-1 0 1,0 1-1,0-1 1,0 1-1,0-1 1,-1 0-1,1 0 1,-1 0-1,0 0 1,-2 4-1,2-4-2,0 0-1,0 0 0,0 0 1,0 1-1,1-1 1,0 0-1,-1 1 0,1-1 1,1 1-1,-2 5 1,2-7-5,0 0-1,-1 0 1,1 0 0,-1 0 0,1 0 0,-1 0 0,0 0 0,0 0 0,-1 3 0,-4 6-19,-12 11 7,16-18 19,0 0 1,0 0-1,1 0 1,-1 0 0,1 0-1,0 0 1,0 0-1,1 0 1,-1 1 0,1-1-1,0 5 1,1 5-23,7-7-3,-8-7 20,5 6-14,3 0-5,4 1-51,-11-6 51,0 0 1,0-1-1,0 1 1,1 0 0,-1-1-1,0 1 1,0-1-1,0 1 1,1-1 0,-1 1-1,0-1 1,0 0-1,1 1 1,-1-1 0,2 0-1,24 0-755,-17 1 260,1-1 0,0 0-1,0-1 1,-1 0 0,20-5 0,14-3-1858,-13 4 1057,13-5-380,61-19-407,-93 25 2052,0-1-1,0 0 0,-1-1 1,1-1-1,-1 1 0,12-11 0,0-1 200,-16 13 191,-1 0 1,0 0-1,0 0 0,0-1 0,0 1 0,-1-1 0,0-1 1,5-8-1,-8 12 79,-1-1 0,1 1 0,-1-1 0,0 0 0,0 0 1,0 1-1,-1-1 0,1 0 0,-1 0 0,-1-7 0,1 8-270,0-1 0,-1 1 0,0 0 0,0 0 0,0-1 0,0 1 1,0 0-1,0 0 0,-1 0 0,0 0 0,1 0 0,-1 0 0,0 1 0,-1-1 0,1 1 0,0-1 0,-4-1 0,-10-15 356,13 16-447,0 1-1,1 0 1,-1 0 0,0 0-1,0 1 1,0-1 0,0 1 0,-1-1-1,1 1 1,0 0 0,-7-1 0,-16 4 124,25-1-176,0-1-1,0 0 1,0 1-1,-1-1 1,1 0-1,0 1 1,0-1-1,0 1 1,0 0-1,0-1 1,0 1-1,0 0 1,0 0-1,0 0 0,0 0 1,1-1-1,-2 3 1,1-1-4,-1-1 0,1 1 1,0-1-1,-1 1 0,1-1 0,-1 0 0,1 1 0,-1-1 1,1 0-1,-1 0 0,-3 1 0,3-1 1,-1 1-1,1-1 0,-1 1 1,1 0-1,0-1 0,-1 1 1,-1 3-1,-43 64 52,39-57-54,3-3-5,1-1 0,0 1-1,-6 18 1,2-3 9,7-22-5,0 0 0,0 1 0,1-1 0,-1 0 1,1 0-1,-1 0 0,1 1 0,0-1 0,0 0 0,0 0 0,0 1 0,0-1 1,1 0-1,-1 0 0,1 1 0,-1-1 0,1 0 0,0 0 0,0 0 1,0 0-1,0 0 0,0 0 0,0 0 0,1 0 0,1 2 0,0-2-20,-1 0 0,1 0-1,-1 0 1,1 0 0,0 0-1,0-1 1,0 1 0,0-1-1,0 1 1,0-1 0,0 0-1,0-1 1,0 1 0,1 0-1,-1-1 1,5 0 0,4 0-146,0-1 1,0-1 0,1 0 0,-1-1 0,0 0 0,-1-1 0,1 0 0,-1 0 0,12-8 0,12-8-445,45-35 0,-73 50 576,16-13-55,-1-1 1,-1-1-1,20-25 1,50-71 40,48-86 334,-126 183-216,29-52 269,-18 28-30,-3 1 219,-7 13-99,-14 28-408,2-2 45,-1 1 1,0-1-1,1 1 1,-1-1-1,0 1 1,-1-1-1,1 0 1,0 0-1,-1 1 1,1-5-1,-1 5-25,0 1-1,0 0 0,0-1 1,1 1-1,-1 0 1,0-1-1,1 1 0,-1 0 1,1 0-1,0-1 1,0-1-1,0 2 8,0 0-1,-1 0 1,1 0 0,-1 0 0,1 0-1,-1-1 1,1 1 0,-1 0-1,0 0 1,0 0 0,1-3 0,-10 2 212,8 1-188,0 1-65,1-1 0,0 1-1,0 0 1,0-1 0,0 1-1,0 0 1,-1 0 0,1-1-1,0 1 1,0 0 0,0 0-1,-1-1 1,1 1 0,0 0-1,-1 0 1,1 0 0,0-1-1,0 1 1,-1 0 0,1 0 0,0 0-1,-1 0 1,1 0 0,0 0-1,-1 0 1,1-1 0,0 1-1,-1 0 1,1 0 0,0 0-1,-1 0 1,1 1 0,0-1-1,-1 0 1,1 0 0,0 0-1,-1 0 1,1 0 0,0 0-1,0 0 1,-1 1 0,1-1 0,0 0-1,-1 0 1,1 0 0,0 1-1,0-1 1,-1 0 0,1 1-1,-6 6 9,-1-1-1,0 0 1,-15 11-1,14-12 0,1 1 0,0 0 0,-13 14 0,-15 27 17,20-30 5,-22 38 0,12-17-1,4-4 6,14-23-20,0 0 1,-13 15-1,13-17-13,0 0-1,1 1 1,0-1-1,1 1 1,0 0-1,-4 13 1,-12 22 7,17-36-7,0 1 0,1 0 0,-3 13 0,3-13-2,2-3-2,0-1 1,0 1-1,1 0 1,1 11-1,-1-3 0,1-8-1,-1-1-1,2 0 1,-1 0 0,1 0-1,-1 0 1,2 0-1,-1 0 1,1 0-1,-1 0 1,2-1-1,-1 0 1,6 8-1,-6-10-7,0 1 0,0-1 1,0 0-1,1 0 0,-1 0 0,1 0 0,0 0 0,0-1 0,0 0 0,0 0 0,0 0 0,0 0 0,0-1 0,1 1 0,-1-1 0,1 0 1,-1-1-1,6 1 0,22 3-94,-25-3 63,-1 0 0,1 0 0,-1-1 0,1 0 0,12-1 0,-8-1-21,2-1-18,1 1 1,-1-2 0,1 0-1,-1 0 1,0-1 0,17-10-1,-13 4 39,-1-1 0,0 0-1,0-2 1,-2 1 0,1-2-1,14-19 1,-22 24 36,-1 0-1,0-1 1,0 1-1,-1-1 1,4-12 0,-6 16 9,-2 3-7,-1 0 0,1 0 1,-1 0-1,1 0 0,-1 0 0,0 0 0,-1-4 1,1-5-4,0 13 1,-1-1 1,1 1 0,0-1-1,0 1 1,0-1-1,0 0 1,0 1 0,-1-1-1,1 1 1,0-1 0,0 1-1,-1-1 1,1 1-1,0-1 1,-1 1 0,1-1-1,-1 1 1,1 0-1,-1-1 1,1 1 0,-1 0-1,1-1 1,-1 1-1,0-1 1,0 1-1,1 0 1,0 0 0,0 0 0,0 0 0,0 0 0,0 0-1,0 0 1,-1-1 0,1 1 0,0 0 0,0 0 0,0 0 0,0 0-1,0 0 1,0 0 0,0 0 0,0 0 0,0 0 0,-1-1 0,1 1 0,0 0-1,0 0 1,0 0 0,0 0 0,0 0 0,0 0 0,0-1 0,0 1 0,0 0-1,0 0 1,0 0 0,0 0 0,0 0 0,0 0 0,0-1 0,0 1-1,0 0 1,0 0 0,0 0 0,0 0 0,0 0 0,0 0 0,0-1 0,1 1-1,-1 0 2,0 0-1,0 0 0,0 0 0,0 0 0,0 0 0,0-1 1,0 1-1,0 0 0,0 0 0,0 0 0,0 0 1,0 0-1,0 0 0,0-1 0,0 1 0,0 0 0,0 0 1,0 0-1,0 0 0,0 0 0,0 0 0,0-1 0,0 1 1,0 0-1,0 0 0,0 0 0,0 0 0,-1 0 1,1 0-1,0 0 0,0-1 0,0 1 0,0 0 0,0 0 1,0 0-1,0 0 0,0 0 0,-1 0 0,1 0 1,0 0-1,0 0 0,0 0 0,0 0 0,-2-1-3,1 0 0,-1 0 0,1 1 0,-1-1 0,1 1 0,-1-1 0,1 1 0,-1-1 0,0 1 0,1 0 0,-1 0 0,0 0 0,1 0 1,-1 0-1,0 0 0,-2 1 0,-50 33-77,50-31 78,0 0-1,0 0 1,1 0-1,-4 5 1,-6 4 1,1-1 8,1 0 0,1 0 0,0 1 0,0 0 0,1 1 0,-8 15 1,-25 34 33,41-61-40,0 0-1,0 1 0,0-1 1,0 0-1,1 1 0,-1-1 1,0 1-1,1 0 1,-1-1-1,1 1 0,0-1 1,-1 1-1,1 0 0,0-1 1,0 3-1,0-2 0,0 1-1,0 0 0,-1-1 1,1 1-1,-1-1 0,-1 5 1,0-3-5,1-2 7,0 0 0,0 0 0,0 1 0,0-1 0,1 0 0,-1 0 0,1 0 0,-1 0 0,1 1 0,0-1 0,0 0 0,0 0 0,0 1 0,0-1-1,0 0 1,0 0 0,2 4 0,1 0 5,-2-5-4,0 0 1,0 1 0,-1-1-1,1 0 1,-1 1-1,1-1 1,-1 0 0,0 1-1,1-1 1,-1 1-1,0-1 1,0 1 0,0-1-1,0 2 1,0-2-3,0 0 0,0-1 0,1 1 0,-1 0 0,0 0 0,0-1 0,1 1 0,-1 0 0,1-1 0,-1 1 0,0 0 0,1-1 0,-1 1 0,1-1 0,0 1 0,-1 0 0,1-1 0,-1 0 0,1 1 0,0-1 0,-1 1 0,1-1 0,1 1 0,6 5 11,-6-4-8,1 0-1,-1-1 1,0 1 0,1 0-1,-1-1 1,1 1 0,0-1-1,-1 0 1,1 0 0,0 0-1,0 0 1,0-1 0,4 1-1,0 0 0,0 0 0,0-1-1,0 1 1,0-2-1,7 0 1,25-4 6,-18 2-7,1 0 1,-1-1-1,0-1 0,-1-1 1,23-9-1,-13 2-4,-14 7 10,25-15 1,-5 2 5,-26 15-11,0-1 1,-1-1 0,12-8-1,6-6 9,-20 16 1,-1-1 0,0 1 0,0-1 0,-1-1 0,6-5 0,12-9 65,-21 18-64,1 0 0,0 0-1,-1 0 1,1 0 0,-1-1 0,0 1-1,0-1 1,0 1 0,0-1 0,0 0-1,0 0 1,1-4 0,0-2 58,1 0 1,0 0-1,9-17 1,-11 22-46,0 0-1,0 0 1,0 0 0,-1 0-1,2-5 1,-2 5-13,0 0 0,0 1 0,1-1 0,-1 0 0,3-3 0,-1 2 3,0-1-1,0 0 1,0 0 0,-1 0 0,0 0-1,0 0 1,-1-1 0,1 1-1,-2-1 1,1 1 0,-1-1 0,0-9-1,0 16-17,0-1-1,0 1 1,0 0-1,0 0 0,0-1 1,0 1-1,0 0 1,0 0-1,0-1 1,0 1-1,0 0 0,0 0 1,0-1-1,0 1 1,-1 0-1,1 0 1,0-1-1,0 1 0,0 0 1,0 0-1,-1 0 1,1-1-1,0 1 1,0 0-1,0 0 0,-1 0 1,1 0-1,0 0 1,0-1-1,0 1 1,-1 0-1,1 0 0,0 0 1,0 0-1,-1 0 1,1 0-1,0 0 1,0 0-1,-1 0 0,1 0 1,0 0-1,-1 0 1,1 0-1,0 0 1,0 0-1,-1 0 0,-2 0-13,3 2-5,0-1 23,0 0 1,0-1-1,1 1 1,-1-1-1,0 1 1,0-1-1,0 1 0,0 0 1,-1-1-1,1 1 1,0-1-1,0 1 1,0-1-1,0 1 1,0 0-1,-1-1 0,1 1 1,-1 0-1,1-1-4,0 0 1,-1 0-1,1 0 0,0 0 0,-1 0 0,1 0 0,0 0 0,-1 0 1,1 0-1,0 0 0,-1 0 0,1 0 0,0 0 0,-1 1 0,1-1 0,0 0 1,0 0-1,-1 0 0,1 1 0,0-1 0,0 0 0,-1 0 0,1 1 0,0-1 1,0 0-1,0 0 0,-1 1 0,1-1 0,0 1 0,-1 10-28,-1 7 28,-1-11 4,2-5-1,0-1-1,0 1 1,1 0-1,-1-1 1,1 1-1,-1 0 1,1 0-1,0-1 1,-1 5-1,1-3 5,0 1-1,-1 0 0,1-1 0,-1 1 0,0-1 1,0 1-1,-2 4 0,-3 8 15,-16 39-9,21-52-13,-1 0 0,1 0 1,-1 0-1,0 0 0,-3 4 0,2-4-2,1 0 0,-1 1-1,1-1 1,0 1 0,-2 5-1,1 0 0,3-6 3,0-1 0,-1 0 0,0 0 0,0 0 0,1 0 0,-1 1 0,-1-1 0,1 0 1,-2 2-1,-1 2-2,0 1 0,0-1 0,1 1 0,-3 8 0,-4 7-11,9-18 16,0-1 0,1 1 1,-1 0-1,1 0 0,0 0 0,0-1 0,1 6 0,-1 3 36,0-11-36,0 0 0,1 0 0,-1 0 0,0 0 0,0 0 0,1 0 0,-1 0 0,0 0 0,1-1 0,-1 1 0,1 0 0,-1 0-1,1 0 1,0 0 0,-1-1 0,1 1 0,0 0 0,0-1 0,-1 1 0,3 1 0,18 7 10,-13-6-18,1-2-1,-1 1 1,0-1-1,1-1 1,-1 1-1,1-2 1,15-1 0,-2-2-24,38-11 1,-13-3 15,71-37 1,-98 45 11,57-31 15,-69 37-2,0-1-1,-1 0 0,10-9 0,11-6 33,-23 16-29,0 0 1,0 0-1,7-8 1,-8 7 0,1 1 0,0-1-1,9-5 1,-9 6 3,0 0-1,0 0 1,0 0-1,-1-1 1,1 0-1,-1 0 1,4-7-1,23-41 179,-27 46-160,3-5 14,-5 9-32,0 0 0,0 0-1,-1 0 1,1 0 0,-1 0 0,0-1-1,0 1 1,0 0 0,0-1-1,0 1 1,-1-6 0,1 5 7,-1 0 0,1 0-1,0 0 1,2-6 0,-2 6-5,0 0 0,0 0 0,0 0 0,0-7 0,0 7-4,-1-1-1,-1 1 0,1-1 0,-1 1 0,1-1 0,-1 1 0,-1 0 1,1-1-1,-3-4 0,1-5 23,2 13-34,1-1 0,0 1 1,0 0-1,-1 0 0,1-1 0,-1 1 1,1 0-1,-1 0 0,1-1 0,-1 1 1,0 0-1,0 0 0,1 0 1,-3-1-1,-4-5 11,6 5-15,0 1 1,-1-1-1,1 1 1,-1 0 0,1 0-1,-1-1 1,0 1-1,-1-1 1,2 2-2,0 0 1,0 0 0,0 0-1,0 0 1,0 0 0,0 0-1,0 0 1,0 0-1,0 0 1,-1 0 0,1 0-1,0 1 1,1-1 0,-1 0-1,0 1 1,0-1 0,0 1-1,0-1 1,-2 2-1,2-1 0,-1 0 0,0 0-1,0-1 1,0 1-1,0 0 1,0-1-1,-4 1 1,-6 2-7,7-1 6,1 1-1,-1 0 0,0 0 0,1 0 1,-1 1-1,-6 7 0,-22 27-16,28-32 16,-1 4-11,0 0 0,0 0 0,1 1-1,0 0 1,1 0 0,0 0-1,-3 18 1,6-29 14,0 9-19,0-1-1,0 1 0,0 0 1,1 0-1,2 10 0,-1 8-49,0-9-47,1 0 0,1 0 0,0-1 1,1 1-1,10 23 0,-10-28 72,-1 16-2,0-21 86,-2-5-12,1 1-1,-1 0 1,0-1 0,-1 1-1,1 0 1,-1 0 0,1 4-1,4 14 14,-4-20-59,0 1 1,-1-1-1,1 0 1,-1 1 0,1-1-1,-1 0 1,0 1-1,0 3 1,0-5 6,0 1 0,-1-1-1,1 0 1,0 0 0,-1-1 0,0 1 0,1 0 0,-1 0 0,0 0 0,1 0 0,-1 0 0,0-1 0,0 1 0,1 0-1,-1 0 1,0-1 0,0 1 0,0-1 0,0 1 0,0-1 0,0 1 0,0-1 0,0 0 0,-2 1 0,-4 1-67,1-1 0,-1 0 1,1 0-1,-1 0 0,0-1 1,1 0-1,-1 0 0,1-1 1,-12-2-1,-15 0-686,23 2 125,0 0 0,1 0 0,-1-1 0,-15-5 1,-5-1-2415,28 7 2639,-1 1-1,0-1 1,0 0-1,0 0 1,0 0-1,0 0 1,1 0 0,-1-1-1,0 1 1,1-1-1,-1 1 1,-2-4-1,-6-3-2682,0 1-157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53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35 212,'-2'1'1285,"-5"4"-217,5-4 341,2 7 132,0-8-1531,0 0-1,0 1 1,0-1 0,0 0-1,0 0 1,0 0-1,0 1 1,0-1 0,0 0-1,0 0 1,0 0-1,0 1 1,0-1 0,0 0-1,0 0 1,-1 0-1,1 0 1,0 1 0,0-1-1,0 0 1,0 0-1,0 0 1,-1 0 0,1 0-1,0 1 1,0-1-1,0 0 1,0 0 0,-1 0-1,1 0 1,0 0-1,0 0 1,0 0 0,-1 0-1,1 0 1,0 0-1,0 0 1,-1 0 0,1 0 5,0 0 0,-1 0 0,1 1 0,0-1 0,0 0 0,-1 0 0,1 0 1,0 0-1,0 0 0,-1 0 0,1 0 0,0 1 0,0-1 0,-1 0 0,1 0 0,0 0 1,0 1-1,0-1 0,-1 0 0,1 0 0,0 0 0,0 1 0,0-1 0,0 0 1,-1 0-1,1 1 0,0-1 0,0 0 0,0 1 0,0-1 0,0 0 0,0 0 1,0 1-1,0-1 0,0 0 0,0 1 0,0-1 0,0 1 0,0-1 14,0 1 0,1 0 0,-1-1 0,0 1-1,0-1 1,1 1 0,-1 0 0,0-1 0,1 1 0,-1-1 0,0 1-1,1-1 1,-1 1 0,1-1 0,-1 1 0,1-1 0,-1 0-1,1 1 1,-1-1 0,2 1 0,-2-1-39,2 1 261,18-1 733,-8 0-428,-9 1-485,0-1-1,0 0 1,-1-1 0,1 1 0,0 0-1,0-1 1,0 0 0,0 1 0,-1-1-1,6-3 1,18-4 345,-18 6-235,0 0-1,-1-1 1,1 0 0,12-7 0,-13 7-60,-6 3-101,-1 0 0,1 0-1,0-1 1,-1 1 0,1 0 0,0 0-1,-1 0 1,1-1 0,0 1 0,-1 0 0,1-1-1,-1 1 1,1-1 0,-1 1 0,1-1 0,-1 1-1,1-1 1,-1 1 0,1-1 0,-1 1 0,1-2-1,-1 2-2,0 0-1,0-1 1,1 1-1,-1-1 0,0 1 1,0 0-1,1-1 1,-1 1-1,0 0 1,0-1-1,1 1 0,-1 0 1,0 0-1,1-1 1,-1 1-1,1 0 0,-1 0 1,0-1-1,1 1 1,-1 0-1,1 0 1,-1 0-1,0 0 0,1 0 1,-1 0-1,1 0 1,10-2 237,-10 2-239,0 0 0,0 0 0,-1 0 0,1 0 0,0-1 0,0 1 1,0 0-1,-1 0 0,1-1 0,0 1 0,0-1 0,-1 1 0,1-1 0,0 1 0,-1-1 1,1 1-1,0-2 0,0 1-11,-1 1 1,1-1 0,-1 1-1,1-1 1,-1 1 0,1 0-1,-1-1 1,1 1 0,0-1-1,-1 1 1,1 0 0,-1 0-1,1-1 1,0 1 0,0 0-1,-1 0 1,2 0 0,-2 0-5,0 0 0,1 0 1,-1 0-1,0 0 1,1 0-1,-1 0 0,0 0 1,0 0-1,1 0 0,-1 0 1,0 0-1,1 0 0,-1 0 1,0 0-1,1-1 0,-1 1 1,0 0-1,0 0 0,1 0 1,-1 0-1,0 0 0,0-1 1,1 1-1,-1 0 0,0 0 1,0 0-1,0-1 0,1 1 1,-1 0-1,0 0 0,0-1 1,0 1-1,0 0 0,0-1 1,1 1-1,-1 0 0,0 0 1,0-1-1,0 0-38,2 1 11,5 0 21,-5 0 2,-2 1-526,0-1 478,0 1-1,0-1 1,0 0 0,0 0 0,0 1 0,0-1 0,0 0-1,0 0 1,0 1 0,0-1 0,0 0 0,0 0 0,0 1-1,0-1 1,0 0 0,0 0 0,0 0 0,0 1 0,0-1-1,-1 0 1,1 0 0,0 1 0,0-1 0,0 0-1,0 0 1,0 0 0,-1 1 0,-25 6-2536,10-3 272,5-3 55,0-1-275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55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880 237 1376,'1'-2'630,"1"0"0,-1-1 0,0 1-1,0-1 1,0 1 0,0-1 0,0 1 0,0-1 0,-1 0-1,0 0 1,1 1 0,-1-1 0,0 0 0,0-5-1,0 6-216,-1 1-167,0 1 1,0 0 0,0 0-1,0 0 1,0 0-1,0 0 1,0 0 0,0 0-1,0 0 1,0 0-1,0 1 1,0-1 0,0 0-1,1 1 1,-1-1-1,0 0 1,0 1 0,0-1-1,0 1 1,1-1-1,-1 1 1,0 0 0,0 0-1,0 1-188,0 0 1,-1 0-1,1 0 0,0-1 0,0 1 1,-1 0-1,1-1 0,-1 1 0,1-1 0,-1 0 1,-2 2-1,-10 10 227,1 2 22,3-1 2,-1-1-1,-23 21 1,-171 123 604,148-117-883,-2-3-1,-89 43 1,131-72-30,-9 3 14,-30 18-1,-1 2-4,34-20-12,11-6-5,1-1 0,-22 5 1,3 0-30,29-9 37,0 0 1,0 1-1,0-1 1,0 0-1,0 1 1,0-1-1,0 0 1,0 0-1,1 0 1,-1 0-1,0 0 1,0 0-1,0 0 1,0 0-1,0 0 1,0 0-1,0 0 1,0-1-1,0 1 1,0 0-1,0-1 1,1 1-1,-1-1 1,0 1-1,0-1 1,0 1-1,1-1 1,-1 0-1,-1 0 1,1-1-8,0 0 0,1-1 0,-1 1 0,0 0 0,1 0 0,-1 0 0,1-1 0,0 1 0,-1 0 0,2-5 1,-1 0-34,1 0 0,0-1 1,0 1-1,1 0 0,0 0 1,0 0-1,1 0 1,0 0-1,0 0 0,7-9 1,-5 7 5,1-5-6,-4 10 25,0 0 1,0-1-1,1 1 0,-1 0 1,1 0-1,0 0 1,0 1-1,5-6 1,45-38-22,-50 45 43,5-3 14,14 4 26,-22 1-46,2 1-3,-1-1-1,0 0 1,1 1 0,-1-1 0,0 1 0,0 0-1,1-1 1,-1 1 0,0 0 0,0-1-1,0 1 1,0 0 0,0 0 0,0 0 0,0 0-1,0 0 1,0 0 0,-1 1 0,2 0 0,-1 1-12,1-1 1,-1 0 0,0 1 0,0-1 0,0 1 0,0 0 0,0-1 0,-1 1-1,1 0 1,-1 2 0,1 1 11,0 0-1,0-1 1,0 1-1,1-1 1,-1 1 0,4 5-1,4 13 52,-6-11 23,0-6-35,-2 1 1,1-1-1,-1 1 0,1 11 1,-1-15-13,-1 0 0,1 0 0,-1 0-1,1 0 1,2 4 0,-2-4 7,0-1 0,0 1 0,0-1 0,0 1 0,-1 4 0,1-3 13,0 1 0,0 0 0,0-1 1,1 1-1,0-1 0,0 1 1,5 7-1,0 4-114,-4-12 39,0-1-1,0 1 1,1-1 0,-1 0-1,1-1 1,0 1 0,0-1-1,1 1 1,-1-1 0,0-1-1,10 6 1,-3-5 21,0 0-1,0-1 1,0 0 0,0-1-1,0 0 1,0 0 0,0-1-1,1-1 1,-1 0 0,17-4-1,-18 2-7,0 0 0,-1-1-1,14-7 1,4-2-18,0-1-16,0-1 0,-1-1 0,34-27-1,-59 42 50,6-5-16,0 0-1,11-13 0,-2 2-9,13-12-13,-1-1-1,45-62 0,-67 82 35,3-4 2,0 0 1,-1-1 0,0 0-1,7-20 1,-7 7 0,7-47 0,-13 63 5,-2-1 1,1 1 0,-1 0-1,-1 0 1,-4-22 0,3 26-2,0 0 0,-1 0 0,1 1 0,-2 0 0,1-1 0,-1 1 0,0 0 0,0 0 0,-7-8 0,-7-4 2,-28-27-1,41 41 0,-7-5-2,0 1 0,-1 1 0,0 0 0,0 1 0,-1 0-1,-17-5 1,23 9 2,0 1 0,0 0-1,0 0 1,0 1-1,-9 0 1,-7-2-2,14 3 0,0-1 1,0 2-1,0-1 0,0 2 0,0-1 0,0 1 1,0 1-1,0 0 0,1 0 0,-17 8 0,13-4 1,0 0 0,0 1-1,0 0 1,1 1-1,1 1 1,-18 17 0,17-15-2,7-6 1,0-1 1,0 1-1,0 0 1,-5 9-1,-23 46-9,28-53 10,1 1 0,-1 0 0,2 1 0,-1-1 0,1 0 0,-3 20 0,3-5 15,1 41 0,3-58-11,-1 0 0,1 0 1,0 0-1,1 0 0,0 0 0,0-1 0,0 1 0,1 0 1,5 8-1,2 2 6,0-1 0,16 18 1,-20-28-11,0 0 1,0 0-1,1 0 1,0 0-1,0-1 1,1-1-1,9 6 1,7 2-72,31 9 1,-23-12-371,1-1-1,0-2 1,61 3-1,-4 0-940,-52-4 615,0-2-1,0-1 0,58-6 1,-63-1 577,0-1 0,44-16 1,-74 21 195,30-11 126,-32 11-99,1 0 0,0 0 0,-1 0 0,1 0 1,-1 0-1,1 0 0,-1-1 0,0 1 1,1 0-1,-1-1 0,0 1 0,0-1 0,0 1 1,1-3-1,2-3 145,-4 6-130,1 1 1,0-1-1,-1 0 1,0 0-1,1 0 0,-1 0 1,1 1-1,-1-1 1,0 0-1,1 0 0,-1 0 1,0 0-1,0 0 1,0-1-1,0 0 49,0 1 0,1 0 0,-1-1 1,0 1-1,1 0 0,-1-1 0,1 1 0,-1 0 0,1-1 0,1-1 1,-2 2 22,1 0 0,0-1 0,-1 1 0,1 0 0,-1 0 0,1-1 0,-1 1 0,0 0 0,1-1 0,-1-1 1,0 2-52,-1 0 0,1 1 0,-1-1 0,1 0 0,-1 1 1,1-1-1,-1 1 0,0-1 0,1 1 0,-1-1 1,0 1-1,-1-1 0,2 1 22,-3-3-5,1 1 0,-1 0 0,0 0 1,0 0-1,0 0 0,0 0 0,-1 1 1,1-1-1,0 1 0,-1 0 0,1 0 1,0 0-1,-1 0 0,1 1 0,-1 0 0,0-1 1,1 1-1,-1 0 0,1 1 0,-6 0 1,-2 1-35,0 0 0,-1 0 1,1 1-1,0 0 0,-15 8 0,-49 29 139,66-35-168,-1 1 1,1 0-1,-13 12 0,5-4-1,5-4-13,-17 20 1,-6 5 32,34-34-40,0 0 0,-1 1 0,1-1 0,0 1-1,0-1 1,0 1 0,0-1 0,0 1 0,0 0 0,1 0 0,-1-1-1,0 1 1,0 4 0,1-4-1,-1 0 0,0 0 0,1 1 1,-1-1-1,0 0 0,0 0 0,0 0 0,-2 3 0,1-3 1,0 1-1,1 0 0,0-1 1,-1 1-1,1 0 1,0 0-1,1 0 1,-1 0-1,0 0 1,1 0-1,0 0 0,0 0 1,0 1-1,0-1 1,0 3-1,1 5 18,-1-10-18,0 0 0,0 0 0,0 0 0,0 0 0,1 0 0,-1 0 0,0 0 0,1 0-1,-1 0 1,1 0 0,-1 0 0,1 0 0,-1 0 0,1-1 0,0 1 0,-1 0 0,1 0 0,0-1 0,0 1 0,1 0 0,0 1 2,0-1 0,1 0 1,-1 1-1,1-1 1,0 0-1,-1-1 0,4 2 1,5 0-7,-1-1 0,1 0 0,0 0 0,-1-1 0,1-1 0,-1 1 0,1-2 0,-1 0 0,1 0 0,15-6 0,-8 1-13,-2 0 1,1-1 0,-1-1-1,0-1 1,20-17-1,-22 16 20,-2 2 2,0 0 0,0-1 0,15-18 0,-11 9 9,-10 13 0,-1-1 0,0 0 1,5-8-1,-9 14-7,-1 0 0,1 0 0,-1 0 1,0 0-1,1-1 0,-1 1 0,0 0 0,0 0 1,0 0-1,0 0 0,0-2 0,0 3-4,0 0 0,0 0 1,0-1-1,0 1 0,0 0 0,0 0 0,0-1 0,0 1 1,0 0-1,0 0 0,0-1 0,0 1 0,0 0 0,0 0 1,0-1-1,0 1 0,1 0 0,-1 0 0,0-1 0,0 1 1,0 0-1,0 0 0,0 0 0,1-1 0,-1 1 0,0 0 1,0 0-1,0 0 0,1 0 0,-1-1 0,0 1 0,0 0 1,0 0-1,1 0 0,-1 0 0,0 0 0,0 0 0,1 0 0,-1 0 1,0 0-1,0 0 0,1 0 0,-1 0 0,0 0 0,1 0 1,-1 0-1,0 0 0,0 0 0,1 0 0,-1 0 0,0 0 1,2 0 265,-4 6-234,-6 1-36,7 8 12,1-14-10,0 1 1,-1 0-1,1-1 1,0 1-1,-1 0 1,1-1-1,-1 1 1,0 0-1,-1 2 1,1-3-2,0 0 0,1 0 1,-1 0-1,1 0 0,-1 0 0,1 0 0,-1 0 1,1 0-1,0 0 0,0 0 0,-1 0 1,1 0-1,0 0 0,0 0 0,0 1 1,0-1-1,0 0 0,0 0 0,1 0 0,-1 0 1,0 0-1,1 0 0,-1 0 0,1 1 1,3 5-3,-4-6 1,1 0-1,0 1 1,-1-1 0,1 0-1,-1 1 1,1-1-1,-1 0 1,1 1 0,-1-1-1,0 1 1,0-1 0,0 1-1,0-1 1,0 2 0,0-2-1,0-1 1,0 1 0,0-1 0,0 1 0,1-1 0,-1 1 0,0-1 0,0 1-1,0-1 1,0 1 0,1-1 0,-1 1 0,0-1 0,1 1 0,-1-1-1,0 0 1,1 1 0,-1-1 0,1 1 0,3 4-3,-1 0-1,-3-4-2,1 0 1,-1 0 0,1 0-1,-1 0 1,1-1-1,-1 1 1,1 0-1,0 0 1,0 0 0,-1-1-1,1 1 1,0 0-1,0-1 1,0 1-1,0-1 1,0 1 0,-1-1-1,1 1 1,0-1-1,0 1 1,0-1-1,0 0 1,1 0 0,0 1-1,22 10-240,-15-10 108,-1 0 0,1-1-1,0 0 1,-1-1 0,1 0 0,0 0 0,-1-1-1,1 0 1,-1 0 0,0-1 0,0 0-1,0-1 1,0 0 0,13-8 0,12-11-187,-26 19 288,0-1 0,0 1 1,7-8-1,-8 6 16,8-7-11,-1 0-1,20-25 0,-6 1 11,23-34 16,28-54 81,-44 68 183,28-63 0,-29 52 266,-30 59-390,1 1-1,-1 0 1,-1-1 0,3-16 0,-3 17 16,-1 0 1,1 0 0,1 1 0,4-13 0,-6 19-115,0-1 0,-1 1 0,0 0 0,1 0 0,-1-1 0,0 1 0,0 0 0,1-1 1,-1 1-1,0 0 0,0-1 0,0 1 0,-1-2 0,1 2-30,0 1 0,0 0 1,0 0-1,0 0 0,0-1 0,0 1 0,0 0 0,0 0 0,0-1 1,0 1-1,-1 0 0,1 0 0,0 0 0,0 0 0,0-1 1,0 1-1,0 0 0,0 0 0,-1 0 0,1 0 0,0-1 0,0 1 1,0 0-1,0 0 0,-1 0 0,1 0 0,0 0 0,0 0 0,0 0 1,-1 0-1,1-1 0,0 1 0,0 0 0,-1 0 0,1 0 0,0 0 1,0 0-1,0 0 0,-1 0 0,1 0 0,0 0 0,0 0 1,0 1-1,-1-1 0,1 0 0,0 0 0,0 0 0,0 0 0,-1 0 1,1 0-1,0 0 0,0 0 0,0 1 0,-1-1 0,1 0 0,0 0 1,0 0-1,0 0 0,0 1 0,0-1 0,0 0 0,-1 0 0,1 0 1,0 1-1,0-1 0,-8 10 29,0 1 0,1 0 1,1 0-1,-11 22 0,10-18-10,-1 1 0,-11 16 0,8-13 1,-28 37 63,24-37-39,-16 28 1,9-11-9,-1 4-2,6-12-20,14-25-19,1 1 1,0-1-1,-1 1 0,1-1 0,1 1 0,-1 0 0,-1 6 1,-15 25 8,16-29-14,0-1 0,0 0 0,0 0 0,0 0 0,-1-1 1,1 1-1,-7 7 0,7-9-42,0 0-1,1 1 1,-1-1-1,1 0 1,0 0-1,0 1 1,1-1-1,-1 1 1,0-1-1,1 1 1,0-1 0,0 1-1,1 5 1,-1-1-178,0-8 185,0 1-1,0 0 1,0-1 0,0 1 0,0-1 0,0 1-1,0-1 1,0 1 0,0-1 0,1 1 0,-1-1-1,0 1 1,0-1 0,1 1 0,-1-1-1,0 1 1,1-1 0,-1 1 0,0-1 0,1 0-1,0 1 1,3 4-394,-1 0 29,-3-3 241,1-1 0,-1 0-1,1 1 1,0-1 0,0 0 0,0 0-1,0 1 1,0-1 0,0 0 0,0 0-1,0 0 1,1 0 0,-1 0 0,0 0 0,0-1-1,1 1 1,-1 0 0,1-1 0,1 1-1,5 2-557,0-1 0,0 0 0,1 0 0,-1-1 0,1 0 0,-1-1 0,1 1 0,-1-2-1,13-1 1,3-2-922,0 0-1,27-10 1,-4-5-335,-34 13 1682,1 1 0,20-6 1,-14 8 717,-13 2-67,0 0 0,0-1 1,0 0-1,0 0 1,0 0-1,10-6 0,5-13 1638,-21 20-1851,0 0-1,0 0 1,0 0-1,0 0 1,0 0-1,0-1 1,0 1-1,0 0 1,-1-1 0,1 1-1,-1 0 1,1-1-1,-1 1 1,1-1-1,-1 1 1,0 0-1,0-1 1,0-2-1,0-33 2905,-1 20-1479,1 16-1500,0 0 0,0 0 0,0 1-1,0-1 1,0 0 0,0 0 0,0 0-1,-1 1 1,1-1 0,0 0 0,-1 0-1,1 1 1,0-1 0,-1 0 0,1 0-1,-1 1 1,1-1 0,-2 0 0,2 0-11,-1 1 1,1-1 0,-1 0-1,1 1 1,0-1-1,-1 1 1,1-1-1,0 0 1,-1 1 0,1-1-1,0 0 1,0 1-1,-1-1 1,1 0-1,0 1 1,0-1 0,0 0-1,0-1 1,0 1 24,0-1 1,-1 1 0,1 0 0,-1-1-1,1 1 1,-1 0 0,1 0 0,-1-1-1,0 1 1,1 0 0,-1 0-1,0 0 1,0 0 0,0 0 0,0 0-1,0 0 1,0 0 0,0 0-1,-1 0 1,1 0 0,0 1 0,-2-2-1,-8-6 301,10 7-356,1 1 0,-1-1 1,0 0-1,0 1 0,1-1 0,-1 1 0,0-1 0,0 1 0,0-1 0,0 1 0,0 0 0,1-1 0,-1 1 1,0 0-1,0 0 0,0 0 0,0 0 0,0 0 0,0 0 0,0 0 0,0 0 0,0 0 0,0 0 0,0 0 1,0 1-1,0-1 0,-1 1 0,-26 14 238,23-12-233,-8 5-11,-1 2-1,1 0 0,1 0 0,0 1 1,0 1-1,-18 23 0,8-5-31,16-23 18,0 0 1,1 0-1,0 1 1,0 0-1,1 0 1,0 0 0,-5 13-1,8-16 2,-2 5 3,0 0 0,1 1 0,1 0-1,-1 18 1,1-24-10,1-2-1,0-1-1,0 0 0,0 0 1,0 1-1,0-1 0,0 0 0,1 0 1,-1 0-1,1 1 0,-1-1 1,1 0-1,0 0 0,0 0 1,0 0-1,0 0 0,0 0 0,3 2 1,2 3-1,-4-5 0,1 1 0,-1-1 0,1 0 0,-1 1 0,1-1 0,-1 0 0,1-1 0,0 1 0,0 0-1,0-1 1,0 0 0,0 1 0,1-1 0,-1-1 0,0 1 0,0 0 0,1-1 0,5 1 0,44-9-25,-49 7 18,1-1-1,-1 1 1,0-1 0,-1 1-1,1-1 1,0-1 0,4-1-1,11-8-41,-9 8 30,-1-1 0,0 0 0,0-1 0,0 0 0,9-9 0,61-73-21,-70 72 76,-8 14-23,0-1 0,0 1 0,1 0 0,-1 0 0,0 0 0,1 0 0,2-3 0,-3 4 65,1-1 0,-1 1-1,0-1 1,0 1-1,0-1 1,0 0-1,-1 0 1,1 0-1,0 1 1,-1-1 0,1 0-1,-1 0 1,0 0-1,1 0 1,-1 0-1,0 0 1,0 0 0,-1-3-1,1 2 218,-5 7-99,5-4-191,0 0 0,-1 0 0,1 0-1,0 0 1,0 0 0,-1 0 0,1 0 0,0 0-1,0 0 1,-1 0 0,1 0 0,0 0 0,0 0-1,0 1 1,-1-1 0,1 0 0,0 0 0,0 0-1,0 0 1,-1 1 0,1-1 0,0 0 0,0 0-1,0 0 1,0 1 0,0-1 0,-1 0 0,1 0-1,0 1 1,0-1 0,0 0 0,0 1 1,0-1 1,0 1 0,0 0-1,-1-1 1,1 1-1,0-1 1,0 1-1,0-1 1,-1 1-1,1-1 1,0 0-1,-1 1 1,1-1-1,0 1 1,-1-1-1,0 1 1,-3 4 4,-5 17 8,8-18-17,0 0-1,-1 0 0,0 0 0,1 0 1,-2 0-1,-2 4 0,-2 1 3,1 1-1,0 0 1,-8 19 0,-8 15 24,21-42-26,-1 0-1,1 0 1,0 0 0,0 0-1,0 0 1,0 1 0,1-1-1,-1 0 1,0 0 0,1 1-1,0-1 1,-1 1 0,1 2-1,0-3 1,0 0 0,0 0-1,-1 0 1,1 0 0,-1-1-1,0 1 1,1 0 0,-3 3-1,3-4 1,-1 0-1,1 0 0,-1 0 1,1 0-1,-1 0 0,1 0 0,0 0 1,-1 0-1,1 0 0,0 0 0,0 1 1,0-1-1,0 0 0,0 0 0,0 0 1,0 0-1,0 0 0,1 2 1,3 4-2,-4-7 1,1 1 0,0 0 0,-1 0-1,1 0 1,-1-1 0,0 1 0,1 0 0,-1 0 0,0 0 0,1 0 0,-1 0-1,0 0 1,0 0 0,0 0 0,0 1 0,1 0-7,-1 0-1,0-1 1,1 1 0,0 0 0,-1-1 0,1 1-1,0-1 1,0 1 0,0-1 0,0 1-1,0-1 1,0 0 0,0 1 0,1-1-1,-1 0 1,0 0 0,1 0 0,-1 0 0,1 0-1,-1 0 1,1-1 0,-1 1 0,1 0-1,1 0 1,1 0-106,-1 1-1,1-1 1,0 0 0,0 0-1,-1-1 1,1 1 0,0-1-1,0 1 1,0-1 0,4-1-1,21-4-1968,27-7-1704,-51 10 3171,1 1 0,-1-1 0,0-1 0,0 1 0,0-1 0,0 1 0,6-6 0,22-21-5089,-20 10 2730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6:55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77 207 376,'-6'0'1126,"0"0"0,-1-1 0,1 0 0,0 0-1,-7-2 1,-2 2 1010,3 1-474,12 0-1601,-1 0 0,1 0 0,0 0 0,0 0 0,-1-1 0,1 1-1,0 0 1,0 0 0,0 0 0,-1 0 0,1 0 0,0 0 0,0 0 0,-1-1 0,1 1-1,0 0 1,0 0 0,0 0 0,0 0 0,-1-1 0,1 1 0,0 0 0,0 0 0,0 0-1,0-1 1,0 1 0,0 0 0,0 0 0,0-1 0,-1 1 0,1 0 0,0-1 0,11-1 1860,15-4-1493,0 1 0,0 1 0,46-1 0,9-1-391,192-16-89,-109 8 25,-108 8 28,187-36-610,-113 16-2266,-114 23 1464,-1 0 1,1-1 0,-1-1 0,0-1 0,0 0 0,25-14 0,-27 12-1362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16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76 2476,'-1'-1'2023,"0"1"-1973,1-1 61,-1 1 1,1 0 0,-1-1 0,1 1 0,-1 0 0,1-1 0,-1 1-1,1-1 1,-1 1 0,1-1 0,-1 1 0,1-1 0,0 1-1,-1-1 1,1 1 0,0-1 0,-1 0 0,1 1 0,0-1-1,-1-2 1525,1-5 2304,1 4-3371,-2-7 3743,0 11-4270,1-1-1,0 1 1,0 0 0,0-1 0,-1 1 0,1 0 0,0 0 0,0-1 0,-1 1-1,1 0 1,0 0 0,0 0 0,-1 0 0,1-1 0,0 1 0,-1 0 0,1 0 0,0 0-1,-1 0 1,1 0 0,0 0 0,-1 0 0,1 0 0,0 0 0,-1 0 0,1 0-1,-1 0 1,0 0 455,1-3 19,0 0 0,0 0 0,0 0 1,0 0-1,0 0 0,-1 0 0,0-4 0,-7 7-401,7 0 953,1 0-1035,0 0 0,0 0 0,0-1 0,0 1 0,0 0 0,0 0 0,0 0 0,0-1 0,0 1 0,0 0-1,0 0 1,0-1 0,0 1 0,0 0 0,0 0 0,0-1 0,0 1 0,0 0 0,0 0 0,0 0 0,-1-1 0,1 1 0,0 0 0,0 0 0,0 0 0,0-1 0,0 1 0,-1 0 0,1 0 0,0 0 0,0-1 0,-1 1-27,1 0 1,0 0-1,0 0 0,-1 0 1,1 0-1,0 0 1,-1 0-1,1 0 0,0 0 1,-1 0-1,1 0 1,0 0-1,-1 0 1,1 0-1,0 1 0,0-1 1,-1 0-1,1 0 1,0 0-1,0 0 1,-1 0-1,1 1 0,0-1 1,0 0-1,-1 0 1,1 1-1,0-1 1,0 0-1,0 0 0,-1 1 1,1-1-1,0 0 1,0 0-1,0 1 1,0-1-1,0 0 0,0 1 1,0-1-1,0 1 434,0 0-437,0-1 0,0 0 0,0 0 0,0 0 0,0 0 0,0 1 0,0-1 0,0 0 0,0 0 0,0 0 0,0 1-1,0-1 1,0 0 0,0 0 0,0 0 0,0 0 0,0 1 0,0-1 0,0 0 0,0 0 0,-1 0 0,1 0 0,0 1 0,0-1-1,0 0 1,0 0 0,0 0 0,0 0 0,0 0 0,-1 1 0,1-1 0,0 0 0,0 0 0,-2 0 9,-1 1-8,8-1 68,-3 0-34,-13 1-59,10 4 14,0-9-10,1 4 17,0 0-1,1-1 0,-1 1 0,0-1 1,0 1-1,0 0 0,0-1 1,0 1-1,0-1 0,1 1 0,-1 0 1,0-1-1,0 1 0,1 0 0,-1-1 1,0 1-1,1 0 0,-1 0 0,0-1 1,0 1-1,1 0 0,-1 0 1,1-1-1,-1 1 0,0 0 0,1 0 1,-1 0-1,1 0 0,-1 0 0,0-1 1,1 1-1,-1 0 0,1 0 0,0 0 1,1 0-5,-2 1 6,0 0 0,0-1 0,0 1 0,0 0 0,0 0-1,0-1 1,0 1 0,0 0 0,0 0 0,0-1 0,-1 1 0,1 0 0,0-1 0,0 1 0,-1 0-1,1 0 1,0-1 0,-1 0 0,1 0 0,0 0 0,0 1 0,-1-1 0,1 0 0,0 0 0,0 0 0,0 0 0,-1 0 0,1 0 0,0 0 0,0 0 0,-1 0 0,1 0 0,0 0 0,0 0-1,-1 0 1,1 0 0,0 0 0,0 0 0,-1 0 0,1 0 0,0 0 0,0 0 0,0 0 0,-1 0 0,1-1 0,0 1 0,0 0 0,0 0 0,-1 0 0,1 0 0,0-1 0,0 1 0,0 0 0,0 0-1,-1 0 1,1-1 0,0 1 0,0 0 0,0 0 0,0 0 0,0-1 0,0 1 0,0 0 0,0 0 0,0-1 0,0 1 0,0 0 0,0-1 0,7 0 35,-7 2-37,0-1 0,0 0 1,0 0-1,0 0 1,0 0-1,0 0 1,0 0-1,0 0 1,-1 0-1,1 0 1,0 0-1,0 0 0,0 0 1,0 1-1,0-1 1,0 0-1,0 0 1,0 0-1,0 0 1,0 0-1,0 0 0,0 0 1,0 1-1,0-1 1,0 0-1,0 0 1,0 0-1,0 0 1,0 0-1,0 0 0,0 1 1,0-1-1,0 0 1,0 0-1,0 0 1,0 0-1,0 0 1,0 0-1,0 0 0,0 1 1,0-1-1,0 0 1,0 0-1,0 0 1,0 0-1,0 0 1,0 0-1,1 0 1,-1 0-1,0 0 0,0 1 1,0-1-1,0 0 1,0 0-1,0 0 1,0 0-1,1 0 1,-1 0-1,0 0 0,0 0 1,0 0-1,0 0 1,0 0-1,0 0 1,1 0-1,-4 1 0,2 0 7,-1 0 0,1 0 0,0 0 0,-1 0-1,1 0 1,0 0 0,0 0 0,-1 0 0,1 1 0,0-1 0,-1 2 0,-10 31 93,3-13-17,-6 28 0,-7 16 60,-20 46 66,32-81-168,-24 71 129,14-39-68,19-60-99,0 0 1,1 1-1,-1-1 1,1 1-1,0-1 1,-1 1-1,1 0 1,0-1-1,1 4 1,0 12 15,-9-17 25,8-1-42,0 0 0,0 0 0,0 0 1,0 0-1,1 0 0,-1 0 0,0 0 0,0 0 0,0 0 0,0 0 0,0 0 0,0-1 0,0 1 0,0 0 0,0 0 0,0 0 0,0 0 0,1 0 0,-1 0 0,0 0 0,0 0 0,0-1 0,0 1 0,0 0 0,0 0 0,0 0 0,0 0 0,0 0 0,0 0 0,0-1 0,0 1 0,0 0 0,0 0 0,0 0 0,0 0 1,0 0-1,0 0 0,0-1 0,-1 1 0,1 0 0,0 0 0,0 0 0,0 0 0,0 0 0,0 0 0,0 0 0,0 0 0,0 0 0,0-1 0,0 1 0,-1 0 0,1 0 0,0 0 0,0 0 0,0 0 0,0 0 0,0 0 0,0 0 0,0 0 0,-1 0 0,1 0 0,0 0 0,0 0 0,0 0 0,0 0 1,0 0-2,0 0 0,1 0 1,-1 0-1,0 0 1,0 0-1,1 0 1,-1 0-1,0 0 1,1 0-1,-1 0 1,0 0-1,1 0 1,-1 0-1,0 0 1,1 0-1,-1 0 0,0 0 1,0 0-1,1-1 1,-1 1-1,0 0 1,0 0-1,1 0 1,-1-1-1,0 1 1,0 0-1,1 0 1,-1 0-1,0-1 1,0 1-1,0 0 0,0-1 1,1 1-1,-1 0 1,0 0-1,0-1 1,0 1-1,0 0 1,0-1-1,0 1 1,0 0-1,0-1 1,0 1-1,0 0 1,0 0-1,0-1 0,0 1 1,0 0-1,0-1 1,0-4-3,0 5-4,0 0-1,0-1 1,-1 1 0,1 0 0,0 0-1,0-1 1,0 1 0,0 0 0,0 0-1,0-1 1,0 1 0,0 0 0,0 0-1,1-1 1,-1 1 0,0 0 0,0 0-1,0-1 1,0 1 0,0 0 0,0 0-1,0-1 1,1 1 0,-1 0 0,0 0-1,0 0 1,0-1 0,0 1 0,1 0-1,-1 0 1,0 0 0,0 0 0,1 0-1,-1-1 1,0 1 0,0 0 0,1 0-1,-1 0 1,0 0 0,0 0 0,1 0-1,-1 0 1,0 0 0,0 0 0,1 0-1,-1 0 1,0 0 0,0 0 0,1 0-1,1 0-20,-2 0-95,1-1 0,-1 1 0,0-1-1,0 1 1,0-1 0,1 1 0,-1-1 0,0 1 0,0-1 0,0 0 0,0 1 0,0-1 0,0 1 0,0-1 0,0 1-1,0-1 1,0 1 0,0-1 0,0 0 0,0 1 0,0-1 0,-1 1 0,1-1 0,0 1 0,0-1 0,-1 0 0,0 0-142,0 0 1,0 0 0,0-1 0,0 1 0,0 0 0,0-1 0,0 1 0,0 0 0,1-1 0,-1 0 0,0-1 0,-6-12-2822,6 14 2779,1-1-1,-1 1 0,1-1 0,0 0 0,-1 1 1,1-1-1,0 1 0,0-1 0,0 1 1,1-1-1,-1 1 0,0-1 0,0 0 0,1 1 1,-1-1-1,1 1 0,-1-1 0,1 1 1,0 0-1,1-2 0,1-5-962,1-9-1115,5-13-1339,2 8 627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17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747 484 980,'-1'-4'469,"1"0"1,0 0-1,-1-1 0,0 1 0,0 0 0,0 0 1,0 0-1,-3-4 0,3-1 78,-1-4 428,0 10-766,1 0-1,0 0 0,-1 0 0,1-1 1,1 1-1,-1 0 0,0-1 1,1 1-1,0-7 0,-1 7 56,0 0 0,0 0 0,1 0 0,-2 0 0,1 0 0,0 0-1,-1 0 1,1 0 0,-1 1 0,0-1 0,0 1 0,-3-4 0,-6-9 802,8 9-447,0 1 1,-1-1-1,0 1 1,-9-10 0,12 14-513,-1-1-1,0 0 1,0 0 0,0 1-1,-1-1 1,1 1 0,0 0 0,0 0-1,-1 0 1,1 0 0,-1 0-1,1 0 1,-1 0 0,1 1 0,-5-1-1,-7 0 461,12 0-490,0 1 0,0 0 1,0 0-1,-1 0 0,1 0 0,0 0 0,0 0 1,-2 1-1,-15 1 304,14-1-276,-1-1 0,1 1 0,0 0 0,-6 2 0,-8 5 130,8-5-128,1 1 0,0 1 0,1-1 0,-1 2 0,1-1 0,0 1 0,0 1 0,-9 8 0,-5 8 57,11-13-71,1 2-1,0 0 1,-9 13-1,8-7-20,1 1-1,0 0 1,1 0-1,-10 29 1,-2 9 49,15-41-82,1 0 0,1 0 0,0 0 0,-3 21-1,5-11 15,-7 36 61,5-31-29,1 1 0,1 0 0,1-1 0,4 37-1,-1-7 59,0-45-93,0 0 0,1-1 1,8 31-1,19 43 184,-28-87-228,5 13 56,0 0-1,1-1 1,0 0-1,13 18 1,-12-21-7,1 0 0,1 0 1,0-1-1,0 0 1,1-1-1,0 0 1,0 0-1,1-1 1,25 12-1,-26-15 8,-1 0 0,1-2 0,0 1 0,0-1 0,1-1 0,-1 0-1,0 0 1,1-1 0,-1 0 0,1-1 0,0-1 0,19-3 0,2-4-4,0-1 0,0-2 0,-1-1 1,-1-2-1,0-1 0,41-27 0,-43 22 26,0-2 0,30-32 0,-22 21 47,-11 10 53,0-1 0,-2-2 0,-1 0 0,-1-1 0,20-34 0,-15 21 108,-18 26-111,0 0 1,14-28 0,-2 2 95,-14 28-160,-1-1 1,1 1-1,5-20 1,-6 3 165,6-47 1,-10 57-201,0-10 74,-2-38 0,0 26-26,-2 9-44,-1 0 1,-2 1-1,-11-43 1,9 45-2,0 6 51,-1 0 0,-1 1 0,-1 1 0,-1-1 0,-21-30 0,23 39-93,-1 1 0,0 0 0,0 1 0,-2 0-1,1 1 1,-1 0 0,-1 0 0,1 1 0,-2 1 0,1 0 0,-1 1-1,0 1 1,-19-6 0,-2 1-44,0 2-1,-1 1 1,-1 2-1,-51-3 1,59 8 1,-1 0 1,1 2 0,-1 1-1,-49 11 1,51-7-17,13-3-16,0 1 0,0 0-1,1 1 1,-1 0 0,-17 10 0,-9 6-162,21-12-36,1 1 0,0 1 0,0 1 1,1 1-1,-18 15 0,4 5-701,2 0 0,2 2-1,1 1 1,1 2 0,-33 65 0,43-69-1390,1 1 0,2 1 0,-18 75 0,28-98 877,1 1-1,0 0 1,0 0 0,2 1 0,0 17 0,9 10-3088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0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365 604 892,'0'0'194,"0"-1"-1,0 0 1,0 1 0,-1-1-1,1 1 1,0-1-1,0 1 1,0-1 0,-1 0-1,1 1 1,0-1 0,-1 1-1,1-1 1,0 1-1,-1 0 1,1-1 0,0 1-1,-1-1 1,1 1 0,-1 0-1,1-1 1,-1 1-1,1 0 1,-1-1 0,-1 0 338,2 1-269,0 0 0,0-1 0,-1 1 0,1 0 0,0-1 0,0 1 0,-1 0 0,1-1 0,0 1 0,0-1 0,0 1-1,0 0 1,0-1 0,0 1 0,0-1 0,0 1 0,0-1 0,0 1 0,0 0 0,0-1 0,0 1 0,0-1 0,0 1-1,0 0 1,0-1 0,0 1 0,1-1 0,-1 1 0,0 0 0,0-1 0,0 1 0,1 0 0,-1-1 0,0 1 262,1-1-262,-1 1 0,0 0 0,1 0 0,-1-1 0,1 1 0,2 0 1117,-4-2-1596,-5-8 2654,6 9-2273,-2 1-23,2 0-136,-1 0-1,1 0 1,0 0-1,0 0 1,-1 0 0,1 0-1,0 0 1,-1 0-1,1 0 1,0 0-1,-1 0 1,1 0-1,0 0 1,-1 0-1,1 0 1,0 0-1,0 0 1,-1-1 0,1 1-1,0 0 1,0 0-1,-1 0 1,1 0-1,0-1 1,0 1-1,-1 0 1,1 0-1,0-1 1,0 1-1,0 0 1,0 0 0,-1-1-1,1 1 1,0 0-1,0-1 1,0 1-1,0 0 1,0-1-1,0 0 85,0-20 179,0 20-268,0 0 1,0 0-1,0-1 1,0 1-1,1 0 1,-1 0-1,1 0 1,-1-1-1,0 1 1,1 0-1,0 0 1,0-2-1,0 2 2,0 0 0,-1 0 0,1 0 0,-1 0 1,1 0-1,-1-1 0,1 1 0,-1 0 0,0 0 0,1 0 0,-1-1 0,0-1 0,0 2-2,0 1-1,0-1 1,0 0-1,0 0 1,1 0-1,-1 1 0,0-1 1,0 0-1,1 0 1,-1 1-1,0-1 1,1 0-1,-1 1 1,1-1-1,0 0 1,0 0-2,-1 0 1,1 1 0,-1-1 0,1 0 0,-1 0 0,1 0 0,-1 0 0,0 1-1,1-1 1,-1 0 0,0 0 0,0 0 0,1 0 0,-1 0 0,0-1 0,0 1-1,0 0 0,0 0 0,1 0 0,-1 0 0,0 0 0,1 0 0,-1 0 0,1 0 0,-1 0 0,1 0 0,-1 0 0,1 0 0,0 0 0,-1 1 0,2-2 0,3-3-10,4-2 0,-9 7 11,1 0-1,0-1 0,-1 1 1,1 0-1,-1-1 0,1 1 0,0-1 1,-1 1-1,1 0 0,-1-1 0,1 1 0,-1-1 1,1 1-1,-1-1 0,0 0 0,1 1 1,-1-1-1,1 0 0,-1 1 0,0-1 1,0 0-1,1 0 0,-1 0 0,1 0 0,-1 1 0,1-1 0,-1 0 1,1 1-1,-1-1 0,1 1 0,-1-1 0,1 1 0,0-1 0,-1 1 0,3-1 0,-3 1 0,2-3-1,0 1 1,1 0-1,-1 0 0,1 0 0,-1 0 0,5-2 0,-2 1 5,4 1 3,7-3-6,-4 0-4,-9 3 4,-1 2-3,-1 0 0,1 0 1,0 0-1,-1 0 1,1 0-1,0 0 0,-1 0 1,1 0-1,0 1 1,-1-1-1,1 1 0,-1-1 1,1 1-1,0 0 1,-1 0-1,0-1 0,1 1 1,-1 0-1,1 0 1,-1 0-1,2 3 0,7 3 1,12 7-35,-2 0 72,-18-9-38,-2-2 6,0-1-1,0 0 1,0 1 0,-1-1-1,1 1 1,0-1 0,-1 1-1,0-1 1,0 0 0,1 1-1,-1-1 1,0 0 0,-2 3-1,2-4 0,1 0-1,-1 1 1,1-1-1,0 1 1,-1 0 0,1-1-1,0 1 1,0-1-1,0 1 1,0 0 0,0 1-1,1-1 1,-1 0 1,0 1-1,0-1 0,0 0 0,-1 0 0,1 0 0,-1 4 0,-5 9 27,3-7-16,0 0-1,0 0 0,-1 0 0,-8 13 0,9-17-10,1-1 0,0 1-1,0 0 1,0 0 0,-2 5-1,-5 13-6,4-14 49,0 1-1,0 0 1,-1-1 0,0 0-1,-9 9 1,13-15-36,0 0 0,1-1 1,0 1-1,-1 0 0,1 0 0,0 0 0,-2 4 0,-6 11 30,-8 3 36,4-4 21,-12 17 0,-30 34 166,34-40-169,0 1-25,19-25-60,1 0 1,-1-1 0,0 1-1,0 0 1,0-1 0,0 1-1,-1-1 1,-3 4-1,3 0 6,4-11-4,8 4 15,-5-10 10,8 5-32,-8 5-4,-1-1 1,1 1-1,-1-1 1,1 0-1,-1 0 1,6-5-1,7-7-9,1 2 1,1 0-1,-1 1 0,2 0 0,0 2 1,27-10-1,-32 14 23,1 0 0,20-2 0,-22 4 7,-12 3-17,0 0 1,0 0-1,0 0 0,0 0 1,0 0-1,0 0 0,0 0 1,0 0-1,0 0 0,1 0 1,-1 0-1,0 1 0,0-1 1,1 1-1,6 2 12,4-2-4,-11-2-8,1 1-1,0 0 0,0 0 0,-1 0 0,1 0 0,0 1 0,-1-1 0,1 0 1,0 1-1,-1-1 0,1 1 0,0 0 0,-1-1 0,1 1 0,2 2 0,21 17-29,-16-13 24,4 6 13,-4-12-4,-6-1-4,-2 0 0,-1 0-1,0 0 1,0 0-1,1 0 1,-1 0-1,0 0 0,0 0 1,1 0-1,-1 0 1,0 0-1,1 0 1,-1 0-1,0 0 0,0 0 1,1 0-1,-1 0 1,0 0-1,0 0 1,1 0-1,-1 0 0,0 1 1,0-1-1,1 0 1,-1 0-1,0 0 1,0 0-1,0 1 0,0-1 1,1 0-1,-1 0 1,0 1-1,0-1 0,0 0 1,0 0-1,0 1 1,1-1-1,-1 0 1,0 0-1,0 1 0,0-1 1,0 0-1,0 0 1,0 1-1,0-1 1,0 0-1,0 0 0,0 1 1,0-1-1,0 0 1,-1 1-1,1-1 0,1 1 0,-1-1 0,0 0 0,0 1 0,0-1 0,0 0 0,0 0 0,0 1 0,0-1 0,1 0 0,-1 0 1,0 1-1,0-1 0,0 0 0,1 0 0,-1 1 0,0-1 0,0 0 0,1 0 0,-1 0 0,0 0 0,0 0 0,1 1 0,-1-1 0,0 0 0,1 0 0,-1 0 0,0 0 0,0 0 0,1 0 0,-1 0 0,0 0 0,1 0 0,-1 0 0,0 0 0,1 0 0,-1 0 0,1 0 0,0 0-14,-1 0 7,0-1 1,0 1-1,0 0 1,0 0-1,0-1 0,0 1 1,0 0-1,0 0 1,0 0-1,0-1 1,0 1-1,0 0 0,0 0 1,0-1-1,0 1 1,0 0-1,0 0 1,0-1-1,0 1 1,0 0-1,1 0 0,-1 0 1,0-1-1,0 1 1,0 0-1,0 0 1,0 0-1,1 0 0,-1-1 1,0 1-1,0 0 1,1 0-10,0 0 0,-1 0 0,1 0 0,0-1 1,-1 1-1,1 0 0,0 0 0,-1-1 0,1 1 0,0 0 1,-1-1-1,1 1 0,-1-1 0,1 1 0,0 0 0,-1-1 0,1 0 1,-1 1-1,0-1 0,1 0 0,9-17-373,-2 2 29,-4 9 192,-1 0 0,0 1 0,-1-1-1,0 0 1,3-14 0,-3 10-122,1 1 1,6-17-1,-3 12 36,-1 1 0,-1-1 0,5-28 0,-7 33 118,1 0 0,7-18 0,-6 18 48,0 1 1,2-15-1,16-80-102,-20 95 237,-1-1 0,0 0 0,0-16-1,-2 21 16,1-1 0,0 1 0,-1 0 0,0 0 0,0 0 1,-1 1-1,1-1 0,-1 0 0,-3-5 0,-11-19 443,11 19-281,-1 0 1,0 1-1,0-1 0,-12-11 1,4 5-12,10 10-105,-2 0-1,1 0 1,-1 1-1,-12-10 0,8 9 1,4 3-32,0-1 1,1 1-1,-10-9 1,4 1 38,-2 1 0,1 1 1,-1 0-1,-23-12 1,-3-2 170,28 18-224,1 0 0,-1 0-1,-11-2 1,-8-4 34,23 9-75,1 0 0,0 0 0,-9-1-1,-8-3 49,17 5-43,1 0 0,0 0 1,-1 1-1,1-1 0,-1 1 1,1 1-1,-1-1 0,1 1 0,0 0 1,-1 0-1,1 0 0,0 1 1,-6 2-1,4-2 46,3 0-42,1 0 1,0 0-1,0 0 0,0 1 1,0-1-1,0 1 1,0 0-1,0-1 0,-2 5 1,-6 5 55,3-3-4,0 0-1,0 0 1,-10 18 0,-8 9 106,24-34-176,-11 14 93,1 0-1,-14 25 1,2 2 15,11-22-78,2-1 1,1 2-1,-9 23 0,-10 18 25,14 5-11,9-46-18,-4 32-1,6-29-12,2-12-8,1 0 0,0 1-1,2 19 1,0-1 10,0-19-13,4 25 0,-3-24-11,1 24 1,-1-17 4,1 1-1,0 0 1,2-1-1,0 0 1,12 28-1,-8-20 11,2 8 13,-7-22-20,0 1-1,1-1 1,1 0 0,10 17-1,-8-17-3,1-2 0,1 1 0,0-1 1,0-1-1,17 15 0,-23-23-4,1 0 0,0-1 1,0 0-1,0 1 1,0-1-1,0-1 0,1 1 1,0-1-1,-1 0 1,1 0-1,0-1 0,0 0 1,0 0-1,0 0 1,0-1-1,0 1 0,10-2 1,2-2 6,-1-1 0,0 0 1,0-1-1,22-10 0,58-34 32,-93 47-41,20-12 19,35-27 0,-32 21-2,73-57 84,-14 9 138,-38 20 64,16-20 381,-60 64-625,0 0 0,-1 0 1,1-1-1,-1 0 0,0 1 0,2-7 0,15-21 346,-18 30-376,3-4 73,0 0 0,-1 0 0,1 0 0,-1-1 0,-1 1 0,1-1 1,4-14-1,14-91 766,-21 100-805,0-1-1,-1 1 1,0 0-1,-1 0 1,-3-17 0,1 11 58,0-24 1,2 28-43,0 1 0,-1 0 0,-5-22 0,-2-7 118,5 16-79,4 19-87,-1-1 0,0 1 0,0-1 0,-1 1 0,0 0 1,-1 0-1,0 0 0,-6-12 0,-1 3 72,-11-27-1,17 34-76,0 0 0,-1 1-1,1-1 1,-2 1 0,-11-13-1,11 14-10,-34-35 26,34 35-41,0 0 0,-1 1 1,0-1-1,0 1 0,0 1 1,-1-1-1,-13-6 1,15 9-10,0 0 1,-1 1 0,1-1-1,-1 1 1,1 1 0,-1-1-1,0 1 1,0 0 0,1 1 0,-1 0-1,-8 0 1,-10 3-196,1 2 1,-1 0-1,1 2 1,0 1-1,0 0 1,-23 13-1,18-6-556,1 1 1,1 2-1,0 1 0,-29 27 0,37-30 121,-4 4-1155,1 0-1,1 2 1,-28 36-1,10-11-4607,14-18 696,12-8 1238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2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221 241 604,'0'-22'5961,"0"20"-6091,0 1 217,0 1 1,0 0-1,0-1 1,0 1-1,0 0 1,0-1-1,0 1 1,0-1-1,0 1 1,0 0-1,0-1 1,0 1-1,0 0 1,0-1-1,0 1 1,0 0-1,0-1 1,-1 1 0,1 0-1,0-1 1,0 1-1,0 0 1,-1 0-1,1-1 1,0 1-1,0 0 1,-1-1-1,1 1 1,0 0-1,-1 0 1,1 0-1,0-1 1,-1 1-1,1 0 1,0 0-1,-1 0 1,1 0-1,0 0 1,-1 0-1,1 0 1,0 0-1,-1 0 1,1 0-1,0 0 1,-1 0-1,1 0 1,-1 0-1,1 0 1,0 0-1,-1 0 1,1-3 96,0 2 197,0 1-1,0-1 1,0 1-1,0 0 1,0-1-1,0 1 1,0-1-1,0 1 1,0-1-1,0 1 1,0-1 0,0 1-1,-1-4 2664,0 3-2663,-17-5 814,16 6-1059,2-6 422,-1 5-532,1 0 0,0-1 0,0 1 0,0 0 1,-1 0-1,1-1 0,1 1 0,-1 0 0,0 0 1,0 0-1,0-1 0,1 1 0,-1 0 1,1 0-1,0-2 0,-1 3-24,1 0 0,0-1-1,-1 1 1,1-1 0,-1 1 0,1 0-1,0-1 1,-1 1 0,1-1 0,-1 0-1,1 1 1,-1-1 0,0 1 0,1-1 0,-1 0-1,0 1 1,1-1 0,-1 0 0,0 1-1,0-1 1,0 0 0,1 1 0,-1-1 0,0 0-1,0 0 1,0 1 0,0-1 0,0 0-1,0 0 1,-1 1 0,1-2 0,0 1-1,0 0 0,1 0 0,-1 0 0,0 1 0,1-1 1,-1 0-1,0 0 0,1 1 0,-1-1 0,1 0 0,0 1 1,-1-1-1,1 1 0,-1-1 0,1 0 0,1 0 0,-2 1 2,5-6 13,-1 0-1,1 1 1,1-1 0,-1 1 0,1 0 0,7-4 0,-10 7-11,0 0 0,0-1-1,-1 1 1,1-1 0,-1 1 0,4-5-1,-5 5 0,1 0 0,0 0 0,-1 0-1,1 0 1,0 0 0,0 0 0,0 1-1,1-1 1,-1 1 0,5-3 0,17-7-29,-14 5 37,0 1 0,19-6 1,-24 10-10,5-1 2,0 0 0,0 1 0,10-1 1,-19 2-6,1 1 0,0-1 0,-1 0 0,1 1 1,-1-1-1,1 1 0,-1 0 0,1-1 0,-1 1 1,1 0-1,-1 0 0,0 0 0,1 0 0,-1 0 1,0 0-1,1 2 0,8 5 1,-10-8-1,1 1 0,0-1 1,0 1-1,-1-1 0,1 1 1,0 0-1,-1-1 1,1 1-1,-1 0 0,1-1 1,-1 1-1,1 0 0,-1-1 1,1 1-1,-1 0 1,0 0-1,1 0 0,-1 0 1,0-1-1,0 1 1,0 0-1,1 0 0,-1 0 1,0 1-1,0 0 3,0 0 0,0 0 0,0 0-1,1 0 1,-1 0 0,1 0 0,0 0 0,1 3 0,-1-3 1,0 0 0,0-1 1,-1 1-1,1 0 0,-1 0 0,1 0 1,-1 0-1,1 4 0,-1-1 5,0 0 1,0 0-1,0 0 1,-1 1-1,0-1 0,0 0 1,0 0-1,0 0 1,-1 0-1,-2 5 0,-15 29-9,14-26 3,0-1 0,-1 0 0,-1 0-1,-8 10 1,4-8 13,1 0 0,-11 20 0,18-30-14,0 1 0,0-1 0,-1 0 0,1 0 0,-9 7 0,8-8-2,1 0 0,-1 1 0,1-1 0,0 1 0,-5 8 0,-5 9 34,2-22 18,11 1-51,0-1-1,0 1 1,-1 0 0,1-1 0,0 1-1,0-1 1,0 1 0,1-1 0,-1 1 0,0-1-1,0 1 1,0 0 0,0-1 0,0 1 0,0-1-1,1 1 1,-1 0 0,0-1 0,0 1 0,1 0-1,-1-1 1,0 1 0,0 0 0,1-1-1,-1 1 1,0 0 0,1-1 0,-1 1 0,1 0-1,-1 0 1,1-1 0,2 0-3,1-12-217,0 13 219,0-1 1,0 0-1,1 0 1,7-2-1,-8 1 15,1 0 0,0 1 1,0 0-1,0 0 0,6 0 0,-5 1-12,0 0 0,0 1 1,0 0-1,0 0 0,8 2 0,-1-1-8,-12-2-3,1 0 1,0 1-1,0-1 1,0 0-1,-1 1 0,1-1 1,0 1-1,-1 0 1,1 0-1,2 1 1,15 10-6,-17-8 95,-1-2-66,1-1-5,-1-1-10,-1 0 1,1 1-1,-1-1 1,0 0-1,1 0 1,-1 0 0,0 0-1,1 0 1,-1 0-1,0 1 1,0-1-1,1 0 1,-1 0 0,0 0-1,1 1 1,-1-1-1,0 0 1,0 0-1,0 1 1,1-1 0,-1 0-1,0 1 1,0-1-1,0 0 1,1 0-1,-1 1 1,0-1 0,0 1-1,0-1 1,0 0-1,0 1 1,0-1-1,0 0 1,0 1 0,0-1-1,0 0 1,0 1-1,0-1 1,0 0-1,0 1 1,0-1 0,0 0-1,-1 1 1,1-1-1,0 0 1,0 1-1,0-1 1,0 0 0,-1 1-1,1-1 1,-4 4 7,4-3-5,-1-1 0,1 1 0,-1 0 0,1-1 0,-1 1 0,1 0 0,-1 0 0,1-1 0,0 1 0,-1 0 0,1 0 0,0-1 0,0 1 1,0 0-1,-1 0 0,1 0 0,0 0 0,0-1 0,0 1 0,1 1 0,-2-1 5,1 0 1,-1 1-1,1-1 1,-1 0-1,1 0 0,-1 1 1,0-1-1,0 0 1,1 0-1,-1 0 1,0 0-1,0 0 1,0 0-1,-2 1 1,-5 6 54,6-4-22,-1 0 1,1 0-1,-1-1 1,-5 6-1,-7 8 57,13-13-84,0-1 0,0 0 0,0 0 0,-1 0 0,0-1 0,0 1 0,1-1 0,-1 1 0,-6 2 0,-30 16 35,31-18-35,-58 25 46,61-26-56,-1 0 1,1-1-1,-1 1 0,-10 0 1,-12 4-2,15-3-12,1 1 0,-1-2 0,-24 2 0,12 1-30,23-5 25,0 1 1,0 0 0,0-1-1,0 1 1,0-1 0,0 0 0,-1 0-1,1 0 1,0 0 0,0 0 0,0 0-1,0-1 1,-3 0 0,-18-3-439,20 4 257,-1-1 1,0 1 0,1-1-1,-1 0 1,1 0-1,-6-2 1,1 1-1151,5 1 942,1 0-19,2 1 211,-1 0-1,0 0 1,1-1-1,-1 1 0,0 0 1,1-1-1,-1 1 1,0-1-1,1 1 1,-1-1-1,1 1 0,-1-1 1,1 0-1,-1 1 1,1-1-1,-1 0 1,1 1-1,0-1 0,-1 0 1,1 1-1,0-1 1,0 0-1,0 0 0,-1 1 1,1-1-1,0 0 1,0 0-1,0 1 1,0-1-1,0 0 0,0 0 1,0 0-1,1 1 1,-1-1-1,0 0 1,0 0-1,0 1 0,1-1 1,-1 0-1,1 0 1,10-31-4822,-2 17 2202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3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682 241 1784,'-7'-13'1429,"3"4"-630,-1 1 0,0-1 0,0 1 0,-11-13 1,-10-14 1647,21 29-2139,0-1 210,-1-1 1,0 1 0,-1 1 0,1 0 0,-12-9 0,11 10-126,1 1-1,0-1 1,-6-7-1,5 6 27,1 0 0,-1 0 0,-10-6 0,13 9-321,0 0 50,0 0 1,-1 1-1,1-1 1,-1 1-1,0 0 1,0 0-1,0 0 1,0 1-1,0 0 1,-8-1-1,8 2-25,0 0 0,0 1 0,0 0 0,0 0 1,0 0-1,0 1 0,0-1 0,-5 4 0,-35 21 842,30-16-756,9-6-99,0 0 1,1 1 0,-9 9-1,-10 8 150,19-17-211,-1 1 0,1-1 1,0 1-1,1 0 0,-1 1 0,-3 7 1,-9 12 74,-5 7 51,2 1 0,-16 36-1,18-38-68,-5 11 20,-5 36 183,-23 104 0,47-153-242,0-1 0,2 1 0,1 38 0,2-49-39,-1-4 1,2 0 0,0 0 0,5 18-1,2 14 33,-7-24-33,2 1 0,1-1 0,0 0 0,15 36 0,32 43 18,-44-83-31,2-1-1,1 0 0,0 0 0,1-1 0,1-1 0,19 20 0,-26-30-13,1-1-1,-1 1 1,1-1 0,0-1-1,0 1 1,0-1-1,0 0 1,1-1 0,0 0-1,0 0 1,0-1 0,0 0-1,0 0 1,0-1 0,1 0-1,-1 0 1,0-1 0,16-1-1,-3-2 13,0-1-1,-1-2 1,0 0 0,0 0-1,0-2 1,-1-1-1,0 0 1,0-2 0,20-14-1,7-6 25,18-15 54,-59 42-77,25-21 130,32-34-1,-33 28 7,-14 15-6,19-26 1,-1 2 125,-24 31-148,-1 0 0,0-1 1,11-19-1,0 1 155,-16 24-233,0 1 0,0-1 0,0-1-1,-1 1 1,1 0 0,-1-1 0,2-7 0,0-5 103,5-13 81,-5 20-116,0 0-1,-1-1 1,3-14 0,-3 10 9,0-1 41,-2 1 1,0-1-1,-3-28 1,1 6 77,1 26-172,-1 1 0,-3-15 1,2 15-23,0 0 0,0-14 0,1 3 51,-1 1 0,-8-32 0,3 20 9,4 14-48,-2 1-1,0 0 1,-1 1-1,-1-1 1,0 1-1,-1 1 1,-17-26 0,5 5 22,17 30-61,0 1-1,0 0 1,-1-1-1,0 2 1,-6-10-1,-22-13 37,27 22-52,-1 0-1,0 0 0,0 1 0,-13-8 1,11 8-3,1 0-1,-11-10 1,13 10-1,-1-1 0,0 1 0,-11-7 0,-4-2-6,15 9-58,0 0 1,0 1-1,-1 0 0,0 0 0,0 1 0,0 0 0,0 0 0,-1 1 0,1-1 0,-1 2 1,1-1-1,-13 0 0,8 1-224,-1 2 0,0-1 0,1 2 0,-1-1 0,0 2 1,-18 5-1,21-3 31,0-1 0,0 2 0,0-1 1,1 1-1,-14 12 0,7-7-23,-17 13-1106,2 1 0,1 1-1,-50 56 1,-30 42-10422,86-97 7937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5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69 1968,'0'0'205,"0"-1"1,0 0-1,0 0 0,0 1 0,-1-1 1,1 0-1,0 1 0,0-1 0,0 0 1,-1 1-1,1-1 0,0 0 0,-1 1 1,1-1-1,0 0 0,-1 1 0,1-1 0,-2 0 1,2 0-61,-1 1 1,1-1 0,-1 1-1,1-1 1,-1 0-1,1 0 1,0 1 0,-1-1-1,1 0 1,0 0-1,-1 1 1,1-1 0,0 0-1,0 0 1,0 0-1,0 1 1,0-1 0,0-1-1,0-38 8154,2 41-8224,6 4-48,1 0 0,16 5 0,-21-7-22,-1 0 0,1 0-1,0 0 1,-1 0 0,1 0 0,-1 1 0,0 0-1,5 7 1,0-1 33,-6-5-22,1-1 0,-1 1-1,1 0 1,-1-1 0,-1 1 0,1 0-1,1 10 1,2 5 33,-1-10-41,-3-7-5,0-1-1,0 1 0,0 0 0,-1-1 0,1 1 1,-1 0-1,1 5 0,-1 231 462,-1-235-416,1 1 1,-1 0-1,0 0 1,-2 7-1,2-8 25,-1 1-1,1-1 1,1 1-1,-1 8 1,0-5 54,1-1 1,-1 1-1,-1 0 1,-2 11-1,-1 0 146,-3 7 174,-17 40 0,5-16-164,14-36-185,-10 20 0,10-23-57,0 1 0,-4 14 0,-56 179 201,61-190-212,-5 30 0,5-15-1,3-21-22,1 1 1,0-1 0,1 1-1,1 15 1,0 2 38,-1-21-48,1-1 0,-1 1 1,1-1-1,0 0 0,1 1 0,0-1 1,-1 0-1,2 0 0,-1 0 1,1 0-1,-1 0 0,1 0 1,0-1-1,1 1 0,-1-1 0,1 0 1,0 0-1,0-1 0,0 1 1,1-1-1,-1 1 0,1-2 1,0 1-1,0 0 0,0-1 1,0 0-1,0 0 0,0 0 0,1-1 1,-1 0-1,1 0 0,-1 0 1,1-1-1,7 1 0,-2-2 0,0 0 0,1-1 0,-1 0 0,0 0-1,17-7 1,-13 4 5,-12 4-1,-1 0-1,13-9 5,-15 10-6,0 1 0,0-1 0,0 0 0,0 0 0,0 0 1,0 0-1,0 0 0,0 0 0,1 0 0,-1 0 0,0 0 0,0 0 0,0 1 0,0-1 0,0 0 0,0 0 1,0 0-1,0 0 0,0 0 0,0 0 0,0 0 0,0 0 0,0 1 0,0-1 0,0 0 0,0 0 1,0 0-1,0 0 0,0 0 0,0 0 0,0 0 0,0 1 0,0-1 0,0 0 0,0 0 0,0 0 0,0 0 1,0 0-1,0 0 0,-1 0 0,1 0 0,0 1 0,0-1 0,0 0 0,0 0 0,0 0 0,0 0 1,0 0-1,-4 1-4,3-1 4,1 0 1,0 0-1,0 0 0,0 0 0,-1 0 0,1 0 1,0 0-1,0 1 0,0-1 0,-1 0 0,1 0 0,0 0 1,0 0-1,0 0 0,-1 0 0,1 0 0,0 0 0,0 1 1,0-1-1,0 0 0,0 0 0,-1 0 0,1 0 0,0 1 1,0-1-1,0 0 0,0 0 0,0 0 0,0 1 0,0-1 1,0 0-1,0 0 0,-1 0 0,1 1 0,0-1 0,0 0 1,0 0-1,0 1 0,-9 1 9,4 3-5,-1 0 0,1 1 0,0-1 0,0 1-1,0 0 1,1 0 0,-7 13 0,1-1 29,-45 77 63,33-34-355,0 1 110,18-54 220,1 0 0,0-1-1,1 1 1,0 1 0,-1 9 0,-4 14 247,1-10-168,-1 0-91,2 0-1,0 1 1,1-1-1,0 26 1,2-21 48,-1 1 1,-10 41 0,0 5 21,11-57-77,2 27 0,0-28-1,-2 29 0,-6 1 31,3-20-37,2 0 0,-1 28 0,3-34-16,-4 22 0,3-22-1,-1 22-1,3 355 382,0-382-352,5 26 0,-2-27 10,0 28-1,-1 10 150,11 59 0,-8-76-111,-2 2 39,-3 60 0,-1-39-76,1 78-14,-1-126-49,1 0 0,-5 17 0,3-18 1,1 0 0,-1 17 1,1 2 1,0-18-6,1 0 0,0 0 1,0 0-1,4 18 0,-2-19-3,0 1 0,0-1 0,-1 1 0,1 14 0,-3-8-3,0-11 3,1 0-1,0 0 0,0 0 1,0 0-1,1 1 1,2 9-1,-2-11 4,1 0-1,0 0 1,-1 0-1,0 0 1,0 1-1,0-1 1,-1 1 0,1-1-1,-1 0 1,0 1-1,0-1 1,-1 1-1,-1 7 1,-1-5 1,2-5-3,0-1 0,0 1 0,1-1 0,-1 1 0,0 0 0,1-1-1,0 1 1,-1 0 0,1 0 0,0-1 0,0 3 0,0 15 6,0-18-6,0-1 1,0 1-1,0 0 0,0-1 0,0 1 1,0-1-1,-1 1 0,1-1 0,0 1 1,0-1-1,0 1 0,-1-1 1,1 1-1,0-1 0,0 1 0,-1-1 1,1 1-1,0-1 0,-1 0 1,1 1-1,-1-1 0,1 1 0,-1-1 1,1 0-1,0 0 0,-1 1 1,1-1-1,-1 0 0,1 0 0,-1 1 1,0-1-1,0 0 0,-21 7 12,-24 0-154,3-11-556,39 3 529,0 1 0,1-1 0,-1 0 0,0 0-1,1-1 1,-1 1 0,1-1 0,-1 0 0,1 0 0,-4-3-1,-6-6-885,11 9 778,-1 0 1,0 0-1,1 0 1,0 0-1,-1 0 1,1-1-1,0 1 1,0-1-1,1 0 1,-1 1-1,0-1 0,-1-5 1,-8-47-5108,10 49 4628,1 1 0,0-1 0,0 0 0,1 0 0,-1 1-1,4-10 1,-1-6-1366,-1-19-1582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5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1429 35 548,'0'-1'314,"0"0"0,-1 0 0,1 0 0,0 0-1,-1 0 1,1 0 0,-1 0 0,1 0 0,-1 0 0,1 0 0,-1 0 0,0 0 0,0 0-1,1 1 1,-1-1 0,0 0 0,-1 0 0,1 0-41,0 0-1,0 1 1,1-1 0,-1 0-1,0 0 1,0 1 0,1-1-1,-1 0 1,1 0 0,-1 0-1,0 0 1,1 0-1,0 0 1,-1 0 0,1 0-1,0 0 1,-1-1 0,-4 2 2912,-12 1 636,16 0-3732,-1 1 1,0-1 0,1 0 0,-1 1 0,0-1-1,0 0 1,0 0 0,-3 1 0,-20 13 382,1 11-144,-29 29 225,42-43-403,0 1 0,-12 16 0,-10 15 153,2-5 12,-27 44 1,40-55-198,4-7-26,-28 40 116,-16 24 60,29-40-112,-58 92 317,52-74-259,-9 12 1,25-44-75,-22 48 0,-9 16 91,32-64-118,-16 37-1,-2 5 44,-11 12 29,-73 119 85,50-90-201,-22 32 67,24-41-91,42-57-35,18-33-2,1-1 1,-18 25 0,16-30-3,7-6-4,0-1 0,-1 1 0,1 0 0,0-1 0,0 1 0,0 0 0,1 0 0,-1 0 0,0 4 0,-1 2 2,3-7-3,0 1 0,-1-1 0,0 0 0,1 0 0,-1 0-1,0 0 1,0 0 0,0 0 0,0 0 0,-2 2 0,-14 25 4,10-15-12,0-3 5,3-1 0,6-8 3,-4 0 0,-1 0-1,3-2 0,-1 0 0,1 0 0,-1 0 0,1 1 0,0-1 0,-1 0 0,1 0 0,0 1 0,-1-1 0,1 0 0,0 1 0,-1-1 0,1 0 0,0 1 0,0-1 0,0 0 0,-1 1 0,1-1-1,0 1 1,0-1 0,0 1 0,0-1 0,0 0 0,0 1 0,-1-1 0,1 1 0,0-1 0,0 1 0,1-1 0,-1 0 0,0 2 0,0-1-5,0-9-523,0 5 186,0 0 0,-1 1 0,1-1-1,-1 0 1,1 1 0,-1-1 0,0 1 0,0-1-1,0 1 1,-2-4 0,2 5 155,1 0 0,-1 0 0,1 0 0,0 0 0,0 0 0,-1 0 0,1 0 0,0 0 0,0 0 0,0 0 0,0-1 0,-1-8-1151,-1 3-131,0 0 0,0 0 0,1-1 0,0 1 0,0-12 0,1-6-2239,0 3 96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6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42 2536,'0'-41'12553,"0"49"-11719,-1 4-440,-1 1 0,1-1 0,-2 0 0,0 0 0,-5 14 0,-6 23 434,8-23-351,-11 29 0,6-14-148,9-31-235,0 1 0,-5 11-1,-37 96 433,22-24-92,14-75-342,5-12-44,0 0 1,1 1 0,-2 8-1,-1 10 158,-14 42 0,9-37 54,-7 42-1,2-5-6,14-63-246,0-1 1,1 1 0,0-1-1,0 1 1,1 8-1,-1-10-1,1 1 0,-1 0 1,0 0-1,0-1 0,0 1 0,-1 0 0,1 0 0,-3 6 0,0-4 1,2-4-5,0 0 0,0 0 1,1-1-1,-1 1 0,0 0 0,1 0 1,-1 0-1,1 0 0,-1 0 1,1 0-1,0 0 0,0 0 1,0 0-1,0 0 0,0 0 1,1 0-1,-1 0 0,2 4 0,1 0 5,-2-5-5,0 1-1,0-1 0,-1 0 0,1 1 0,-1-1 0,1 0 1,-1 1-1,0-1 0,1 1 0,-1-1 0,0 0 1,0 1-1,0-1 0,0 2 0,0-2 0,0-1 0,0 1 0,0 0 0,0-1 0,0 1 0,0-1 0,0 1 0,1-1 0,-1 1-1,0-1 1,0 0 0,1 1 0,-1-1 0,0 1 0,0-1 0,1 1 0,-1-1 0,0 0 0,1 1 0,-1-1 0,1 0 0,0 1 0,-1-1 0,0 1 0,1-1 1,-1 0-1,1 0 0,-1 1 1,0-1-1,0 0 1,1 1-1,-1-1 0,0 0 1,0 1-1,1-1 1,-1 1-1,0-1 0,0 0 1,0 1-1,1-1 1,-1 1-1,0-1 0,0 1 1,0-1-1,0 1 0,0 0 0,1-1 0,-1 1 0,1 0 0,-1-1 0,1 1 0,-1-1 0,1 1 0,0-1-1,-1 1 1,1-1 0,0 1 0,1 0 0,-2-1 0,3 3-6,0 0-1,1 0 1,-1-1-1,1 1 1,0-1-1,-1 1 0,1-1 1,0-1-1,0 1 1,6 1-1,5 2-22,25 3 0,-29-8-138,0 0 0,1 0 0,-1-1 0,0-1 0,1 0 0,-1-1 0,19-6 0,2 0-667,-13 3-577,-1-1-1,0-1 1,22-11 0,19-9-3949,-23 9-591,-16 16 2864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9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355 844 1708,'-1'-6'563,"2"0"0,-1 0 0,1 0 0,0 1 0,0-1 0,0 0 1,4-8-1,-4 10-394,0 0 1,-1-1 0,1 1 0,-1 0-1,0-1 1,0 1 0,-1-6 0,1-5 421,-1 13-461,1 0 0,0 0 0,-1 0 0,1 0 0,-1 0-1,0 0 1,1 0 0,-1 0 0,-2-3 0,-2-6 566,-11-20 1465,15 29-2025,0 0 0,0 1 0,0-1 0,-1 0 0,1 1-1,-1-1 1,1 1 0,-1-1 0,0 1 0,1 0 0,-1 0 0,0 0-1,0 0 1,0 0 0,-3-1 0,-26-5 843,29 7-930,0-1-1,0 1 1,0 0-1,0 0 1,0 0-1,1 0 1,-1 0-1,0 0 1,0 0-1,0 1 1,0-1-1,0 1 1,-3 1-1,-11 2 292,4 0-128,1 0-1,0 1 0,-17 10 1,14-2 0,2 0-34,0-1-85,0 0 1,1 1 0,1 0-1,0 1 1,1 0-1,0 1 1,1 0 0,-8 20-1,13-28-78,0 1 0,1 0 0,-2 11 0,-6 16 30,5-21-27,-6 31-1,7-28-7,2-2 0,1-1 0,0 0 0,2 25 0,0-6 22,-1-31-30,0 1 0,0 0-1,1-1 1,-1 1 0,1-1-1,0 1 1,0-1 0,1 4 0,-1-4-5,0 0 1,-1 0 0,1 0 0,0 0 0,-1 1 0,0-1 0,1 0 0,-1 3-1,0-3-4,1 0 0,-1 1 0,1-1 0,0 0 0,0 0-1,-1 0 1,1 0 0,1 0 0,-1 0 0,0 0 0,0 0-1,1 0 1,-1 0 0,1-1 0,0 1 0,-1 0 0,4 1-1,7 9-98,-11-11 95,-1-1 1,1 1-1,0 0 0,0-1 0,0 1 1,0-1-1,0 1 0,0-1 1,0 1-1,0-1 0,0 0 1,0 1-1,0-1 0,0 0 0,0 0 1,0 0-1,0 0 0,0 0 1,0 0-1,0 0 0,0 0 0,0 0 1,2-1-1,0 0-21,0 0 0,0 0 0,0 0 0,0-1 1,0 1-1,-1-1 0,1 1 0,4-4 0,11-12-79,0 0 0,-1-1 0,-1 0 1,-1-1-1,-1-1 0,20-35 0,-8 14 91,-18 30 18,0-2 0,12-24 1,7-31 13,-3-2 0,15-74 0,-7-24-23,23-100 65,-23 157 411,-30 81-72,-2 18-33,-1 9-150,1 5 15,0-1-209,0 0 0,0 0 0,0 0 0,0 0 0,0 0 0,-1 0-1,1 0 1,0 0 0,-1-1 0,1 1 0,-1 0 0,1 0 0,-1 1 0,-4 6 91,2 33 385,-5-16-247,-3 12 48,-13 79 390,16-87-549,0 1 83,-7 40 0,10-32-27,-13 56 0,7-50-163,3 2 0,1-1 0,2 1 0,3 54-1,2-87-19,1 0 0,0 0 0,6 21 0,-4 2 12,-2-33-18,0 1 0,0-1-1,0 0 1,1 0 0,-1 1 0,1-1-1,-1 0 1,1 0 0,0 0 0,0-1-1,1 1 1,-1 0 0,0-1 0,1 0-1,2 3 1,5 1-3,-9-5 2,0 0-1,0 0 1,0-1-1,0 1 0,0 0 1,0-1-1,1 1 1,-1-1-1,0 1 0,0-1 1,1 0-1,-1 0 1,0 1-1,1-1 0,2 0 1,12 1-4,-14 0 2,0-1 0,0 0 0,0 0-1,0 0 1,0 0 0,0 0 0,0 0 0,2-1 0,7-1-12,-3 0-15,0 0 1,0 0-1,12-5 1,-2 0-63,-11 5 46,-1 0-1,0 0 1,0-1-1,0 0 1,9-7-1,10-11-202,31-35-1,-5 4 72,-47 48 169,0 0-1,-1 0 1,1 0-1,-1 0 1,0-1 0,0 1-1,0-1 1,3-9 0,-2 5-4,1 0 0,10-15 0,-11 18 11,0 0 1,0-1-1,0 1 0,-1-1 0,0 0 1,-1 1-1,3-10 0,-2 1 0,-2 8 0,0 1 1,1 0 0,-1-1-1,4-6 1,0 0-2,0-1-1,3-14 1,-6 20 0,-1 2 2,0 0-1,-1 0 1,0 0-1,0 0 1,0 0-1,-1 0 1,0 0-1,0 0 1,-1 0-1,-2-8 1,3 4 8,1 9-7,0 0 0,0 0 0,0 0 0,0 0 0,0 0-1,-1 0 1,1 0 0,0 0 0,0 0 0,-1 0 0,0-1 0,-17-25 9,16 25-15,1 0 1,-1 0 0,1 0 0,-1 0 0,0 1 0,1-1 0,-1 0 0,0 1-1,0 0 1,0-1 0,0 1 0,-4-1 0,4 1 1,0 0 0,0 1 1,1-1-1,-1 1 0,0-1 0,0 1 1,0 0-1,0 0 0,1 0 0,-1 0 1,0 0-1,0 0 0,0 0 0,0 1 1,1-1-1,-1 1 0,0-1 0,0 1 1,-2 1-1,1 4 4,2-3 2,-8 10-1,-4 7-13,11-14-24,0-1 0,1 1 0,0 0 0,0-1 0,0 1 0,0 0 0,1 10 0,0-13 12,0-1-1,1 1 1,-1-1 0,1 1 0,-1-1 0,1 0 0,0 1 0,0-1 0,0 0 0,0 1 0,0-1 0,2 2 0,21 23-412,-4-5 11,-12-13 234,1 0 1,12 10 0,-11-11 67,-1 1 0,11 12 0,-13-12 93,-4-6 25,-1-1 0,1 1 0,-1 0-1,0 0 1,0 0 0,0 0 0,-1 0 0,1 0-1,-1 0 1,0 1 0,0-1 0,0 0 0,0 1-1,0-1 1,-1 1 0,1-1 0,-1 5 0,0-3 5,1-2 6,-1-1 0,0 0 0,0 0 0,0 1 1,0-1-1,0 0 0,0 0 0,-1 1 0,1-1 0,-2 3 0,-1-2 7,2-3-11,1 1 0,0-1 0,-1 0 0,1 1-1,-1-1 1,1 1 0,0-1 0,-1 1-1,1-1 1,0 0 0,-1 1 0,1-1 0,0 1-1,0-1 1,-1 1 0,1 0 0,0-1 0,0 1-1,0-1 1,0 1 0,0-1 0,0 1 0,0 0-1,0 0 3,0 0-1,0 0 0,0-1 0,0 1 0,0 0 1,-1 0-1,1 0 0,0 0 0,0-1 0,-1 1 1,1 0-1,0 0 0,-1 0 0,1-1 0,-1 1 1,1 0-1,-1-1 0,1 1 0,-1 0 0,0-1 1,1 1-1,-2 0 0,1 0 4,1 0 0,-1 0 0,1 1 0,0-1 1,-1 0-1,1 0 0,0 0 0,0 0 0,0 0 0,0 0 0,0 1 0,0-1 0,0 0 1,1 2-1,-1 1 35,0-3-42,-1 0-1,1 0 1,0 0 0,0 0 0,0 0 0,0 0 0,0 0 0,0 0-1,0 0 1,1 0 0,-1 0 0,0 0 0,1 0 0,-1 0 0,0 0-1,1 0 1,-1 0 0,1 0 0,-1 0 0,1 0 0,0 0 0,3 4 0,-3-5-3,0 1 1,-1 0 0,1-1 0,0 1 0,0 0-1,0-1 1,0 1 0,0-1 0,0 1 0,0-1-1,1 1 1,8 5-22,-8-5-1,-1 0 0,1 0 0,-1 0 0,1 0 0,0 0 0,0 0 0,-1-1 1,1 1-1,0-1 0,0 1 0,0-1 0,0 0 0,0 0 0,0 1 0,0-1 0,-1-1 0,1 1 1,3-1-1,39-7-632,-22 3 269,40-11-624,-41 8 727,7-2 150,-1-1 0,40-22-1,-12 0 135,-47 28 1,-1 0 1,1 0-1,9-8 1,10-8 70,-20 17-17,0-2-1,-1 1 1,8-9 0,5-5 142,-14 15-132,-1-1 1,1 0-1,-1-1 1,-1 1-1,1-1 1,-1 1-1,0-1 1,3-7-1,3-7 107,1 3-33,-6 11-60,-1 0-1,1-1 1,-1 0-1,4-13 1,-3 3 41,-3 9-33,1 0 0,4-13 1,-4 16-27,0 0 0,0 0 0,-1 0 1,1-1-1,-1 1 0,0-11 0,-1 12 0,1-1 0,0 0 0,-1 1 0,2-1-1,0-4 1,-1 6-26,0 0-1,0 1 1,0-1 0,-1 0-1,1 0 1,-1 0-1,0 0 1,1 0 0,-2 0-1,1 0 1,0 0-1,-2-5 1,-2-3 113,3 9-88,1 0 0,-1-1 1,0 1-1,0-1 0,1 1 0,0 0 0,-1-1 0,1-3 0,0 5-37,0 0-1,0 0 0,0 0 0,0 0 0,-1 0 0,1 0 0,0 0 0,-1 1 0,1-1 0,-1 0 0,1 0 0,-1 0 0,1 0 0,-2-1 0,-1-2 51,2 3-55,1 0-1,-1-1 0,0 1 0,0 0 0,1 1 1,-1-1-1,0 0 0,0 0 0,0 0 0,0 0 1,0 1-1,0-1 0,0 0 0,-1 1 0,1-1 1,0 1-1,0-1 0,0 1 0,-1 0 0,1-1 1,0 1-1,0 0 0,-1 0 0,1 0 0,0 0 1,-1 0-1,1 0 0,-2 1 0,1-1-14,0 1 0,1 0 0,-1-1 0,0 1 0,1 0-1,-1 0 1,0 0 0,1 0 0,-1 0 0,1 0 0,-1 1 0,-1 1 0,2-2-2,-5 5 2,0 0 1,1 1-1,0 0 0,0 0 1,0 0-1,1 0 0,0 1 1,0 0-1,1 0 0,0 0 1,-4 16-1,-7 13 3,12-32-3,-1 1-1,0 0 0,1 0 0,0 0 1,1 0-1,0 0 0,-2 10 1,3-8 2,0 0 0,-1 0 1,0 0-1,0 0 0,-5 13 1,5-17-7,0 0 0,1-1 0,-1 1 0,1 0 0,0-1 1,0 1-1,0 0 0,0-1 0,1 1 0,0 0 0,-1-1 1,1 1-1,0-1 0,3 7 0,-3-9-6,0 1-1,-1-1 1,1 1-1,0-1 1,0 0-1,0 1 1,0-1-1,0 0 1,1 0-1,-1 1 1,0-1-1,0 0 1,1 0-1,-1-1 1,1 1-1,-1 0 1,1 0-1,-1-1 1,1 1-1,-1-1 1,1 1-1,0-1 1,-1 0-1,1 1 1,0-1-1,-1 0 1,1 0-1,-1 0 1,1 0-1,0-1 1,-1 1-1,1 0 1,1-1-1,4-2-26,-1 1-1,0-1 1,-1-1-1,1 1 1,0-1-1,-1 0 1,0 0-1,0 0 1,5-6-1,-5 5 11,1-1 1,0-1 0,0 0 0,5-8 0,4-6 4,16-27 84,-27 40-39,-6 5-2,0 6-14,6 5-25,-2-5 9,3 3 2,-1-1 0,1 1-1,10 8 1,-12-12 3,-1-1 0,1 1 0,0-1 0,0 1 1,-1-1-1,1 0 0,0 0 0,0 0 0,0-1 0,0 1 0,0-1 0,0 1 0,4-1 0,3 0-31,-7 0 14,0 0 1,0 0-1,0 0 0,0 0 0,-1-1 1,1 1-1,0-1 0,0 0 0,0 0 1,4-2-1,7-2-88,-10 4 60,1 0 0,0-1 0,-1 0 1,6-3-1,78-54-639,-70 46 628,-1-1 0,0 0-1,28-31 1,-34 33 62,-8 9-4,0-1 1,-1 0-1,1 0 1,-1 0-1,3-6 0,-3 5 0,0 1 0,0 0-1,1 0 1,0 0-1,3-5 1,-5 9-1,1-2-6,0-1 1,0 1 0,0 0-1,0 0 1,0-1 0,-1 1 0,1-1-1,-1 0 1,1 1 0,-1-1 0,1-5-1,0 4 2,0 0 0,0 0 1,0 0-1,4-6 0,-3 7 7,-1 0 0,0-1 0,0 1 0,0-1 0,-1 0 0,3-6 0,18-72 27,-21 78-34,0-1-1,-1 1 1,1 0 0,-1-1 0,0 1 0,0-1-1,0 1 1,0 0 0,-1-1 0,-1-5 0,-3-2 9,4 7 9,0 1 1,-1-1-1,0 1 1,1 0-1,-2 0 1,1 0-1,0 0 0,-1 0 1,0 0-1,-3-4 1,4 7-4,0-1 1,0 1 0,1 0-1,-1 0 1,0 0 0,0 0 0,0 0-1,0 0 1,0 1 0,0-1-1,-1 1 1,1-1 0,0 1-1,0 0 1,0 0 0,0 0-1,-1 0 1,1 0 0,0 0 0,0 0-1,0 1 1,0-1 0,0 1-1,0 0 1,-4 1 0,-7 4 65,7-5-58,1 1 0,-1 1-1,1-1 1,0 1-1,0 0 1,0 0 0,1 0-1,-8 7 1,1 1-71,1 0-1,1 1 1,-14 21 0,15-18 40,-11 30 0,17-41 12,1 1 1,0-1-1,0 0 0,0 1 1,0-1-1,1 1 0,0-1 1,0 1-1,0-1 0,0 1 1,1-1-1,1 6 0,27 60-57,-29-69 49,0 0 1,1 0-1,-1-1 1,1 1-1,-1 0 0,0 0 1,1 0-1,0 0 1,-1 0-1,1-1 0,-1 1 1,1 0-1,0 0 1,0-1-1,-1 1 0,1-1 1,0 1-1,0 0 1,0-1-1,0 0 0,0 1 1,-1-1-1,1 1 1,2-1-1,5 3-71,-6-2 12,1 0 1,0 0 0,0 0-1,0-1 1,0 1-1,0-1 1,0 0 0,0 0-1,0 0 1,0 0 0,0 0-1,0-1 1,-1 0-1,1 1 1,5-3 0,13-2-705,-20 5 696,1 0 0,0 0-1,-1 0 1,1-1 0,0 1 0,-1-1-1,1 1 1,-1-1 0,1 0 0,-1 1 0,1-1-1,-1 0 1,0 0 0,3-2 0,15-10-778,-16 11 725,0 0 1,0 0-1,0 0 0,0 0 1,0-1-1,4-4 1,-5 5 58,0 0 0,0 0 0,0 0 1,0 0-1,1 0 0,-1 1 1,5-3-1,-5 3 25,1-1-1,-1 1 1,1-1 0,-1 0-1,0 0 1,1 0 0,2-3 0,5-8-84,-6 9 124,-1 0-1,1 0 1,-1-1-1,0 0 1,4-8 0,-3 6 70,-3 7-39,-1-1 0,1 0 1,-1 0-1,1 0 0,-1 1 1,1-1-1,-1 0 0,0 0 1,1 0-1,-1 0 0,0 0 1,0 0-1,0 0 0,0-1 1,0 1 20,1 1 1,-1-1 0,0 0-1,0 0 1,0 0-1,0 1 1,1-1 0,-1 0-1,0 1 1,1-1 0,-1 0-1,1 0 1,-1 1 0,0-1-1,2 0 1,-2 0 31,1 1 0,-1-1 1,1 0-1,-1 0 0,1 0 0,-1 0 1,1 1-1,-1-1 0,0 0 0,1 0 1,-1 0-1,0 0 0,0 0 0,0 0 0,0-1 1,1-6 136,-2-6 2996,1 14-3180,0 0 0,0 0 1,0 0-1,-1-1 1,1 1-1,0 0 0,0 0 1,0 0-1,0 0 1,-1-1-1,1 1 0,0 0 1,0 0-1,0 0 1,-1 0-1,1 0 0,0 0 1,0 0-1,0 0 1,-1 0-1,1 0 0,0 0 1,0 0-1,0 0 1,-1 0-1,1 0 0,0 0 1,0 0-1,-1 0 1,1 0-1,0 0 0,0 0 1,0 0-1,-1 0 1,1 0-1,0 0 0,0 0 1,0 0-1,-1 1 1,1-1-1,0 0 0,0 0 1,0 0-1,0 0 1,0 1-1,-1-1 1,-1 1 82,2-1-103,-1 1 0,0-1 1,1 0-1,-1 1 1,0-1-1,1 1 1,-1-1-1,1 1 0,-1-1 1,1 1-1,-1-1 1,1 1-1,-1 0 0,0 0 1,-3 9 95,-5 6 69,8-13-136,-1 0 0,0 0 0,0 0 0,1 0 0,0 1-1,0-1 1,-2 6 0,-5 15 161,-36 71 291,41-88-463,0 0 1,1 0-1,0 0 0,-1 11 0,-6 21 84,-64 209 386,58-188-375,-29 70 146,0 1-2,22-69-117,0-1-11,13-32-45,-21 45 0,16-43-34,-10 36 0,15-43-37,0 1 1,-14 23 0,-13 31 13,32-69-40,-1 0 1,0-1-1,-6 11 0,-8 13 7,15-24-1,0-1 1,-1 0-1,0-1 0,-1 1 1,0-1-1,-8 8 0,6-3 16,8-12-20,-1 1-1,1-1 1,0 1-1,0 0 0,-1-1 1,1 1-1,-1-1 1,1 1-1,0-1 0,-1 1 1,1-1-1,-1 0 1,1 1-1,-1-1 0,1 1 1,-1-1-1,1 0 1,-1 0-1,1 1 0,-1-1 1,0 0-1,1 0 1,-1 0-1,1 1 0,-1-1 1,-1 0-1,-9-2 5,7-3-18,0 0 1,0 0-1,1 0 1,0-1-1,0 1 1,0-1-1,-4-10 1,6 9-23,0 0 1,0 0-1,0-1 1,1 1 0,1-10-1,0-7-81,0 0-83,6-33 1,-2 21 25,-1 17 63,0-1 0,2 1-1,8-21 1,2-6-86,-6 18 54,2 0 0,18-33 0,36-50-218,-56 94 313,69-106-314,-71 110 297,0 1 0,19-20 0,7-10-68,-29 35 110,1-2-9,0 1 0,1 0 0,-1 0-1,10-7 1,5-6-22,-15 14 33,1-1 0,0 2 0,16-12 0,-1 2-16,-13 10 9,-1 1 0,17-9 1,-22 12-98,0 1 1,0 0 0,1 0-1,-1 1 1,0-1-1,1 0 1,-1 1 0,1 0-1,-1 0 1,0 0 0,1 1-1,-1-1 1,1 1 0,-1-1-1,0 1 1,0 0 0,1 0-1,-1 1 1,0-1 0,0 1-1,5 3 1,-8-3-388,1 0 0,-1 0 0,1 0 1,-1 1-1,0-1 0,0 0 0,0 1 0,0-1 0,0 0 1,0 0-1,-1 1 0,0 3 0,-7 0-1257,-3 3-1148,8 3 0,-6 2-81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29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429 339 1232,'1'13'4020,"-1"-9"-3775,0 0-1,0 0 1,0 0 0,0-1-1,0 1 1,-1 0 0,-1 4-1,-5 8 216,0 0-1,-2-1 0,0 0 0,-21 26 1,13-12 169,15-24-505,0 0 0,-1-1 0,0 0 0,1 1 0,-6 4 0,-58 60 1680,62-66-1713,-1 1 0,1-1 0,-1 0 0,0 0 0,0-1 0,-7 3 0,-10 6 151,17-8-209,0-1 0,-1 1 0,0-1-1,1 0 1,-1-1 0,0 1 0,0-1 0,-7 0 0,-6 3 0,13-4-31,0 1 0,0-1 0,0 0 0,0 0 0,0-1 1,0 0-1,0 0 0,0 0 0,1-1 0,-1 0 0,-9-4 1,11 4-4,2 2 0,0-1 0,1 1 0,-1-1 0,1 0 0,-1 1 0,0-1 0,1 0 0,0 0 0,-1 0 0,1 0 0,0-1 0,-1 1 0,1 0 0,0 0 0,0-1 0,-2-2 0,1-1-21,0-1 1,0 1-1,0-1 0,1 0 0,0 1 0,0-1 1,0 0-1,1 0 0,0-7 0,0 10 13,-1-2-25,1-1 0,0 0-1,1 1 1,-1-1 0,1 0-1,1 1 1,-1-1 0,1 1 0,3-8-1,6-13-77,-8 20 97,0-1-1,0 1 0,0-1 1,8-10-1,10-6-11,0 0 1,1 1-1,33-25 0,-28 26 12,36-27-41,34-21 66,-71 49 32,69-58-80,-73 50 148,-12 14-47,-10 13-60,1 1 1,-1-1-1,0 0 1,1 1 0,-1-1-1,0 0 1,0 0-1,0 1 1,0-1-1,0 0 1,0 0 0,0 0-1,0 1 1,0-1-1,0 0 1,0 0-1,0 1 1,-1-1-1,1 0 1,0 0 0,0 1-1,-1-1 1,0-1-1,-1-1 26,-1 0 0,1 0 0,-1 1 0,0-1 0,0 0 0,0 1 0,-1 0 1,-4-3-1,4 4-18,0 0 1,0 1 0,0-1 0,0 1 0,-1 0 0,1 0 0,-4 1 0,-12 0 6,13-1 10,-1 0 1,1 0-1,-1 1 0,0 0 0,1 0 1,0 1-1,-1 0 0,-9 5 1,-19 3 202,30-9-201,0 1 0,0-1 0,0 1 0,0 0 0,1 1 0,-1-1 0,0 1 0,-6 5 0,9-5-8,-16 12 84,1 0 1,0 1 0,2 1 0,-20 26-1,26-29-35,0 1-1,1 0 0,1 1 0,-11 29 0,8-19 17,6-13-47,0 0 0,-6 24 0,-11 79 484,22-110-459,0 0 0,0 0-1,1 0 1,-1 0 0,1 1 0,1-1 0,-1 0 0,1-1 0,3 8 0,2 9 57,-6-16-99,0-4-16,-1 1 0,1 0-1,0 0 1,0 0 0,0-1-1,0 1 1,1 0 0,-1-1-1,1 1 1,-1-1 0,1 1 0,0-1-1,0 0 1,0 0 0,2 2-1,1-1-30,0 0 0,-1 0-1,1 0 1,0-1 0,1 0-1,-1 0 1,0 0 0,1 0-1,-1-1 1,0 0 0,1 0 0,0-1-1,-1 0 1,1 0 0,-1 0-1,7-1 1,5-1-453,1-1 1,-1-1-1,29-11 1,-11 1-2118,64-37 1,-44 21-249,-22 14 663,0-3-240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31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354 468 124,'2'-2'589,"0"1"0,0-1-1,0 1 1,0-1 0,-1 0 0,1 1 0,0-1 0,-1 0-1,0 0 1,1 0 0,-1-1 0,1-3 1230,-2 2 454,0 30 2730,0-16-4555,-1 1 0,-1-1-1,1 0 1,-2 0 0,-3 12 0,-23 51 688,5-15-753,-2 4-114,-3 7-70,25-56-154,-2 0-1,-7 12 1,-8 19 9,18-35-44,-1-1-1,0 0 0,-7 10 0,7-11-26,-1 1 1,1 0-1,-5 11 0,3-4-6,-1 0 0,-14 21 0,1 0 61,16-29 0,-1 0-1,1 0 1,-1 0 0,0-1 0,-1 0 0,0 0-1,0 0 1,-7 5 0,13-11-38,-4 1-30,-4-5-13,7 4 33,0-1-1,0 1 0,0-1 1,0 1-1,0-1 0,0 0 1,0 0-1,0 1 0,1-1 1,-1 0-1,0 0 0,1 0 1,-1 0-1,0 0 0,1 0 0,-1-2 1,-7-19-261,6 14 167,0 1 23,0 3 32,1 0 0,0 0 0,0-1-1,0 1 1,0 0 0,1-6 0,-1 2-31,1-1 0,-2 0 0,-1-9 0,1 11 26,1-1 1,0 0-1,0-7 0,0-22-131,0 23 91,0-1-1,2 1 1,3-24 0,2 7-14,-2 15 91,0 0-1,-2 0 1,2-20-1,-4 34 24,1 3-3,0 0 0,0 0 0,0 0 0,0 0 0,0 0 1,0 0-1,0 0 0,0 0 0,0 0 0,0 1 0,0-1 0,-1 0 0,1 0 0,0 1 0,-1-1 0,1 3 0,6 9 44,-4-8 18,0 0-1,0 1 1,0 0-1,0 0 0,-1-1 1,3 10-1,-4-9-34,1-3 12,-1 0-1,1 1 1,0-1-1,0 0 1,4 5-1,-4-6-11,0 1 0,0 0 1,0-1-1,0 1 0,-1 0 0,3 6 0,-2-2 20,0 0-1,1 0 1,0 0 0,0 0-1,0 0 1,1 0 0,0-1-1,7 7 1,-10-10-42,1-1-1,-1 0 1,0 1-1,0-1 1,0 1 0,0-1-1,1 6 1,-1-6-2,0 1 0,0-1 0,0 1 0,0-1 0,0 1 0,0-1 0,3 5 0,4 2 11,23 27 53,-29-33-67,1-1 0,-1 0 0,1 0 0,0 0 0,0 0 0,0 0 0,0-1 0,0 1 0,0-1 0,6 2 0,3 0 0,-8-2-2,0 0 0,1 0 0,-1 0-1,0 0 1,0-1 0,0 0 0,0 0 0,1 0 0,-1 0 0,0-1 0,0 1 0,0-1 0,0 0 0,6-3 0,4-1-6,-9 3-5,0 0 0,0 0 0,0 0 0,-1-1 0,1 1 0,7-7 0,16-14-56,-11 11 21,-1-2 0,-1 0 1,17-19-1,-11 4-5,-2-1 0,27-56 0,-39 71 35,-1 0-1,-1 0 1,6-31 0,2-48-48,-7 46 73,-4 33-5,1-6-2,0-1-1,-2 0 1,0 0-1,-4-35 1,-1 29-1,0 1 1,-2-1-1,-1 1 1,-14-32 0,14 43 0,5 11-2,0-1-1,0 1 1,-1-1-1,0 1 1,0 0-1,0 0 1,0 0-1,-1 1 1,0-1-1,0 1 1,-9-8 0,5 7 0,-1 0 0,0 1 0,1 0 1,-1 0-1,-1 1 0,1 0 0,0 1 1,-15-3-1,18 5 0,1 0-1,0 0 1,-1 0 0,1 0-1,0 1 1,0 0 0,0 0-1,-1 0 1,1 1 0,0-1-1,0 1 1,1 0 0,-1 1-1,0-1 1,1 1 0,-7 5-1,-1 2-2,-2 1-5,0 1 0,1 0-1,-22 27 1,34-38 7,-44 70 35,39-61-31,1 1 1,0 0-1,1 0 0,0 0 1,-3 13-1,-15 77 25,21-93-23,0 0 0,1-1 0,-1 1 0,2 8 1,-1-1-5,1-12-2,-1-1 0,0 1 1,0-1-1,1 1 0,-1-1 1,1 1-1,0-1 0,1 4 1,-1-4-1,0 0 0,0 0 0,-1 1 0,1-1 0,0 0 0,-1 1 0,0-1 0,0 3 0,1-3 0,-1-1 0,0 0 1,0 0-1,1 1 0,-1-1 0,0 0 1,1 0-1,-1 0 0,1 1 0,-1-1 1,1 0-1,0 0 0,0 0 0,-1 0 1,1 0-1,2 1 0,0 1 2,0-1 0,0 1-1,1-1 1,-1 0 0,5 2-1,1 0-3,1 0 0,0-1-1,13 3 1,-19-5 2,1-1 1,0 1-1,-1-1 0,1 0 0,0-1 1,-1 1-1,1-1 0,6-1 0,34-14-22,-29 9 12,3 0-29,-1 0 0,0-2 0,-1 0 0,0 0 0,17-14 0,-1 1-22,-23 16 45,-1 0 0,16-14 1,32-34-114,-15 12 122,-37 35 54,1 0-1,0 1 1,8-7 0,-14 13-40,0 0 1,1 0-1,-1-1 1,0 1 0,0 0-1,0 0 1,0 0-1,0 0 1,1 0-1,-1 0 1,0-1-1,0 1 1,0 0 0,0 0-1,0 0 1,0 0-1,0-1 1,0 1-1,0 0 1,1 0-1,-1 0 1,0-1 0,0 1-1,0 0 1,0 0-1,0 0 1,0-1-1,0 1 1,0 0-1,0 0 1,0 0-1,-1-1 1,1 1 0,0 0-1,0 0 1,0 0-1,0-1 1,0 1-1,0 0 1,0 0-1,0 0 1,-1 0 0,1 0-1,0-1 1,0 1-1,0 0 1,-1 0-1,-8-7 421,7 6-313,-2-1-45,0 1 0,0 0 0,0 0 0,0 0 0,0 1 0,0-1-1,-1 1 1,1 0 0,0 0 0,-5 1 0,-3-1 236,8 6-113,1-5-159,2-1-31,1 0-1,0 1 1,-1-1-1,1 0 1,0 0-1,-1 0 1,1 0 0,0 0-1,-1 1 1,1-1-1,0 0 1,0 0 0,-1 1-1,1-1 1,0 0-1,0 0 1,-1 1 0,1-1-1,0 0 1,0 0-1,0 1 1,-1-1-1,1 0 1,0 1 0,0-1-1,0 0 1,0 1-1,0-1 1,0 1 0,0-1-1,0 0 1,0 1-1,0-1 1,0 0-1,0 1 1,0-1 0,0 0-1,0 1 1,0-1-1,0 0 1,0 1 0,1-1-1,-1 0 1,0 1-1,0-1 1,0 0-1,0 1 1,1-1 0,-1 0-1,0 0 1,1 1-1,21 39-10,-20-36 5,1 1-1,0-1 1,0 0 0,0 0 0,1 0 0,0-1 0,-1 1 0,1-1-1,0 0 1,1 0 0,8 5 0,-13-8 3,2 2-5,1-1 1,-1 1 0,0 0-1,0 0 1,0 0 0,2 3-1,-2-3-4,0 1-1,0-1 0,0 1 0,1-1 1,-1 0-1,5 2 0,0 1-18,1 0 0,-1 0-1,1 1 1,-1-1 0,-1 2 0,1-1-1,5 8 1,-1 3-53,-10-15 70,1 0 0,-1 0 1,0 0-1,0 0 0,1 1 1,-1-1-1,-1 0 0,1 1 0,0-1 1,-1 0-1,1 1 0,-1-1 0,1 1 1,-1-1-1,0 3 0,-1-3 26,1 1 0,0-1 0,-1 0 0,0 0-1,1 0 1,-1 0 0,0 0 0,0 0 0,0 0-1,0 0 1,0 0 0,-3 2 0,-3 7 28,-1 4 5,2-4 7,0 0 0,-11 15-1,14-23-43,2-3-8,1 1 0,-1-1 0,1 0-1,0 1 1,-1-1 0,1 1 0,-1-1 0,1 0 0,0 1 0,0-1 0,-1 1-1,1-1 1,0 1 0,0-1 0,-1 1 0,1 0 0,0-1 0,0 1 0,0-1-1,0 1 1,0-1 0,0 2 0,0-2-3,0 1-1,-1-1 1,1 1 0,0-1 0,0 0-1,0 1 1,0-1 0,0 1-1,0-1 1,0 0 0,0 1-1,1-1 1,-1 1 0,0-1 0,0 0-1,0 1 1,0-1 0,0 0-1,1 1 1,-1-1 0,0 1-1,0-1 1,1 0 0,-1 0 0,0 1-1,0-1 1,1 0 0,-1 1-1,0-1 1,1 0 0,-1 0-1,0 0 1,1 1 0,3 1-23,7 9-529,-9-10 360,0-1-21,-1 0 131,1 0-1,-1 0 1,1 0-1,-1 0 1,1 0-1,-1-1 1,1 1 0,-1 0-1,1-1 1,-1 0-1,1 1 1,2-2 0,2-1-185,8-4-154,-13 7 397,0-2-38,0 1 0,1 0-1,-1-1 1,1 1 0,-1 0-1,1 0 1,0 0-1,-1 0 1,1 1 0,0-1-1,2 0 1,-2 0-4,0 0 1,0 0-1,0 0 1,0-1-1,0 1 1,0-1-1,-1 1 1,1-1-1,2-2 0,-3 2 14,1 1 0,0-1 0,0 0 1,0 1-1,0-1 0,0 1 0,0 0 0,0-1 0,4 0 0,-5 1 19,1 0-1,-1 1 1,1-1 0,-1 0 0,1 0 0,-1 0 0,0 0 0,1 0 0,-1 0 0,1-2 0,-1 2 15,0 0-1,1 0 1,-1 0 0,0-1-1,1 1 1,-1 1 0,0-1 0,1 0-1,-1 0 1,3 0 0,-4 1 16,1-1 1,0 1-1,0-1 1,-1 1-1,1-1 1,0 1-1,-1-1 0,1 1 1,-1-1-1,1 1 1,0-1-1,-1 0 1,1 1-1,-1-1 1,1 0-1,-1 1 0,0-1 1,1 0-1,-1-1 1,1 1 1,-1 0 0,1 0 1,-1 0-1,1 0 0,-1 0 1,1 0-1,0 0 0,0 0 0,-1 0 1,1 0-1,0 0 0,2-1 1,0 0 7,0 0 0,0-1 1,0 0-1,-1 0 1,1 0-1,-1 0 1,1 0-1,-1-1 0,0 1 1,0 0-1,1-6 1,9-12 60,-7 12-27,-1 0 1,-1 0 0,4-10 0,-5 12-9,1-27 235,2 25-182,-5 9-67,1-1 0,-1 0 0,1 0 0,-1 0 0,1 1 0,-1-1 1,0 0-1,1 0 0,-1 0 0,0 0 0,0 0 0,0 0 0,0-1 0,0 1 8,1 0 0,-1 0 1,0 0-1,0 1 0,0-1 0,1 0 1,-1 0-1,0 0 0,1 1 1,-1-1-1,0 0 0,1 0 1,-1 1-1,2-2 0,-2 2 4,1-1-1,0 0 1,-1 0 0,1 1-1,-1-1 1,0 0-1,1 0 1,-1 0-1,0 0 1,1 1-1,-1-1 1,0 0 0,0 0-1,0-1 1,0 0 860,2 23-547,-1-20-335,0 0 2,0 0 0,0 0 0,0 0 0,-1 1 0,1-1 0,0 0 0,-1 0 0,1 0 0,-1 1 0,1-1 0,-1 0-1,0 1 1,1-1 0,-1 0 0,0 1 0,0-1 0,0 0 0,0 1 0,-1 2 0,2-2-1,-1 0 1,0 0-1,1 0 1,-1 0-1,1 0 1,-1 0-1,3 3 1,-2-3-3,0 0 0,-1 0 0,1 0 0,0 0 0,-1 0 0,1 0 0,-1 3 1,0-3-5,1-1 0,-1 1 1,0-1-1,0 1 0,1-1 1,-1 1-1,1-1 1,-1 1-1,1-1 0,-1 0 1,2 2-1,-1-2-2,0 0-1,-1 1 1,1-1 0,-1 0-1,1 0 1,-1 0-1,0 1 1,1-1 0,-1 0-1,0 0 1,0 2 0,0-2-2,0-1 0,0 1 0,0 0 1,0 0-1,1 0 0,-1 0 0,0-1 1,0 1-1,0 0 0,1 0 1,-1-1-1,0 1 0,1 0 0,-1 0 1,1-1-1,-1 1 0,1 0 0,0 0 1,0 0-2,-1-1 0,1 1 0,-1-1 0,0 1 0,1-1 0,-1 1 0,1 0 0,-1-1 0,0 1 0,0 0 0,1-1 0,-1 1 0,0 0 0,0-1 0,0 1 0,0 0 0,0 0 0,0 0 0,1 1 1,-1-1-1,1 1 0,-1-1 0,1 1 1,0-1-1,-1 0 0,1 1 0,0-1 1,0 0-1,0 0 0,0 0 0,0 1 1,0-1-1,0 0 0,1 0 0,-1-1 1,0 1-1,0 0 0,1 0 1,1 0-1,-1 1 4,1-1 0,-1 0 0,0 0 0,1 0 0,-1-1 0,1 1 0,-1 0 0,1-1 1,0 0-1,-1 1 0,1-1 0,2 0 0,86-24-3,-81 21 23,-1 0-1,0-1 0,0 0 0,0-1 0,0 0 0,-1-1 0,12-9 0,-13 9-38,-2 2-5,-1 0 1,1-1-1,-1 1 0,0-1 1,0 0-1,0 0 1,5-11-1,-1 4-38,-6 11 60,-1 0-1,0 0 1,0 0 0,0-1 0,-1 1-1,1 0 1,0 0 0,0-1 0,-1 1-1,1 0 1,-1-1 0,1 1 0,-1-1-1,0 1 1,1-3 0,-1-35 31,0 38-32,0 1 0,0-1 0,0 1 1,0-1-1,0 0 0,0 1 1,0-1-1,-1 1 0,1-1 1,0 1-1,0-1 0,0 1 1,-1-1-1,1 1 0,0-1 0,-1 1 1,1 0-1,0-1 0,-1 1 1,1-1-1,-1 0 0,-3-3 5,1-3 0,3 6-6,-1 0 1,1 1-1,0-1 1,-1 0-1,1 0 1,-1 0 0,1 1-1,-1-1 1,1 0-1,-1 0 1,1 1-1,-1-1 1,0 1-1,1-1 1,-1 0-1,-1 0 1,-29-25-20,18 18 26,1 1-1,-1 1 1,-1 0-1,1 0 1,-1 1-1,-28-5 1,39 9-6,1 1 0,-1 0 1,1 0-1,-1 0 1,1 0-1,-1 0 0,0 0 1,1 1-1,-1-1 1,1 1-1,-1-1 0,-3 3 1,-3 0 4,3-1-8,0 1 0,0 0 0,1 0 1,-1 0-1,1 1 0,-1 0 1,1 0-1,0 0 0,1 1 1,-6 6-1,9-10 1,0 0-1,0 1 1,0-1 0,0 0 0,0 1-1,0-1 1,0 0 0,0 0 0,-3 2-1,-5 4-15,8-4 8,1 0 0,-1-1 0,1 1 0,-1 0 0,1-1 0,0 1 0,0 0 0,0 0 0,0-1 0,1 4 0,-1 1-33,0-5 2,22-11-136,-4 3 41,-1-1 0,0-1 0,23-15 0,13-7-428,3-5-81,-28 16 340,-13 11 169,-1-2 0,-1 0-1,1-1 1,-2 0 0,21-22-1,-31 31 130,0 0 0,0 0 0,0 0 0,0 1 0,0-1 0,1 1 0,3-2 0,-5 2 4,1 0 0,-1 0-1,1 1 1,-1-1-1,1 0 1,-1-1-1,1 1 1,-1 0-1,0 0 1,0 0-1,1-1 1,-1 1 0,0-1-1,1-2 1,0 1-1,0-1 0,0 1 0,0-1 1,0 1-1,1 0 0,-1 0 0,1 0 1,4-4-1,30-21 14,2-1-19,-33 23 3,1 0 1,-1 0-1,1 1 1,1-1-1,11-5 1,-17 10 5,-1 0 0,1 1 0,0-1 0,-1 0 0,1 0 0,-1-1 0,1 1 0,-1 0 0,0 0-1,1-1 1,-1 1 0,0-1 0,2-2 0,5-4 27,-8 8-23,0 0 0,1 0 1,-1 0-1,0 0 0,0-1 1,1 1-1,-1 0 0,0 0 1,0 0-1,1-1 0,-1 1 1,0 0-1,0 0 0,0-1 1,1 1-1,-1 0 0,0-1 1,0 1-1,0 0 0,0-1 1,0 1-1,1 0 0,-1 0 1,0-1-1,0 1 0,0 0 1,0-1-1,0 1 0,0 0 1,0-1-1,0 1 0,0-1 0,0 1 0,0 0 0,0 0 0,0-1 0,0 1 0,0 0 0,0 0 0,0-1-1,0 1 1,0 0 0,0 0 0,0 0 0,1-1 0,-1 1 0,0 0 0,0 0 0,0 0 0,0-1-1,1 1 1,-1 0 0,0 0 0,0 0 0,0 0 0,1 0 0,-1-1 0,0 1 0,0 0 0,0 0-1,1 0 1,-1 0 0,0 0 0,1 0 0,10 0 573,-5 0 30,-6 0-598,0 0 1,0 0 0,0 0-1,0 0 1,0 0 0,0 0 0,0 0-1,0 0 1,0 0 0,0 0-1,0 1 1,0-1 0,1 0-1,-1 0 1,0 0 0,0 0-1,0 0 1,0 0 0,0 0-1,0 0 1,0 0 0,0 1-1,0-1 1,0 0 0,0 0-1,0 0 1,0 0 0,0 0 0,0 0-1,0 0 1,0 0 0,0 0-1,0 1 1,0-1 0,0 0-1,-1 0 1,1 0 0,0 0-1,0 0 1,0 0 0,0 0-1,0 0 1,0 0 0,0 0-1,0 0 1,0 1 0,0-1-1,0 0 1,0 0 0,0 0 0,-1 0-1,1 0 1,0 0 0,0 0-1,0 0 1,0 0 0,0 0-1,-7 7 643,5-6-713,2 0 90,-1 0 0,1 1 0,0-1 0,-1 0 0,1 0 0,0 0-1,0 0 1,0 0 0,0 1 0,0-1 0,0 0 0,0 0 0,0 0 0,0 2 0,1 0 70,-2-1-59,1 0 0,0 0 1,-1 0-1,1 0 0,-1 0 1,0 0-1,1 0 1,-3 3-1,-3 10 173,5-14-189,-6 21 246,0 0-1,-2-1 0,-11 21 0,6-18-30,2-1 0,-15 41 0,18-38-133,3-8-9,-14 32-1,11-34-56,4-6-6,0-1 1,-7 19-1,-43 145 203,45-123-188,8-33-26,-8 25 1,4-22-8,2 1 0,-4 34 0,2-7 11,2-13 16,-1 68 0,5-82-39,-2-1 0,-5 34-1,5-38-13,0 0 0,2-1-1,1 24 1,0-1 33,-1-38-24,0 1 1,0-1-1,0 0 1,0 1-1,0-1 1,0 0-1,-1 1 1,1-1-1,0 0 0,0 1 1,0-1-1,0 0 1,-1 0-1,1 1 1,0-1-1,0 0 1,-1 0-1,1 1 1,0-1-1,0 0 0,-1 0 1,1 1-1,0-1 1,-1 0-1,1 0 1,0 0-1,-1 0 1,1 0-1,0 0 1,-1 1-1,1-1 1,0 0-1,-1 0 0,1 0 1,0 0-1,-1 0 1,1 0-1,-1-1 1,1 1-2,-1 0 0,0 0 0,0 0 0,1 0 1,-1 0-1,0-1 0,0 1 0,1 0 0,-1-1 1,0 1-1,1 0 0,-1-1 0,1 1 0,-1-1 0,0 1 1,1-1-1,-1 1 0,1-1 0,-1 1 0,0-2 1,-1-1-7,0 1 0,0-1 1,0 1-1,-1 0 0,1-1 1,-1 1-1,-5-3 0,-8-8-5,-41-40-24,41 37 29,-25-30 0,35 39-18,0 1 0,-1 0 0,-9-6 0,-11-11-122,23 20 79,1-1 0,-1 1 1,0 0-1,-1 1 0,1-1 0,0 1 1,-1 0-1,-9-4 0,-18-8-689,24 6 258,7 8 425,1-1 0,-1 1 0,1-1 0,-1 1 0,1-1-1,-1 1 1,1 0 0,-1-1 0,1 1 0,-1 0 0,0-1 0,1 1 0,-1 0 0,0 0 0,1-1-1,-1 1 1,-1 0 0,2 0-35,0 0 0,-1 0 0,1 0 0,0 0-1,-1 0 1,1 0 0,0 0 0,0 0 0,-1 0 0,1 0 0,0 0-1,-1 0 1,1 0 0,0 0 0,0 0 0,-1 0 0,1-1-1,0 1 1,0 0 0,-1 0 0,1 0 0,0 0 0,0-1 0,-1 1-1,1 0 1,0 0 0,0 0 0,0-1 0,-1 1 0,1 0-1,0 0 1,0-1 0,0 1 0,0 0 0,0-1 0,0 1-1,0 0 1,-1 0 0,1-1 0,0 1 0,0 0 0,0-1 0,0 1-1,0 0 1,0 0 0,0-1 0,1 0 0,5-13-5100,-4 11 4842,11-12-3941,-4 7 2392,11-12-1248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17:32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111 180 1668,'0'-2'1788,"0"-44"2057,0 46-3826,0-1-1,0 1 0,0-1 0,0 1 1,0-1-1,0 1 0,1-1 1,-1 1-1,0-1 0,0 1 1,0-1-1,1 1 0,-1-1 0,0 1 1,1 0-1,-1-1 0,0 1 1,1-1-1,0 0 0,3-3 101,10-33 421,-6 13-87,-7 15-212,-1 9-196,0-1-1,0 0 1,0 0-1,0 0 1,0 1-1,0-1 1,0 0-1,0 0 1,1 1-1,-1-1 1,0 0-1,0 0 1,1 1-1,0-2 1,0 1 136,0-1 1,0 0-1,0 0 1,0 1 0,0-1-1,-1 0 1,1 0 0,0 0-1,-1 0 1,1 0-1,-1 0 1,0 0 0,0 0-1,0 0 1,0 0 0,0-3-1,0 5-152,0 0 0,0 1-1,0-1 1,0 0 0,0 0 0,0 0-1,0 1 1,0-1 0,0 0-1,0 0 1,1 1 0,-1-1 0,0 0-1,0 0 1,0 0 0,0 1 0,0-1-1,1 0 1,-1 0 0,0 0 0,0 0-1,0 0 1,1 1 0,-1-1-1,0 0 1,0 0 0,0 0 0,1 0-1,-1 0 1,0 0 0,0 0 0,1 0-1,-1 0 1,0 0 0,0 0-1,1 0 1,-1 0 0,0 0 0,0 0-1,1 0 1,-1 0 0,0 0 0,0 0-1,0 0 1,1 0 0,-1 0 0,0 0-1,0-1 1,1 1 0,-1 0-1,0 0 1,0 0 0,0 0 0,0-1-1,1 1 1,-1 0 0,0 0 0,0 0-1,0-1 1,0 1 0,0 0-1,0 0 1,1 0 0,-1-1 0,9 2 192,-2 3-171,-1-1 0,1 0 0,8 2 0,-6-2-31,-1 0 1,0 0-1,11 6 0,0 0-3,-17-8-10,0 0 0,0 0 0,1 0 0,-1 0 1,0 0-1,0 1 0,0-1 0,0 1 0,-1-1 0,1 1 1,2 3-1,13 10 102,-15-14-84,0 1-1,-1-1 0,1 0 1,0 1-1,0 0 0,-1-1 1,1 1-1,-1 0 0,0 0 1,1 0-1,-1 0 0,0 0 1,0 0-1,0 0 0,0 0 1,-1 0-1,1 0 0,0 0 1,0 4-1,-1-4-2,0-1-1,0 1 0,0 0 1,1 0-1,-1 0 1,1 0-1,-1 0 1,3 3-1,-2-3 20,0 0-1,-1-1 1,1 1-1,0 0 1,-1 0-1,1 1 1,-1-1-1,0 0 1,1 2-1,-2-1 16,1-1-1,0 1 0,-1 0 0,0-1 0,1 1 0,-3 3 0,2-3 30,0 0 0,0 0 0,0-1 0,1 1 0,-1 0 0,1 5 0,-1-5-14,1-1 0,-1 1 0,1 0 1,-1-1-1,0 1 0,0-1 1,0 1-1,0-1 0,0 1 1,0-1-1,-1 0 0,1 0 0,-1 0 1,0 0-1,-2 3 0,-6 4 242,-20 16 0,11-11-112,12-9-140,1-1 1,-1 0-1,-11 4 1,-6 4 6,18-9-64,1 0-1,0 0 1,-1-1 0,-8 3-1,9-4-34,0 1-1,0 0 0,0 0 0,-7 4 0,5-2-294,1-1-1,-1 1 0,1-1 0,-1-1 0,0 1 1,0-1-1,-11 2 0,13-4-648,1 1-1,-1-1 1,1 0 0,-1 0-1,1-1 1,0 1-1,-1-1 1,-4-1 0,-2-1-2453,0-2-3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59:27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506 550 892,'0'0'68,"1"1"-1,-1 0 1,0-1-1,0 1 1,0-1-1,1 1 1,-1-1-1,0 1 1,1-1-1,-1 0 1,1 1-1,-1-1 1,0 1-1,1-1 1,-1 0-1,1 1 0,-1-1 1,1 0-1,-1 1 1,1-1-1,-1 0 1,1 0-1,0 0 1,-1 0-1,1 1 1,-1-1-1,1 0 1,0 0-1,6 2 187,-5 0 341,0-2-430,5 0 14,-5 0 378,-4-2-378,-5-2-13,5 3-6,2 1-150,0 0-1,0 0 0,0 0 1,0 1-1,0-1 0,0 0 1,0 0-1,0 0 0,0 1 1,0-1-1,0 0 0,0 0 1,0 0-1,0 0 0,0 1 1,0-1-1,0 0 0,0 0 0,0 0 1,0 1-1,0-1 0,0 0 1,0 0-1,0 0 0,1 0 1,-1 0-1,0 1 0,0-1 1,0 0-1,0 0 0,0 0 1,1 0-1,-1 0 0,11 9 7443,-7-10-5929,-2 0-1684,-8-3 903,4 3-4,2 0-720,0 1 0,0 0 1,0 0-1,0 0 0,0 0 1,1-1-1,-1 1 0,0 0 1,0 0-1,0 0 0,0-1 1,0 1-1,0 0 0,0 0 1,-1 0-1,1 0 0,0-1 1,0 1-1,0 0 0,0 0 1,0 0-1,0 0 0,0-1 1,0 1-1,0 0 0,0 0 1,-1 0-1,1 0 0,0 0 1,0-1-1,0 1 1,0 0-1,-1 0 0,-8-1 1980,9 1-1980,0-1-1,0 1 1,0 0 0,0 0 0,0 0 0,1 0-1,-1-1 1,0 1 0,0 0 0,0 0 0,0 0 0,0-1-1,0 1 1,0 0 0,-1 0 0,1 0 0,0-1 0,0 1-1,0 0 1,0 0 0,0 0 0,0 0 0,0-1-1,0 1 1,0 0 0,0 0 0,-1 0 0,1 0 0,0 0-1,0 0 1,0-1 0,0 1 0,-1 0 0,-6-1 252,5 1-35,2-6 228,0 5-426,0 0 0,0 0 0,0 0 0,0 0 0,0 0 0,0 0 0,0 0 0,0 0 0,0 0 0,0 0 0,1 0 0,-1 0 0,1-2 1,0 3-32,-1-1 0,1 1 0,0-1 1,-1 1-1,1-1 0,-1 1 1,1-1-1,-1 0 0,1 1 1,-1-1-1,1 0 0,-1 1 1,1-1-1,-1 0 0,0 0 1,0 1-1,1-1 0,-1 0 1,0 0-1,0 0 0,0 1 1,0-1-1,0 0 0,0-1 1,9 0 26,6-12-32,-12 12-6,0 0 0,0 0 0,0-1 0,-1 1 0,1-1 1,2-3-1,5 0 1,-9 6 4,0-1 0,0 1 0,0-1-1,0 1 1,0-1 0,0 1 0,0-1 0,0 1 0,0-1 0,-1 0 0,2 0 0,-1 0 0,0 0 0,0 0 0,1 0 0,-1 0 0,0 1 0,1-1 0,-1 0 0,0 1 0,1-1 0,1 1 0,12-6-1,-5 0-2,1 0 0,0 1-1,0 0 1,0 0 0,1 2 0,-1-1-1,1 1 1,18-1 0,-18 0-15,-11 4 19,0-1-1,0 1 1,0 0-1,0-1 1,0 1-1,0 0 1,0-1-1,0 1 1,0 0 0,0 0-1,2 0 1,-1 0-2,-1 0 1,1 1-1,0-1 1,0 1-1,0-1 1,-1 1-1,1 0 1,2 1 0,-2-1-8,-2-1-6,-1 1 11,1 0 0,0 0 0,0-1 0,0 1 0,0 0-1,0-1 1,0 1 0,1 0 0,-1 0 0,0-1 0,0 1 0,0 0 0,1-1 0,-1 1 0,1 0 0,2 1-5,-2-2 8,-1 0-1,0 0 1,0 0 0,1 0-1,-1 0 1,0 0 0,0 0-1,0 0 1,1 0-1,-1 0 1,0 0 0,0 0-1,1 1 1,-1-1-1,0 0 1,0 0 0,0 0-1,0 0 1,1 1 0,-1-1-1,0 0 1,0 0-1,0 0 1,0 1 0,0-1-1,0 0 1,1 0-1,-1 1 1,0-1 0,0 0-1,0 0 1,0 0 0,0 1-1,0-1 1,0 0-1,0 0 1,0 1 0,0-1-1,0 1 1,0-1 0,0 0 0,0 0 0,0 0 0,0 1 0,0-1 0,0 0 0,0 0 0,0 1 0,0-1 0,0 0 0,0 0 0,0 1 0,0-1 0,0 0 0,0 0 0,0 0 0,1 1 0,-1-1 0,0 0-1,0 0 1,0 0 0,0 0 0,0 1 0,1-1 0,-1 0 0,0 0 0,0 0 0,0 0 0,1 0 0,-1 1 0,0-1 0,0 0 0,0 0 0,1 0 0,-1 0 0,0 0 0,0 0 0,1 0 0,-1 0 0,1 0 1,-1 0-1,0 0 1,0 0 0,1 0-1,-1 0 1,0 1-1,0-1 1,1 0-1,-1 0 1,0 0 0,0 0-1,1 0 1,-1 1-1,0-1 1,0 0-1,0 0 1,1 0 0,-1 1-1,0-1 1,0 0-1,0 0 1,0 0-1,0 1 1,1-1 0,-1 0-1,0 0 1,0 1-1,0-1 1,0 0-1,0 1 1,0-1 0,0 0-1,0 0 1,0 1-1,0-1 1,0 0-1,0 0 1,0 1 0,0 60 91,0-61-92,0 1 0,0-1 0,0 1 1,0-1-1,0 1 0,0-1 1,-1 0-1,1 1 0,0-1 1,0 1-1,0-1 0,0 1 0,-1-1 1,1 0-1,0 1 0,0-1 1,-1 0-1,1 1 0,0-1 0,-1 0 1,1 1-1,0-1 0,-1 0 1,1 1-1,-1-1 0,1 0 0,-1 1 1,1-1-1,-1 0 0,1 1 0,0-1 1,-1 1-1,1-1 0,0 0 0,-1 1 1,1-1-1,0 1 0,0-1 0,0 1 0,-1-1 1,1 1-1,0-1 0,0 1 0,0-1 1,0 1-1,0-1 0,0 1 0,0-1 1,0 2-1,0-1 1,-1 0 1,1 0-1,0 0 0,0 1 1,-1-1-1,1 0 0,-1 0 1,1 0-1,-1 0 1,1 0-1,-1 0 0,0 0 1,1 0-1,-1 0 0,0 0 1,-1 1-1,-8 12 17,7-5-6,2-8-12,1 1 1,-1-1 0,1 1-1,-1-1 1,0 0 0,1 1 0,-1-1-1,0 0 1,0 1 0,-2 1 0,-1 1-23,0 1 1,0-1-1,-5 9 1,6-8 25,0-1 1,0 1-1,-1-1 1,1 0-1,-6 4 1,4-4 27,0 0 0,1 1 0,0-1-1,0 1 1,-5 6 0,6-6-6,0-1-1,0-1 1,-1 1-1,1 0 1,-1-1-1,0 1 1,-4 2-1,-13 12 52,-27 41-72,-69 65 203,103-105-159,12-16-46,1-1 0,0 0 0,-1 0 0,1 0 0,-1 0 0,0 0 0,0 0 0,1-1 0,-1 1 0,-3 1 0,3-1-2,0 0 0,-1 1-1,1-1 1,0 1 0,1-1 0,-1 1-1,0 0 1,1-1 0,-1 1 0,-1 5-1,3-7 0,0-1 1,0 0-1,0 0 0,0 0 0,0 1 0,0-1 0,0 0 1,0 0-1,0 0 0,-1 1 0,1-1 0,0 0 0,0 0 1,0 0-1,0 0 0,0 1 0,-1-1 0,1 0 0,0 0 1,0 0-1,0 0 0,-1 0 0,1 0 0,0 1 0,0-1 1,0 0-1,-1 0 0,1 0 0,0 0 0,0 0 0,0 0 0,-1 0 1,1 0-1,0 0 0,-1 0 0,1 0 1,0 0-1,0 0 0,-1 0 0,1 0 1,0 0-1,0 0 0,0 0 0,-1 0 1,1 0-1,0 0 0,0 1 0,0-1 1,-1 0-1,1 0 0,0 0 0,0 0 1,0 0-1,0 1 0,-1-1 0,1 0 1,0 0-1,0 0 0,0 0 0,0 1 1,0-1-1,0 0 0,0 0 0,-1 1 1,1-1-1,0 0 0,0 0 0,0 1 0,0-1 1,0 0-1,0 1 0,0-1 0,0 0 0,1 0 0,-1 1 0,0-1 0,0 0 1,0 0-1,0 1 0,0-1 0,0 0 0,1 0 0,-1 0 0,0 1 0,0-1 0,0 0 1,0 0-1,1 0 0,-1 1 0,0-1 0,0 0 0,1 0 0,-1 0 0,0 0 1,0 0-1,1 0 0,-1 0 0,0 0 0,0 1 0,1-1 0,-1 0 0,0 0 1,0 0-1,1 0 0,-1 0 0,0 0 0,0 0 0,1-1 0,-1 1 0,1 0 0,-1 0-1,2 0-3,-2-1 8,0-4-4,0 4-3,22 1-4,0 0 26,33 7-11,-51-6-10,-1 0 1,0 0-1,0 0 0,1 0 1,-1 0-1,0 1 0,5 3 1,10 2-16,-17-7 16,0 1 0,1-1-1,-1 0 1,0 1 0,0-1 0,0 1 0,0-1 0,0 1-1,1 0 1,-1-1 0,1 3 0,1-1 6,0 0 0,0 0 0,0 0 0,0-1-1,1 1 1,-1-1 0,0 0 0,1 1 0,5 0 0,-1 0 1,3-1-5,22-1-2,-29 0-76,1-1 0,-1 1 0,1-1 1,-1 0-1,0-1 0,0 1 0,0-1 1,0 0-1,0 0 0,0 0 1,0 0-1,3-4 0,2 1-165,-7 3 131,1 0 0,-1 0 0,1 0 0,-1 0 0,0-1 0,0 1 1,0-1-1,2-3 0,9-10-374,-4 7 195,-6 6 171,0 0 0,0 0 0,0 0 0,0-1 0,-1 1 1,3-5-1,23-40-1177,10-19 69,-24 38 820,-8 16 318,0 1 1,0-1-1,4-16 0,-2-5 48,-4 19 44,0 0 0,-1 1 0,-1-1 0,1-17 0,-3 27-1,0 0 0,1 1 0,0-1 0,2-7 1,-1 7-1,-1 1 1,0-1-1,0 0 1,0-7 0,-1-147 1042,-1 153-908,1 1 1,-1-1-1,-3-9 1,3 9 55,-1 0 0,1 0 1,0-13-1,1 15-119,0 0 1,-1 0 0,1 0-1,-1 0 1,0 0-1,0 0 1,0 0-1,0 1 1,-1-1-1,-1-4 1,-19-53 1037,10 41-795,8 14-176,0 0 0,1 0 0,-5-12 0,6 12-44,0 1 0,0 0 0,0 0 0,0 0 0,-1 1 0,1-1-1,-7-7 1,4 6-2,1 0 1,0 0-1,-3-8 0,3 6 16,-14-13 45,17 20-141,0-1 0,0 1 0,0 0 0,0-1 0,0 1 0,0 0 0,0 0 0,0 0 0,0 0 0,-3-1 0,-4-6 95,5 6-72,1 0 0,0 1 0,-1-1 0,0 0 0,1 1 0,-1 0-1,0-1 1,0 1 0,1 0 0,-1 0 0,0 1 0,0-1 0,0 1 0,-3-1 0,-49-1 142,53 2-177,-11 0 35,1 2 1,-1 0-1,0 0 1,-21 8-1,-4 1 85,21-6-63,0 0 1,0 2 0,1 0 0,-1 0-1,2 2 1,-1 0 0,1 0 0,1 2-1,-27 23 1,25-19 3,-2 1 15,1 1 1,1 0-1,-16 22 0,-13 29 149,27-46-124,2 1 0,0 1 0,2 0-1,-18 41 1,22-39-30,-3 6 38,-9 33-1,1-2 20,-2 12 17,-13 156 303,30-175-376,3-30-21,3 41-1,1-29-21,0-23-21,0-1-1,1 0 1,5 17-1,2 11 19,-8-30-14,1 1 0,1-1 0,-1 0 1,2 0-1,0 0 0,6 11 0,-2-7 51,16 21 0,-19-31-47,-1 0-1,1-1 1,1 1-1,-1-1 1,1 0-1,7 5 1,41 25 108,-46-31-106,0 1 0,0-1 0,1 0 0,0-1 0,0 0 0,0 0 0,0-1 0,13 2 0,-4-1 16,11 2 21,-1-1 0,1-1 0,-1-2 0,1-1 0,0-1 0,-1-1 0,34-8 0,-26 4 16,71-15 134,-49 3-49,-26 7-78,2-2 40,0-2 0,-1-1 1,53-35-1,-71 40-33,1 0 1,-1-1 0,22-22-1,33-49 574,-59 67-485,-1 0 0,0 0 0,12-33 1,-8 5 29,-2 5-59,-5 22-89,-2 4 2,0 0 0,-1 0-1,4-26 1,1-28 123,6-68 67,-13 103-186,-2 0 1,-4-38-1,-29-183 325,29 233-355,-1 0 0,-1 0 0,-1 1 0,0 0 0,-17-28 0,20 39-20,-1 1 0,-9-13 1,-7-8 40,16 20-71,-1 1 0,-1 0-1,1 0 1,-1 0 0,-1 1 0,1 0 0,-1 1 0,0 0 0,0 0-1,0 1 1,-1 0 0,0 0 0,1 0 0,-1 2 0,-1-1-1,1 1 1,-14-2 0,-23-4-408,31 5 150,0 0 0,0 1 0,0 1 0,-18 0 1,3 4-657,0 1 1,1 2-1,0 1 1,0 1-1,0 2 1,-30 14-1,42-17 212,-2 1-1648,0 1 0,-32 21 0,-4 11-6084,31-21 4025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59:19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 42 140,'0'0'2497,"-2"0"-2417,-6 0 2,7 0 173,-1 0-216,-16 0 25,16 0-52,0 0-7,-5 0-5,5 0 646,2 0-629,0-1 1,0 1 0,0 0 0,0 0-1,0 0 1,0-1 0,0 1 0,0 0-1,0 0 1,0-1 0,0 1-1,0 0 1,0 0 0,0-1 0,0 1-1,0 0 1,0 0 0,0 0 0,0-1-1,0 1 1,0 0 0,-1 0-1,1-1 1,0 1 0,0 0 0,0 0-1,0 0 1,0 0 0,-1-1 0,1 1-1,0 0 1,-1 0 27,1 0-29,0 0 1,-1 0-1,1 0 0,0 0 0,-1 0 0,1 0 1,0 0-1,0 0 0,-1 0 0,1 0 0,0 0 1,-1 0-1,1 0 0,0 0 0,0 0 0,-1 0 1,1 0-1,0-1 0,0 1 0,-1 0 0,1 0 1,0 0-1,0 0 0,0-1 0,-1 1 0,1 0 1,0 0-1,0 0 0,0-1 0,0 1 0,-1 0 1,1 0-1,0-1 0,0 1 0,0 0 1,0 0-1,0-1 0,0 1 0,0 0 0,0-1 1,0 1-1,0 0 0,0-1 0,-20 0 600,19 1-601,1 0 0,0 0-1,0 0 1,0 0 0,0 0-1,0-1 1,0 1 0,0 0 0,0 0-1,0 0 1,0 0 0,0 0-1,-1 0 1,1 0 0,0 0 0,0-1-1,0 1 1,0 0 0,0 0-1,0 0 1,0 0 0,0 0-1,0 0 1,0 0 0,0-1 0,0 1-1,0 0 1,0 0 0,0 0-1,0 0 1,0 0 0,0 0 0,0 0-1,1-1 1,-1 1 0,0 0-1,0 0 1,0 0 0,0 0 0,0 0-1,0 0 1,0 0 0,0 0-1,0 0 1,0-1 0,0 1-1,1 0 1,-1 0 0,0 0 0,0 0-1,0 0 1,0 0 0,0 0-1,0 0 1,0 0 0,1 0 0,-1 0-1,0 0 1,0 0 0,0 0-1,0 0 1,0 0 0,0 0 0,1 0 68,-1 0 0,1-1 0,-1 1 0,1 0 0,-1 0 0,0-1 0,1 1 0,-1 0 0,1-1-1,-1 1 1,0 0 0,1-1 0,-1 1 0,0-1 0,0 1 0,1 0 0,-1-1 0,0 1 0,0-1 0,0 1 0,0-1 0,1 0 0,-1-11 6097,-2 12-5920,-5 0 13,5 0 584,4 0-668,-2 0-174,0 0 0,1 0-1,-1 0 1,0 0 0,1 0-1,-1 0 1,0 0 0,1 0-1,-1 0 1,0 0 0,1 0-1,-1 0 1,0 0 0,0 0 0,1 0-1,-1 1 1,0-1 0,1 0-1,-1 0 1,0 0 0,0 1-1,1-1 1,-1 0 0,0 0-1,0 1 1,0-1 0,1 0 0,-1 0-1,0 1 1,0-1 0,0 0-1,0 1 1,0-1 0,1 0-1,-1 1 1,0-1 0,0 0-1,0 1 1,0-1 0,0 0 0,0 1-1,0-1 1,0 0 0,0 1-1,0-1 1,-1 0 0,1 1-1,0-1 1,0 0 0,0 1 0,0-1-1,0 0 1,-1 0 0,1 1-1,-6 2-50,4-2 37,1-1 0,0 1 0,0-1 0,0 1 0,0-1 1,0 1-1,0 0 0,0 0 0,0-1 0,0 1 0,1 0 0,-1 0 0,0 0 0,0 0 0,0 1 0,-3 4 49,-1 0-1,0 0 1,0-1-1,0 0 1,-1 0 0,0 0-1,-10 6 1,-9 8 204,-5 8 336,-29 36 1,40-42-390,-113 116 500,124-126-672,0 0-1,0 0 1,-5 13 0,-5 6 35,16-27-45,-1 0 0,1 0 0,-1 0 0,0 0 0,0 0 0,-1-1 0,1 1 1,-5 2-1,8-5-19,0 0 1,0 0 0,0 0 1,-1 0-1,1 0 0,0 0 0,0 0 1,0 0-1,0 0 0,0 0 1,0 0-1,-1 1 0,1-1 0,0 0 1,0 0-1,0 0 0,0 0 0,0 0 1,0 1-1,0-1 0,0 0 1,0 0-1,-1 0 0,1 0 0,0 1 1,0-1-1,0 0 0,0 0 0,0 0 1,0 0-1,0 1 0,0-1 1,0 0-1,0 0 0,0 0 0,0 0 1,1 1-1,-1-1 0,0 8 12,0-7 4,0-2-1,0 1-21,0 0 1,0-1 0,0 1-1,1 0 1,-1 0 0,0 0-1,0 0 1,0-1 0,0 1-1,0 0 1,0 0-1,0 0 1,0 0 0,0-1-1,0 1 1,0 0 0,0 0-1,0 0 1,-1 0-1,1 0 1,0-1 0,0 1-1,0 0 1,0 0 0,0 0-1,0 0 1,0 0 0,0-1-1,0 1 1,0 0-1,-1 0 1,1 0 0,0 0-1,0 0 1,0 0 0,0 0-1,-1 0 1,-6 0-208,5 0-114,-18-7-10067,20 7 10225,-1-2-1342,0 2 1342,1-1 1,0 1-1,0 0 0,0 0 0,0-1 1,0 1-1,0 0 0,0 0 0,0-1 0,0 1 1,0 0-1,0 0 0,0-1 0,0 1 1,0 0-1,0 0 0,0-1 0,0-6-3123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4:59:19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935 272 1060,'1'-2'143,"0"1"1,0 0-1,-1-1 0,1 1 0,0-1 1,0 1-1,-1-1 0,1 1 0,-1-1 0,1 1 1,-1-1-1,0 0 0,0 1 0,0-1 1,0-1-1,0 0 26,1 0 0,-1 1 0,0-1 0,1 1 0,-1-1 1,2-3-1,2-1 106,-4 6-240,1 1-1,0-1 0,-1 0 1,0 0-1,1 0 0,-1 0 1,1 1-1,-1-1 0,0 0 1,0 0-1,1 0 0,-1 0 1,0 0-1,0 0 0,0 0 1,0 0-1,0 0 0,0 0 1,-1 0-1,1-2 1,-4-4 159,4 6-148,-1-1 0,0 0 0,0 1 1,1-1-1,-1 0 0,1 1 0,-1-1 0,1 0 0,0 0 0,0-2 1,0 1-8,-1 1 0,1-1-1,0 1 1,-1-1 0,0 1 0,1 0 0,-1-1 0,0 1 0,0 0 0,0 0 0,0-1 0,-1 1 0,-1-2 0,-3-3 182,0 0 0,-11-8 0,4 3 86,11 10-264,-1 1 1,1-1-1,0 1 1,0 0-1,-1 0 0,1 0 1,-1 0-1,1 0 0,-1 0 1,1 0-1,-5 0 1,-13-4 196,14 3-150,0 0-1,0 0 1,0 1 0,0 0 0,0 0 0,0 1 0,-9 0 0,-45 6 474,32-2-280,4 0 22,1 1 1,-1 0 0,-28 13 0,10-4 138,6-1 231,-58 30 0,68-29-341,0 2 1,-26 21-1,33-23-146,-4 5 110,0 1-1,1 1 1,2 1-1,0 0 1,-25 39-1,21-29-80,15-22-136,1 0 1,1 0-1,0 1 0,1 1 1,-10 22-1,7-12 33,2-4 56,-8 36 0,9-27-42,4-19-104,0 0-1,0 0 1,1 1-1,0-1 1,1 0 0,0 1-1,0-1 1,3 12 0,-1-9 6,1 1 0,1-1 0,0 0 0,1 0 1,0 0-1,1-1 0,0 0 0,12 16 0,-5-11 50,-7-7 25,1-1 0,0 0 0,0 0 0,1-1 1,11 8-1,-3-4 53,0 0 1,1-1-1,0-1 1,24 8-1,-10-8-38,0-1 0,1-2 0,0-1-1,0-1 1,0-2 0,0-1 0,46-6 0,-31-1 2,49-14-1,-45 8-50,-12 4 30,41-17 0,-68 21-46,1 0 1,-2-1-1,1-1 0,-1 1 0,0-2 0,12-10 1,-18 15-21,-1 0 1,1 1 0,-1-1 0,7-1 0,-7 2-6,0 0 0,0 0 0,0 0 1,0 0-1,0-1 0,6-4 0,15-28 187,-20 31-192,-2 1-11,-1 1 1,1-1 0,-1 0 0,1 0-1,-1 0 1,0 0 0,0 0 0,0-1-1,2-5 1,4-18 114,-5 16-44,1 0-1,-2 0 1,1 0-1,0-22 1,-3 23-32,-1 0-1,-3-12 1,2 11-22,0 1 0,0-16 0,1-6 25,-11-51 1,5 42-35,-2-30 4,-18-99 11,24 159-39,0 1 0,0 0 0,-1 0 0,-1 0 0,1 0 1,-2 1-1,1 0 0,-1 0 0,-10-12 0,9 16-8,0 0 0,0 0 1,-1 1-1,0-1 1,1 2-1,-1-1 0,-1 1 1,-12-3-1,17 5 1,-16-4-87,1 0 1,-1 2 0,0 0-1,0 2 1,0 0 0,-26 2-1,-117 22-3534,146-20 2560,3-1-874,1 0 0,0 1 0,-18 7 0,30-10 1649,0 1 1,1-1-1,-1 0 0,0 1 0,0-1 0,1 1 0,-1-1 1,0 1-1,0-1 0,1 1 0,-1 0 0,1-1 0,-2 2 1,0 11-3838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44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804 1 712,'9'0'924,"-7"0"-217,-4 1-240,-3 3-198,10-2-86,-3-2-13,-2 0-167,0 0 0,0 0-1,1 1 1,-1-1 0,0 0 0,0 0 0,0 1 0,0-1 0,0 0 0,0 0 0,0 1 0,0-1 0,0 0 0,0 0 0,0 0 0,0 1 0,-1-1 0,1 0-1,0 0 1,0 1 0,0-1 0,0 0 0,0 0 0,0 0 0,0 1 0,-1-1 0,1 0 0,0 0 0,0 0 0,0 0 0,-1 1 0,1-1-3,0 0 0,-1 0 1,1 0-1,-1 0 1,1 0-1,0 0 0,-1 0 1,1 0-1,-1 0 1,1 0-1,0 1 0,-1-1 1,1 0-1,0 0 0,-1 0 1,1 1-1,0-1 1,-1 0-1,1 0 0,0 1 1,0-1-1,-1 0 1,1 1-1,0-1 0,0 0 1,-1 1-1,1-1 0,0 0 1,0 1-1,0-1 1,0 1-1,0-1 0,0 0 1,0 1-1,0-1 1,0 1-1,0-1 0,0 0 1,0 1-1,0-1 0,0 1 1,0-1-1,0 0 1,0 1-1,-2 2-2,2-3 2,-1 0 0,0 1 0,1-1 0,-1 0 0,1 1 0,-1-1 0,0 1 0,1-1 0,-1 1 0,1-1-1,-1 1 1,1 0 0,0-1 0,-1 1 0,1-1 0,0 1 0,-1 0 0,1 0 0,0-1 0,0 1 0,-1 0 0,1-1 0,0 1 0,0 0 0,0 0 0,0-1 0,0 1 0,0 0 0,0 0 0,0-1-1,0 1 1,1 0 0,-1-1 0,0 1 0,0 0 0,1 0 0,-1-1 0,0 1 0,1 0 0,-1-1 0,1 1 0,-1-1 0,1 1 0,-1-1 0,1 1 0,-1-1 0,1 1 0,-1-1 0,1 1 0,0-1 0,-1 0-1,1 1 1,0-1 0,0 1 0,-1-2 5,0 1-1,0 0 1,0 0-1,0-1 1,0 1-1,0 0 1,0 0 0,0 0-1,0-1 1,1 1-1,-1 0 1,0 0-1,0 0 1,0-1-1,0 1 1,0 0-1,0 0 1,0 0-1,1-1 1,-1 1-1,0 0 1,0 0-1,0 0 1,0 0-1,1 0 1,-1 0-1,0-1 1,0 1 0,0 0-1,1 0 1,-1 0-1,0 0 1,0 0-1,1 0 1,-1 0-1,0 0 1,1 0 13,-1 0 0,0 0-1,0 0 1,1 0 0,-1 0 0,0 0 0,0 0 0,1-1 0,-1 1 0,0 0 0,0 0-1,1 0 1,-1 0 0,0 0 0,0-1 0,0 1 0,1 0 0,-1 0 0,0 0 0,0-1-1,0 1 1,0 0 0,1 0 0,-1 0 0,0-1 0,0 1 0,0 0 0,0 0 0,0-1-1,0 1 1,0 0 0,0 0 0,0-1 0,0 1 0,0 0 0,0-1 0,11 2 303,-11 0-173,0-4 243,-1 3-377,1 0 1,0-1-1,0 1 0,0 0 1,0-1-1,-1 1 1,1 0-1,0-1 0,0 1 1,0 0-1,-9-3 7213,9 3-7144,0 0 0,0-1 0,0 1-1,0 0 1,0 0 0,0 0 0,0-1 0,0 1 0,0 0-1,0 0 1,0-1 0,0 1 0,0 0 0,0 0-1,0-1 1,0 1 0,0 0 0,0 0 0,0 0 0,0-1-1,0 1 1,0 0 0,1 0 0,-1 0 0,0-1-1,0 1 1,0 0 0,0 0 0,0 0 0,1 0 0,-1-1-1,8 4 386,-7-2-424,0-1-1,0 1 1,-1-1-1,1 0 1,0 1-1,0-1 1,-1 0 0,1 1-1,0-1 1,0 0-1,0 0 1,-1 0-1,2 0 1,0 0 29,0 0 0,-1 0 0,1 0 0,0 0 0,0 1-1,-1-1 1,1 0 0,0 1 0,-1-1 0,1 1 0,0 0 0,-1 0 0,1-1 0,-1 1 0,1 0 0,-1 0 0,3 3 0,6 4 58,-8-7-89,0-1-15,5 0 1,-5 0 22,0 1 18,-1-1-58,-1 1 0,1-1 0,0 1 0,-1-1 0,1 1 0,-1-1 0,1 1 0,-1 0 0,1-1 0,-1 1 0,1 0 0,-1-1 0,1 1 0,-1 0 0,0-1 0,0 1 0,1 0 0,-1 0 0,0 0 0,0-1 0,0 1 0,0 0 0,0 0 0,0 0 0,0-1 0,0 2 0,0-1-2,0-1 0,0 1 0,0-1 0,0 1 0,0-1 0,0 0 0,0 1 0,0-1 0,1 1 0,-1-1 0,0 1 0,0-1 0,0 0 0,1 1 0,-1-1 0,0 1 0,0-1 0,1 0 0,-1 1 0,0-1 0,1 0 0,-1 0 0,0 1 0,1-1 0,0 1 2,-1-1 1,1 0-1,-1 1 0,0-1 1,1 0-1,-1 1 1,0-1-1,1 0 1,-1 1-1,0-1 0,1 1 1,-1-1-1,0 1 1,0-1-1,0 1 1,1-1-1,-1 1 0,0-1 1,0 1-1,0-1 1,0 1-1,0-1 1,0 1-1,0 0 0,0 0 14,0 1 0,0-1 0,1 0 0,-1 0 0,0 1 0,1-1-1,-1 0 1,1 0 0,-1 1 0,2 1 0,-1-2 1,0 0-1,-1 0 1,1 1 0,0-1-1,-1 0 1,1 1 0,-1-1-1,0 1 1,1-1 0,-1 3-1,1 16 170,-1-12-150,1 0-1,-1 0 0,-1 0 1,-2 15-1,1-17-21,0 1 0,1-1 0,-1 1 1,1 0-1,1 0 0,-1 9 0,1-11-5,-1 1 1,0 0-1,0-1 1,-1 1-1,-1 5 1,-2 5 7,3-11-17,0 1 1,0-1-1,-6 10 1,5-11-2,0 2 0,0-1 1,-3 10-1,3-4 10,0 0 0,-1 0-1,-10 18 1,9-18-8,-45 75 71,48-82-75,0 0-1,0 1 1,1-1-1,0 0 1,-2 5-1,2-4 1,0-1 0,0 0 0,-1 0 0,0 1 0,-2 3 0,-7 10 20,0 0 0,-13 30 0,17-32 1,-2 0 0,-15 20 0,11-16-9,4-5-6,7-11-7,0 0-1,-1 0 1,1 0-1,-1 0 0,0 0 1,-7 6-1,8-9-2,-2 2 0,1 0 1,-1 0 0,1 0 0,0 1 0,0-1 0,0 1 0,-4 6 0,5-5-1,-1-1 0,0 1 0,0-1 0,-8 7 0,-11 16 4,-16 24 17,0-1 8,35-46-28,0 0 0,-1 0-1,1 0 1,-8 6-1,8-7 6,-1 0-1,1 0 1,0 0-1,-4 7 0,0-1 17,1 0 1,-2-1-1,1 0 0,-15 12 0,6-5-6,-6 2-36,18-14 13,0 0 1,0 0-1,1 0 1,-1 0-1,1 1 1,0-1-1,-5 8 1,3-4 1,-1 0 1,1-1-1,-9 8 1,-11 13-2,-30 35 5,11-21-17,42-39 17,0 0 0,0 0-1,0 0 1,-1 0 0,1 0-1,-1-1 1,-3 3 0,3-3 3,1 1 0,-1-1 0,1 1 1,-1 0-1,1 0 0,0 0 0,-3 3 1,0 1 4,0-1 0,-1 0 0,-11 9 1,-5 3 16,13-10-23,-2 2-8,8-3 3,3-6 3,0 1 1,0-1-1,0 1 0,0-1 0,-1 0 0,1 1 0,0-1 0,-1 1 0,1-1 1,0 0-1,-1 1 0,1-1 0,0 0 0,-1 1 0,1-1 0,0 0 1,-1 0-1,1 1 0,-1-1 0,1 0 0,-1 0 0,1 0 0,-1 0 0,1 1 1,0-1-1,-2 0 0,-8 7 34,10-7-33,-1 1 0,1-1 0,-1 1 1,1-1-1,0 0 0,-1 1 1,1-1-1,-1 0 0,1 1 0,-1-1 1,1 0-1,-1 0 0,1 1 1,-1-1-1,1 0 0,-1 0 0,0 0 1,0 0-1,-1 1 5,2 4-15,0-4-20,2-4 94,-2 3-249,0 0 168,0 0 1,0 0-1,0 0 0,0 0 1,0 0-1,0 0 0,0-1 0,0 1 1,0 0-1,0 0 0,0 0 1,0 0-1,0 0 0,0 0 0,0 0 1,0 0-1,0 0 0,0 0 1,0 0-1,0 0 0,0 0 0,0 0 1,0-1-1,0 1 0,0 0 1,0 0-1,0 0 0,0 0 0,0 0 1,0 0-1,0 0 0,0 0 1,0 0-1,0 0 0,0 0 0,0 0 1,0 0-1,0 0 0,0 0 1,0 0-1,0 0 0,0 0 0,-1-1 1,1 1-1,0 0 0,0 0 1,0 0-1,0 0 0,0 0 0,0 0 1,0 0-1,0 0 0,0 0 1,0 0-1,0 0 0,0 0 0,0 0 1,0 0-1,-1 0 0,1 0 1,0 0-1,0 0 0,-9-9-2059,8 6 1453,0-1-1,0 0 1,1 1-1,0-1 0,-1 0 1,1 1-1,0-1 1,1-6-1,0-6-2391,-1-3-105,0-2-115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45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 1656,'0'-3'4190,"-2"13"-2986,-16 10-591,-26 22 0,20-21-250,0 12 95,15-25-340,5-3-30,-1-1 0,1 1 0,-5 7 1,3-4 71,0 1 0,-10 9 1,-2 3 91,8-7-53,-1 0 0,2 0-1,-14 27 1,8-14-60,12-22-103,0 0-1,0 0 1,0 1 0,1-1-1,-4 10 1,4-9-2,0 0 0,-1 0 0,-5 9 0,-6 13 53,11-17-61,0 0 0,1 0 0,0 0 0,0 0 0,2 1 0,-1 11 0,2-19-19,0 1 0,-1-1 0,2 0 0,-1 0 0,0 0 0,1 0 0,0 0 0,4 6 0,-2-3 6,0-1 0,0 1 0,1-1 0,6 6 0,-4-6-34,-1-1 0,1 0 0,0-1-1,10 6 1,5 3 7,11 0 88,-30-11-65,0-1-1,0 0 0,0 0 1,0 0-1,0 0 1,0 0-1,0-1 0,6 1 1,13 3-15,-2-2-248,-16 1-66,3 0-320,4 2-633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47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376 682 1444,'0'0'79,"1"0"0,-1 0 0,1 0 1,-1 0-1,1 0 0,-1 0 0,1 0 0,-1 0 0,0 0 0,1 0 0,-1-1 1,1 1-1,-1 0 0,0 0 0,1 0 0,-1-1 0,1 1 0,-1 0 0,0 0 0,1-1 1,-1 1-1,0 0 0,0-1 0,1 1 0,-1 0 0,0-1 0,0 1 0,1-1 1,-1 1-1,0 0 0,0-1 0,0 1 0,0-1 0,0-19 1093,0 18-1106,-1 0 0,1 0 0,0-1 0,0 1 0,0 0 0,0-1 0,0 1 0,1 0 0,-1 0 0,2-4 1,0 4-18,-2 1-40,1 1 0,-1-1 0,1 1-1,-1-1 1,1 1 0,-1-1-1,1 0 1,-1 1 0,0-1-1,1 1 1,-1-1 0,0 0-1,0 1 1,1-1 0,-1 0-1,0 1 1,0-1 0,0 0-1,0 0 1,0 1 0,0-1-1,0 0 1,0 1 0,0-1-1,0 0 1,-1-1 0,-2-2 44,2 3-39,1 1 0,-1-1 0,1 0-1,-1 0 1,1 0 0,-1 1 0,1-1 0,-1 0-1,1 0 1,0 0 0,0 0 0,-1 0 0,1 0-1,0-2 1,-1 1 13,0-1 0,1 1 0,-1 0 0,-1-1 0,1 1 0,0 0 0,0 0 0,-1 0 0,0 0 0,1 0 0,-1 0 0,0 0 0,0 0 0,-2-1 0,-4-5 122,-3-5 35,8 9-49,2 1-108,-4 2-6,0 1 0,-1-1 0,1 1 0,-1 0 0,1 0-1,0 0 1,-11 2 0,-28 18-4,38-18-11,1 0 0,-1 1 0,1 0 1,-1 0-1,1 0 0,0 1 0,0 0 1,1 0-1,-1 0 0,-5 7 0,-18 15 49,17-17-7,1 0 0,-1 2-1,2-1 1,-14 18 0,21-24-16,-1 0 1,0 0 0,0-1 0,-8 7 0,8-7 4,-1 1 1,1-1 0,0 1 0,-6 7 0,-9 23 163,13-24-162,0 0 0,-9 11-1,14-20-36,-1 0 0,1-1 0,-1 1-1,1 0 1,0 0 0,-1 0 0,1 0-1,0 0 1,0 0 0,0 0 0,0 0-1,0 0 1,0 0 0,0 0 0,0 0-1,0 0 1,0 0 0,0 0 0,1 0-1,-1 0 1,0 0 0,1 0 0,-1 0-1,1 0 1,-1 0 0,1-1 0,-1 1-1,1 0 1,0 0 0,0 0 0,4 10 43,-4-11-42,-1 1-1,0-1 1,0 0-1,0 1 0,1-1 1,-1 1-1,0-1 0,0 0 1,1 1-1,-1-1 0,0 0 1,1 0-1,-1 1 0,1-1 1,-1 0-1,0 0 0,1 1 1,-1-1-1,0 0 1,1 0-1,-1 0 0,1 0 1,-1 0-1,1 0 0,-1 0 1,1 1-1,11 0 33,-3-1-26,-1 0-1,0 0 0,1-1 1,-1 0-1,0-1 0,0 0 1,0 0-1,0 0 1,0-1-1,-1-1 0,14-7 1,19-10-9,-29 16 1,0-1 1,13-10-1,136-111 18,-130 101-23,-2-2 1,0-1-1,23-34 0,-30 34 4,-4 7 50,-1-1-1,-1 0 1,15-31 0,16-44 625,-27 64-263,-16 29-331,1 0 0,-1-1 0,0 1 0,-1 0 0,1-1 0,2-10 0,-3 4 69,-2 7-75,1 1 0,0-1 0,1 1 0,-1-1 0,1 1 0,2-5-1,-1 0 168,1 1-1,4-19 1,-3 10 33,-4 12-118,0 0 0,0 0 0,-1 0 0,0-1 0,0 1 0,-1-9 1,1-2 527,0 14-55,-1 2-618,1 0 0,0 0 0,0 0 0,0 0-1,0-1 1,0 1 0,0 0 0,-1 0 0,1 0 0,0 0 0,0 0 0,0 0 0,0 0 0,-1-1 0,1 1 0,0 0 0,0 0 0,0 0 0,-1 0 0,1 0 0,0 0 0,0 0 0,0 0 0,-1 0-1,1 0 1,0 0 0,0 0 0,0 0 0,-1 0 0,1 0 0,0 0 0,0 0 0,-1 1 0,-8 4 186,-7 10-142,15-14-60,-5 4 33,2 1 0,-1 0 1,1-1-1,-5 9 0,-9 13 81,-5 5 34,15-20-43,-14 18 0,10-15 6,0 1 0,1 0 0,-9 20 0,-13 19 244,-2 3 27,17-26-186,8-14-100,1 1 0,-9 28 0,-2 5-26,14-38-53,2-1-1,-4 15 1,6-20-10,1-2-7,0 0 1,0 0-1,1 1 1,1 8-1,-1 0-14,0-14 18,1 1 0,-1-1 0,1 0 0,0 0 0,-1 1 0,1-1 0,0 0 0,0 0 0,0 0 1,0 0-1,0 0 0,0 0 0,0 0 0,0 0 0,0 0 0,0-1 0,1 1 0,-1 0 0,0-1 0,0 1 0,2 0 0,32 10 61,-27-10-65,1 0-1,0-1 1,-1 0-1,1-1 1,0 1-1,-1-2 1,1 1-1,-1-1 1,1-1-1,-1 1 1,0-1-1,0-1 1,12-6-1,-12 5 19,0 1 0,0 0-1,11-3 1,16-7 25,37-31-74,-37 22 23,-26 17 12,0 0 0,0-1 0,0 0 0,-1 0 1,14-16-1,-20 20 1,7-9 13,0 1 0,18-16-1,-19 21-4,-6 5-7,-1 0 1,0 0-1,0 0 0,1 0 1,-1 0-1,0 0 0,0 0 1,0-1-1,0 1 0,0 0 1,0-2-1,6-5 18,4-6-24,-10 14 5,-1-1 1,0 1-1,0-1 0,1 1 0,-1-1 0,0 1 0,0-1 0,0 1 0,0-1 0,1 1 0,-1-1 1,0 1-1,0-1 0,0 1 0,0-1 0,0 1 0,0-1 0,0 1 0,-1-1 0,1 1 1,0-1-1,0 1 0,0-1 0,0 1 0,-1 0 0,1-1 0,-1 0 0,-8-8 19,-2-1-16,11 9-5,0 1-1,0-1 1,-1 1 0,1-1 0,0 1 0,-1-1 0,1 1 0,0 0 0,-1-1 0,1 1 0,-1-1 0,1 1 0,0 0-1,-1 0 1,1-1 0,-1 1 0,1 0 0,-1 0 0,1-1 0,-1 1 0,1 0 0,-1 0 0,0 0 0,1 0 0,-1 0-1,1 0 1,-1 0 0,0 0 0,-16 0-33,16 0 34,0-1-9,-1 1-1,1 0 1,-1 0-1,1 0 1,-1 0-1,1 0 1,-1 1-1,1-1 1,-1 0-1,1 1 1,-1-1-1,1 1 1,0-1-1,-1 1 1,-1 1-1,-16 5-5,17-6 0,1 2 0,0-3 14,1 0 1,-1 1-1,1-1 0,-1 1 1,1-1-1,-1 1 0,1 0 0,-1-1 1,1 1-1,0-1 0,0 1 1,-1 0-1,1-1 0,0 1 1,0 0-1,0-1 0,-1 1 1,1 0-1,0-1 0,0 1 1,0 0-1,0-1 0,0 1 1,1 0-1,-1-1 0,0 1 1,0 0-1,0-1 0,0 1 0,1 0 1,-1-1-1,0 1 0,1 0 1,-1-1-1,0 1 0,1-1 1,-1 1-1,1-1 0,-1 1 1,2 0-1,1 13-10,2-9-4,-2-2 22,0 0 1,0 0 0,-1 0-1,1 1 1,-1-1 0,0 1-1,0-1 1,0 1 0,-1 0-1,2 5 1,-3-9-6,1 1-1,-1 0 1,0 0 0,0-1-1,1 1 1,-1 0-1,0 0 1,1-1 0,-1 1-1,0 0 1,1-1 0,-1 1-1,1-1 1,-1 1 0,1-1-1,0 1 1,-1-1 0,1 1-1,-1-1 1,1 1 0,0-1-1,0 0 1,0 1-1,8 5-12,-3 0-11,-5-6 21,-1 0 0,0 0 0,1 0 0,-1 0 0,0 1-1,1-1 1,-1 0 0,0 0 0,1 1 0,-1-1 0,0 0 0,0 1 0,1-1 0,-1 0 0,0 1 0,0-1 0,0 0 0,1 1-1,-1-1 1,0 0 0,0 1 0,0-1 0,0 1 0,0-1 0,0 1 0,0 0-2,0-1 0,1 1 0,-1 0 0,0 0 0,0 0 0,0-1 0,1 1 0,-1 0 0,0 0 0,1-1 0,-1 1 0,0 0 0,1-1 0,-1 1 0,1 0 0,0 0 2,0 0 0,-1-1 0,1 1 0,-1 0-1,1 0 1,-1 0 0,1 0 0,-1-1 0,0 1-1,1 0 1,-1 0 0,0 0 0,0 0 0,0 0-1,0 1 1,1 7-13,-1-8 14,1 1 1,-1 0-1,0 0 1,0 0 0,0 0-1,0-1 1,0 1-1,-1 0 1,1 0-1,0 0 1,-1-1-1,-1 4 1,1-4 1,0 1-1,0-1 1,0 1 0,0 0-1,1 0 1,-1-1-1,0 1 1,1 0 0,-1 0-1,1 0 1,-1 0 0,1 0-1,0-1 1,0 1 0,0 0-1,0 4 1,0-5-15,0 3 27,0 0 0,0 0 1,0 0-1,0 0 1,1 0-1,0 4 0,0-7-31,1 0 5,-1 0-1,0 0 1,1-1 0,-1 1-1,1 0 1,-1-1-1,1 1 1,-1-1 0,1 1-1,2-1 1,40-7-31,-38 7-21,0-1 1,1 0 0,7-2 0,-5 0-32,-4 2 18,-1 0-1,1-1 0,-1 0 0,6-3 1,8-3-112,11-2-298,30-13 0,-8 3-119,-37 16 505,-1-1 0,-1 0 0,19-10 0,-10 3 51,-14 8 35,0 0 0,0 0 1,8-7-1,27-22 22,-23 18 17,-15 12-17,0 0 0,0-1 0,0 1 0,3-4 0,0 1 6,-7 6-13,0 0-1,1 0 1,-1-1-1,0 1 0,1 0 1,-1 0-1,0 0 1,1-1-1,-1 1 0,0 0 1,1-1-1,-1 1 1,0 0-1,0-1 0,0 1 1,1 0-1,-1-1 1,0 1-1,0 0 1,0-1-1,0 1 0,0 0 1,1-1-1,-1 1 1,0-1-1,0 0 2,0 1-1,0-1 1,0 0 0,0 1-1,0-1 1,0 1 0,1-1-1,-1 1 1,0-1 0,0 1-1,1-1 1,-1 1-1,0-1 1,1 1 0,-1-1-1,1 1 1,-1-1 0,0 1-1,1 0 1,-1-1 0,1 1-1,-1 0 1,1-1 0,0 1-1,0-1 3,-1 0 2,1 0-1,-1 0 1,0 0 0,1 0 0,-1 0 0,0 0 0,0 0 0,0 0 0,0 0 0,0 0 0,0 0-1,0 0 1,0 0 0,0 0 0,0 0 0,-1 0 0,1 0 0,0 0 0,-1-2 0,1 3-5,-1-1 2,0 0-1,0-1 1,0 1-1,0 0 1,0-1 0,1 1-1,-1-1 1,0 1-1,1-1 1,0 1-1,-1-4 1,1 4-5,0 1 0,0-1 0,-1 0 0,1 1 0,0-1 0,0 1 0,0-1 0,0 1 0,-1-1 0,1 0 0,0 1 0,-1-1 0,1 1 0,0-1-1,-1 1 1,1 0 0,0-1 0,-1 1 0,1-1 0,-1 1 0,1 0 0,-1-1 0,1 1 0,-1 0 0,1-1 0,-1 1 0,0 0 0,1 0 0,-1 0 0,1-1 0,-2 1 0,-9-7-119,10 7 112,1-2 9,-1 1 0,0 0 0,0 0 0,0 0-1,0 1 1,0-1 0,0 0 0,0 0 0,-1 0 0,1 1-1,0-1 1,0 1 0,-1-1 0,1 1 0,0-1 0,-1 1-1,1 0 1,0-1 0,-1 1 0,1 0 0,0 0 0,-1 0 0,-1 1-1,0-1 29,-1 1 0,1-1 0,0 1 0,0 0 0,0 0 0,-4 2 0,-11 4 1,14-5-24,0 1 0,1-1-1,-1 0 1,1 1 0,0 0 0,0 0-1,0 0 1,-3 4 0,-5 4 4,-11 19 3,19-27-8,1 0-1,0 0 1,-1 0-1,1 0 1,-3 6-1,4-5 0,-1-1-1,0 0 1,0 0-1,0 0 1,-5 5-1,5-5-3,0-1-1,0 1 1,1 0-1,-1 0 1,1 0-1,0 0 1,0 0-1,-1 4 1,-4 9-6,5-14 10,0 0 0,1 0-1,-1 0 1,1 0 0,0 1 0,0-1 0,0 0 0,0 0 0,0 0 0,0 4 0,1 2 1,-1-7-3,0-1 0,0 0-1,0 1 1,0-1 0,0 0 0,0 0-1,0 1 1,0-1 0,0 0-1,0 0 1,0 1 0,1-1-1,-1 0 1,0 0 0,0 1 0,0-1-1,0 0 1,1 0 0,-1 1-1,0-1 1,0 0 0,0 0-1,1 0 1,-1 0 0,0 1 0,0-1-1,1 0 1,-1 0 0,0 0-1,0 0 1,1 0 0,-1 0-1,0 0 1,0 0 0,1 1 0,-1-1-1,0 0 1,1 0 0,-1 0-1,0 0 1,0-1 0,1 1-1,-1 0 1,1 0-1,3 6-6,-3-6 8,0 1 0,0-1 1,0 1-1,1-1 0,-1 0 0,0 0 0,0 1 1,0-1-1,1 0 0,-1 0 0,0 0 0,0-1 1,1 1-1,-1 0 0,0 0 0,0-1 0,2 0 0,24-11 10,-11 5-8,-1-1-10,23-12 0,-24 14 6,-12 6 1,-1 0 0,1-1 0,-1 1 1,0-1-1,1 1 0,-1-1 0,0 0 0,1 1 0,-1-1 0,2-2 0,4-3 7,-7 6-7,1 0 0,-1 0 0,0 0 1,1 0-1,-1-1 0,0 1 0,1 0 0,-1 0 0,0-1 0,1 1 0,-1 0 0,0 0 0,0-1 0,0 1 0,1 0 0,-1-1 0,0 1 0,0 0 0,0-1 0,0 1 0,1 0 0,-1-1 0,0 0-2,1 1-1,-1 0 1,1 0-1,-1 0 1,1 0-1,-1 0 0,1-1 1,-1 1-1,1 0 1,-1 0-1,1 0 1,-1 0-1,1 0 0,-1 1 1,1-1-1,-1 0 1,1 0-1,-1 0 1,1 0-1,0 1 0,-1 0 1,0 1 0,0-1 0,0 1 0,0-1-1,0 1 1,1-1 0,-1 1 0,1-1 0,-1 1-1,1-1 1,-1 1 0,1-1 0,0 0-1,0 1 1,0-1 0,-1 0 0,1 0 0,1 1-1,-1-1 1,0 0 0,0 0 0,0 0 0,0 0-1,1-1 1,1 2 0,1 11 2,3-11 14,-6-1-11,0-1 0,0 1-1,0-1 1,-1 1-1,1-1 1,0 0 0,0 1-1,0-1 1,0 0-1,-1 0 1,1 0 0,0 1-1,0-1 1,2 0-1,18-1 9,0-1 0,0-1-1,0-1 1,26-7 0,85-37-37,-115 40 20,-11 5 9,0 0 0,0 0 0,10-2 0,-11 4 1,-1 0 0,0-1 0,0 0-1,0 1 1,-1-1 0,1-1 0,0 1 0,-1 0 0,4-4 0,8-5-14,-10 7-2,-1 0 1,0 1-1,0-2 0,6-8 0,-6 8 2,-3 2-3,0 0 1,-1 0-1,1 0 0,-1 0 0,0 0 0,1 0 0,-2 0 0,1 0 1,0 0-1,0 0 0,-1 0 0,-1-3 0,-1 3-18,3 3 24,-1 0-1,1-1 0,-1 1 1,1 0-1,0-1 1,-1 1-1,1-1 1,-1 1-1,1 0 0,0-1 1,0 1-1,-1-1 1,1 1-1,0-1 0,0 1 1,0-1-1,-1 1 1,1-1-1,0 0 1,0 1-1,0-1 0,0 1 1,0-1-1,0-1 2,-1 1 1,1 0-1,0 0 0,-1 0 0,1 0 0,-1 0 1,0 0-1,1 0 0,-1 0 0,0 0 0,0 0 0,0 0 1,0 0-1,0 0 0,0 0 0,0 1 0,0-1 0,0 0 1,0 1-1,0-1 0,0 1 0,0 0 0,0-1 0,-2 0 1,-6-3-18,8 4 21,-1-1 1,1 1-1,-1-1 1,1 1-1,-1 0 1,0 0-1,1 0 1,-1-1-1,1 2 1,-1-1 0,1 0-1,-1 0 1,0 0-1,1 1 1,-1-1-1,1 1 1,-1-1-1,1 1 1,-2 0-1,-11 3 16,11-3-19,-1-1 0,0 1 0,1 0 0,-1 1 0,1-1 0,-1 1 0,1-1 0,0 1 1,-1 0-1,1 0 0,0 0 0,0 1 0,1-1 0,-5 5 0,5-3 0,-1 0 0,1 1 1,-1-1-1,-1 0 0,-6 7 1,3-5 2,4-3 2,0-1 0,0 1-1,1 0 1,-1 0-1,1 0 1,0 0 0,-1 0-1,2 0 1,-4 7-1,-14 12 1,17-18 1,1-2 0,-1 1 1,1 0-1,-1-1 1,1 1-1,0 0 1,0 0-1,-1 6 1,2-8-2,0 0-1,0 0 1,0-1-1,0 1 1,0 0 0,-1 0-1,1 0 1,0 0-1,-1 0 1,1-1 0,0 1-1,-1 0 1,1 0-1,-1 0 1,0 0 0,0 0-1,1-1 1,-1 1 0,1 0-1,-1-1 1,1 1 0,-1 0-1,1 0 1,0 0 0,-1-1 0,1 1-1,0 0 1,0 0 0,0 0-1,0 0 1,-1 0 0,1 0 0,1-1 0,-1 0 0,0 0 0,0 0 0,0 1 0,0-1 0,0 0 0,0 0 0,0 0 0,0 1 1,0-1-1,1 0 0,-1 0 0,0 0 0,0 0 0,0 1 0,0-1 0,0 0 0,1 0 0,-1 0 0,0 0 0,0 0 1,0 0-1,1 1 0,-1-1 0,0 0 0,0 0 0,1 0 0,-1 0 0,0 0 0,0 0 0,0 0 0,1 0 0,-1 0 1,0 0-1,1 0 0,-1 0 0,0 0 0,0 0 0,1 0 0,-1 0 0,0 0 0,0 0 0,0 0 0,1 0 0,-1 0 0,0 1 0,0-1 0,0 0 0,1 0 0,-1 0 0,0 0 0,0 0 1,0 1-1,0-1 0,0 0 0,1 0 0,-1 0 0,0 0 0,0 1 0,0-1 0,0 0 0,0 0 0,0 0 0,0 1 0,0-1 0,0 0 0,2 2-2,-1-1 0,0 0-1,0 0 1,1 0 0,-1 0 0,0 0-1,1-1 1,-1 1 0,1 0-1,-1-1 1,1 1 0,0-1 0,-1 1-1,1-1 1,-1 0 0,1 0-1,0 0 1,-1 0 0,1 0 0,1 0-1,21-6-29,-19 6-15,0-1 0,-1 0 0,1 0 0,0-1 1,-1 0-1,1 1 0,4-5 0,14-4-370,-19 8 345,0 1 0,0-1 0,0 0 0,-1 0 0,1 0 0,5-5 0,-7 5 43,1-1 0,-1 1 0,0 0 0,1 1 0,-1-1 0,1 0 1,0 1-1,-1-1 0,1 1 0,5-2 0,-4 2 18,-3 1 11,0 0 1,-1 0-1,1 0 1,0 0-1,0 0 1,-1-1-1,1 1 1,0 0-1,0 0 1,-1-1-1,1 1 1,0-1-1,-1 1 1,1 0-1,0-1 1,-1 1-1,1-1 1,-1 1-1,1-1 1,-1 0-1,1 1 1,-1-1-1,1 1 1,-1-1-1,0 0 1,1 0-1,-1 1 1,0-1-1,0 0 1,1 1-1,-1-1 0,0 0 1,0-1-1,0 1 16,0-5 154,0 6-151,0 1 0,0-1 0,1 1 0,-1-1 0,0 0 0,0 1 0,0-1 0,0 1 0,0-1 0,0 0 0,-1 1 0,1-1 0,0 1 0,0-1 0,0 0 0,0 1 0,0-1 0,0 1 0,-1-1 0,1 0 0,0 1 0,0-1 0,-1 0 0,1 0 0,0 1 0,-1-1 0,1 0 1,0 1-1,0-1 0,-1 0 0,1 0 0,-1 0 0,1 1 0,-4 1-55,4-2 40,0 0 1,-1 1 0,1-1 0,0 1 0,0-1-1,-1 0 1,1 1 0,0-1 0,0 1 0,0-1-1,0 0 1,0 1 0,0-1 0,0 1 0,0-1 0,0 1-1,0-1 1,0 0 0,0 1 0,0 0 0,-2 10 342,0-7-256,1-2-33,0-1-1,1 1 1,-1-1 0,0 1 0,0 0 0,1 0-1,-1-1 1,1 1 0,0 0 0,-1 0 0,1 2-1,0-1 32,0-1 0,-1 1 0,1 0 0,-1 0 0,0 0 1,0 0-1,0-1 0,0 1 0,0 0 0,-3 3 0,-5 15 367,5-7-99,-1 1 1,-10 19 0,12-28-282,-4 9 159,1 0 1,-9 30 0,12-30-145,2-7-53,-1 0 0,0 0 1,-3 8-1,2-8-11,1 1 1,0-1-1,-2 11 0,3-10-15,-1 0-1,0 0 1,-4 9-1,-16 64 71,15-63-53,-22 48 79,25-59-118,0 0 0,-1 0 0,0-1 1,0 0-1,-13 12 0,15-16 6,0-1 1,0 0-1,-1 0 1,1 0 0,-1-1-1,0 1 1,1-1-1,-1 0 1,0 0 0,0 0-1,0-1 1,0 1-1,1-1 1,-1 0 0,0 0-1,0 0 1,0-1-1,-6 0 1,-3-3-29,7 2-115,0 0-1,0 0 0,0 0 0,0-1 0,-8-5 0,-63-46-7560,44 32 2115,13 9 2576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48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429 468 260,'1'0'196,"0"1"-37,-1-1-1,1 0 0,-1 1 0,1-1 0,0 0 1,-1 1-1,1-1 0,-1 1 0,1-1 0,-1 1 0,1-1 1,-1 1-1,1-1 0,-1 1 0,0-1 0,1 1 0,-1 0 1,0-1-1,0 1 0,1 0 0,-1 1 0,0-2-136,0 0-1,0 0 0,0 0 0,0 1 1,0-1-1,1 0 0,-1 0 1,0 0-1,0 1 0,0-1 0,0 0 1,0 0-1,0 0 0,1 1 0,-1-1 1,0 0-1,0 0 0,0 0 1,0 0-1,1 0 0,-1 1 0,0-1 1,0 0-1,0 0 0,1 0 0,-1 0 1,0 0-1,0 0 0,0 0 1,1 0-1,-1 0 0,0 0 0,1 0 1,-1 0-2,0 0 1,0 0-1,1 0 1,-1 0-1,0 0 1,0 0-1,0 0 1,1 0-1,-1 0 1,0 1-1,0-1 1,0 0-1,1 0 1,-1 0-1,0 0 1,0 0-1,0 0 1,1 1-1,-1-1 1,0 0-1,0 0 1,0 0-1,0 0 1,0 1-1,1-1 1,-1 0-1,0 0 1,0 0-1,0 1 1,0-1-1,0 0 1,0 0-1,0 1 0,0-1-10,0 0-1,0 1 1,0-1-1,1 0 1,-1 1-1,0-1 0,0 0 1,0 0-1,0 1 1,0-1-1,1 0 0,-1 0 1,0 1-1,0-1 1,0 0-1,1 0 0,-1 0 1,0 1-1,0-1 1,1 0-1,-1 0 0,0 0 1,0 0-1,1 0 1,-1 1-1,0-1 0,1 0 1,-1 0-1,0 0 1,1 0-1,-1 0 0,0 0 1,0 0-1,1 0 1,-1 0-1,0 0 0,1 0 1,-1-1-1,2 1 153,-2 22 1384,0-17-1354,0-4-151,1 1-1,-1-1 1,0 0 0,0 0-1,0 0 1,0 0 0,0 1-1,-1-1 1,1 0 0,0 0-1,0 0 1,-1 0 0,1 0-1,-1 0 1,1 0 0,-1 1-1,1-1 1,-1-1-1,0 1 1,1 0 0,-1 0-1,0 0 1,0 0 0,0 0-1,-1 0 1,-31 27 870,-24 14 15,37-26-794,15-11-95,-1-1-1,0 1 1,-10 4-1,-37 17 88,19-9-56,-65 24-1,86-36-63,10-4-2,0 1 1,-1-1-1,1 0 1,0 0-1,0 0 0,-1-1 1,1 1-1,-4-1 1,-33 0 28,39 0-30,1 0 0,-1 0 0,1 0 0,-1 0 0,1 0 0,-1 0 0,1 0-1,-1 0 1,1 0 0,-1-1 0,1 1 0,-1 0 0,1 0 0,0-1 0,-1 1 0,1 0 0,0-1 0,-1 1 0,1 0 0,0-1 0,-1 1-1,1 0 1,0-1 0,-1 1 0,1-1 0,0 1 0,-1-1 0,-2-4 12,-6 1 0,9 4-14,-1 0 1,0-1 0,1 1 0,-1 0 0,1 0 0,-1-1-1,1 1 1,-1 0 0,0-1 0,1 1 0,-1 0 0,1-1 0,0 1-1,-1-1 1,1 1 0,-1-1 0,1 1 0,0-1 0,-1 1-1,1-1 1,0 0 0,-1 1 0,1-1 0,0 1 0,0-1-1,0 0 1,0 1 0,-1-1 0,1 0 0,0 1 0,0-1 0,0 1-1,0-1 1,1-1 0,-1-5-25,1 1-1,0-1 1,0 0 0,1 1 0,0-1-1,0 1 1,0 0 0,1-1-1,3-5 1,-1 3-70,1 0 0,0 1-1,0-1 1,1 1 0,9-8-1,20-26-402,38-19 67,123-105 438,-179 152-6,-1-1 0,-1 0 1,-1-2-1,0 1 1,14-22-1,-27 35 1,1 0 0,0 0-1,-1 0 1,1 0 0,6-4 0,-7 5-1,-1 1 0,1 0 0,0-1 0,0 0-1,-1 1 1,1-1 0,-1 0 0,1 0 0,-1 0 0,0 0 0,0 0 0,1-3 0,2-7 6,-2 7-6,0 0 0,-1 0 1,0 0-1,0 0 0,0 0 1,0-9-1,-1-47 36,0 59-40,0 1 0,-1-1 0,1 0 0,-1 0 0,0 0 0,1 0 0,-1 1 0,0-1 0,0 0 0,0 0 0,0 1 0,0-1 0,0 1 0,-1-1 1,1 1-1,0 0 0,-1-1 0,1 1 0,-4-2 0,-2 1-47,4 0 51,0 1 0,0 0 0,0 0-1,0 1 1,0-1 0,0 1 0,-1-1 0,1 1 0,0 0-1,0 0 1,0 0 0,-1 1 0,-3 0 0,1 2 21,-1 0 1,1 0-1,0 1 0,-8 6 1,-2 0-20,12-7 1,0 1-1,0-1 0,1 1 1,-1-1-1,1 1 1,-6 8-1,5-6 11,0-1 0,-1 0 0,-8 8 0,6-7 4,5-5-12,0 0 1,0 0 0,1 0 0,-1 1 0,0-1 0,1 1 0,-1-1-1,1 1 1,0-1 0,0 1 0,-1 0 0,1 0 0,-1 2 0,2-2 0,-5 11 68,0 1-1,-9 17 1,0-5 77,6-14-27,2 1 0,-1-1 0,2 1 1,-8 22-1,10-18 0,2-9-42,-1 0 0,-5 13 1,4-9 15,0 1 1,1-1-1,0 0 1,0 1-1,2-1 0,-1 1 1,3 14-1,-2 3 99,1-25-179,-1-1 0,1 0 1,-1 0-1,1 0 0,0 0 0,0 0 0,1 0 0,-1 0 1,5 7-1,1 0 9,15 19 0,-21-29-26,3 2 4,-1 0 1,0 0-1,1 0 0,0-1 1,0 1-1,0-1 0,0 0 0,0 0 1,0 0-1,0-1 0,1 1 1,-1-1-1,6 1 0,-1-1-101,0 1 1,1-2-1,-1 1 0,0-1 0,16-2 0,-9-2-864,-1 0 1,1-1-1,-1-1 0,-1-1 0,19-10 0,-12 6-1059,3-3-763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50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254 517 1416,'0'0'2361,"0"-8"-930,0 7-1404,0 0 0,0 0 0,-1 1 0,1-1 0,0 0 0,0 1 0,0-1 0,-1 0 0,1 1 0,0-1 0,-1 0 0,1 1 0,-1-1 0,0 0 1,1 0-2,-1 1 0,0-1 0,1 0 0,-1 0 0,1 0 0,-1 0 0,1 0 0,-1 0 0,1 0 0,0 0 0,0 0 0,-1 0 0,1 0 0,0-2 1,0-1 35,0 0 1,-1 0 0,1 0-1,-1 0 1,0 1 0,0-1-1,0 0 1,-3-5 0,4 8-58,-1-4 71,-1 0 0,2-1 0,-1 1 0,1 0 0,0 0 0,0-1 0,1-7 0,0-5 81,-1 16-137,0 0 0,0 0 0,0 0 0,0 0 0,0 0 0,0 0 0,-1 0 0,1 0 0,-1 0 0,1 0 0,-1 0 0,0 0-1,0 0 1,-1-2 0,0 0 25,1 2-22,1-1 1,-1 1-1,1-1 1,0 1-1,0-1 1,0 1-1,0-1 1,0-3 0,1 4-2,-1 0 0,0 0 0,0 0 0,0 0 0,0 1 0,0-1 0,0 0 1,0 0-1,-1 0 0,1 0 0,-2-3 0,-3 3 49,5 2-63,0 0 0,0-1 0,0 1 0,-1 0 0,1 0 0,0 0 0,0 0 0,0 0-1,-1 0 1,1 0 0,0 0 0,0 0 0,0-1 0,0 1 0,-1 0 0,1 0 0,0 0 0,0 0 0,0 0-1,0-1 1,0 1 0,0 0 0,-1 0 0,1 0 0,0-1 0,0 1 0,0 0 0,0 0 0,0 0 0,0-1-1,0 1 1,0 0 0,0 0 0,0-1 0,0 1 8,0 0 0,-1-1-1,1 1 1,0-1 0,0 1 0,0 0 0,-1-1-1,1 1 1,0 0 0,-1-1 0,1 1-1,0 0 1,-1 0 0,1-1 0,0 1 0,-1 0-1,1 0 1,0-1 0,-1 1 0,1 0 0,-1 0-1,1 0 1,0 0 0,-1 0 0,1 0-1,-1 0 1,-10-2 211,7 3-223,0 0 0,0 0 0,0 0-1,0 0 1,0 1 0,0-1 0,0 1 0,0 0 0,1 0 0,-1 1 0,1-1 0,0 1 0,-1-1-1,-2 4 1,-16 11-37,16-13 30,3-2 18,-1 0 0,1 0-1,-1 1 1,1-1-1,0 1 1,0 0-1,0 0 1,0 0-1,-4 7 1,-2 10 134,8-16-96,0 0 1,-1-1 0,0 1 0,1-1 0,-5 6 0,1-1 18,0 1 0,1-1-1,0 1 1,1 0 0,-4 14 0,4-15-62,-1 20 32,3-26-30,0 0-1,0 0 1,0 1 0,0-1-1,0 0 1,0 1-1,1-1 1,-1 1 0,1-1-1,-1 1 1,1-1-1,0 5 1,0 1 42,0-5-40,0 1-1,0-1 1,0 1 0,1-1 0,1 7-1,-2-9-26,1 1-1,0-1 1,0 1-1,0-1 1,0 0 0,0 1-1,0-1 1,0 0-1,0 0 1,0 0-1,1 0 1,-1 0 0,0 0-1,2 1 1,-1-1 18,0-1 0,0 1 0,0-1 0,0 0 0,0 1 0,0-1 1,0 0-1,0 0 0,1 0 0,-1 0 0,2-1 0,4 0 15,-5 1-13,-1-1 1,1 1-1,0-1 1,-1 1-1,1-1 1,-1 0-1,1 0 1,-1 0-1,0-1 1,0 1-1,1-1 1,2-1-1,17-10 29,31-16-50,-43 23-9,-1 0 1,0-1-1,0 0 0,0 0 1,-1-1-1,10-11 1,9-9 10,-13 15 8,-1 1-2,-1 0 0,0 0 1,16-23-1,12-13 7,8-19-8,-40 57-26,-3 4 9,-1 0-1,1 0 0,4-7 0,4-7 3,-10 16 22,0 0-1,-1 0 1,1 0-1,-1 0 1,3-6-1,0-4 96,0-1 0,10-17 0,-12 27-84,-2 5-10,0-1 0,-1 0 0,1 0 0,-1 0 0,1 1-1,-1-1 1,1 0 0,-1 0 0,0 0 0,1 0 0,-1 0 0,0 0 0,0 0 0,0 0 0,1 0 0,-1-1 0,0 1 0,0-1 0,0 1 0,0-1 0,1 1 0,-1 0 0,1-1 0,-1 1 0,1 0 0,-1 0 0,2-2 0,-1 2-1,0 0 1,-1-1 0,1 1 0,-1 0-1,1-1 1,-1 1 0,1 0 0,-1-1-1,0 1 1,1-2 0,-1 2 0,0 0-1,0 0 1,0 1-1,0-1 1,0 0-1,0 0 1,1 0-1,-1 0 1,0 1-1,1-1 1,-1 0-1,0 0 1,1 1 0,-1-1-1,2-1 1,-1 1 4,-1 1 1,1-1 0,-1 0 0,1 0 0,-1 1 0,1-1-1,-1 0 1,0 0 0,1 0 0,-1 0 0,0 1 0,0-1-1,0 0 1,0 0 0,1-2 0,0-8 828,-1 11-752,0 0 0,0-1 0,1 1-1,-1 0 1,0 0 0,1 0 0,-1-1 0,0 1 0,1 0 0,-1 0 0,0 0 0,1 0 0,-1 0-1,0 0 1,1-1 0,-1 1 0,0 0 0,1 0 0,-1 0 0,0 0 0,1 0 0,0 1 0,1-1 404,-13 0-141,11 0-344,-1-1 1,1 1-1,-1 0 1,1 0-1,-1 0 1,0 0-1,1 0 1,-1 0-1,1 0 0,-1 0 1,1 0-1,-1 0 1,1 0-1,-1 0 1,1 0-1,-1 0 1,1 1-1,-1-1 1,1 0-1,-1 1 1,0-1-6,1 1 1,0 0 0,0-1 0,0 1 0,-1-1 0,1 1-1,0 0 1,-1-1 0,1 1 0,0-1 0,-1 1-1,1-1 1,-1 1 0,1-1 0,-1 1 0,1-1-1,-1 0 1,1 1 0,-1-1 0,0 1 0,0-1 4,0 1-11,-1 0 4,0 0 4,1 1 0,-1-1 0,1 0 0,-1 0 0,1 1 0,0-1 0,0 0 0,0 1 0,-1-1 0,1 1 0,1 0 0,-1-1 0,0 1 0,0 0 0,1 0 0,-1-1 0,1 1 0,-1 0 0,1 3 0,0-5 2,0 1 0,0-1 0,0 1 0,0-1 0,-1 1 0,1-1-1,0 0 1,0 1 0,0-1 0,0 1 0,-1-1 0,1 1 0,0-1 0,0 1-1,-1-1 1,1 0 0,0 1 0,0-1 0,-1 0 0,1 1 0,-1-1-1,1 0 1,-1 1 0,1-1 0,-1 0 0,1 1 0,0-1 0,-1 0 0,1 1 0,-1-1 0,1 0-1,0 1 1,0-1 0,-1 1 0,1-1 0,0 0 0,0 1 0,-1-1 0,1 1 0,0-1 0,0 1 0,0-1-1,0 1 1,0-1 0,0 1 0,0-1 0,0 1 0,0 0-1,0-1-1,0 1 1,0-1-1,0 1 1,0-1-1,-1 0 1,1 1-1,0-1 1,0 1-1,0-1 1,0 1 0,0-1-1,-1 0 1,1 1-1,0-1 1,0 0-1,-1 1 1,1-1-1,0 1 1,-1-1 0,1 0-1,0 0 1,-1 1-1,0-1 1,1 1 0,0-1 0,-1 0 0,1 0 0,-1 1 0,1-1 0,0 1 1,-1-1-1,1 0 0,0 1 0,-1-1 0,1 1 0,0-1 0,0 1 0,-1-1 0,1 1 0,0-1 0,0 1 1,0-1-1,0 1 0,0-1 0,0 1 0,0-1 0,0 1 0,0 0 0,0 0 1,0 0 0,-1 0 0,1-1 0,0 1 1,0 0-1,0 0 0,-1 0 0,1-1 0,0 1 0,-1 0 0,1 0 0,-1-1 0,1 1 0,-2 1 0,2-2 2,-1 1-1,1 0 1,-1 0-1,1 0 1,-1-1-1,1 1 1,-1 0-1,1 0 1,0 0 0,-1 0-1,1 0 1,0 0-1,0 0 1,0 1-1,-1 5 12,-1 0 0,1-1 0,-1 0 0,0 1 0,-1-1-1,1 0 1,-6 8 0,-2 9 5,6-15-8,4-5-6,-1-1 1,0 0 0,0 0-1,0 0 1,0 0-1,-3 4 1,-1 1 12,1 1-1,0-1 1,0 1-1,-5 15 1,4-7 7,3-7-19,0 4 16,0-10-17,1 0 0,0 0-1,0 0 1,0 0-1,0 1 1,0-1 0,1 0-1,-1 1 1,1 5-1,0-7-5,0-1 1,-1 1-1,1-1 0,0 1 0,0-1 0,-1 0 0,1 1 1,-1-1-1,1 0 0,-1 1 0,-1 1 0,1-2 0,1 0 0,-1 0 0,1 1 0,-1-1 0,1 0 0,-1 0 0,1 1 0,-1-1 0,1 0 0,0 1 0,0 1 0,0 1-1,-1 0 0,1 0 0,-1 0 0,1 1 1,-1-1-1,0 0 0,-1-1 0,-1 6 0,1-4 13,2-1 0,-1 1 0,0 0 0,1-1-1,0 1 1,0 0 0,1 6 0,0 7 151,-1-17-152,0 0-1,0-1 1,0 1 0,0 0-1,1 0 1,-1-1-1,0 1 1,0 0 0,1 0-1,-1-1 1,0 1-1,1 0 1,-1-1-1,1 1 1,0 0 0,0 0-5,-1 0 0,1-1 0,-1 1 1,1 0-1,-1 0 0,1 0 1,-1 0-1,0-1 0,1 1 1,-1 0-1,0 0 0,0 0 0,1 0 1,-1 0-1,0 1 0,0-1-9,0 0 0,0-1 0,0 1 0,0 0 0,0-1-1,1 1 1,-1 0 0,0-1 0,0 1 0,1-1 0,-1 1 0,0 0-1,1-1 1,-1 1 0,1-1 0,-1 1 0,0-1 0,1 1-1,-1-1 1,1 0 0,0 1 0,0 0 0,18 5-89,-14-5 90,0-1 0,1 0-1,-1 0 1,0 0 0,6-1-1,-1-2 26,-1 0 0,1-1 0,10-5 0,-3 2 25,-3 0-33,0-1 0,23-16 1,-14 9-85,-13 8 34,0-1 1,0 0-1,11-12 1,8-7-13,-21 21 42,-5 4 4,0 0 0,0 0 0,-1-1 0,1 1 0,-1-1 0,1 1-1,1-5 1,2 0-23,-1 0 0,12-11-1,-12 14-5,-1-1 0,1 0 1,-1 0-1,0 0 0,0-1 0,-1 0 0,4-7 0,-4 8-10,-1-1 0,1 1 0,-1 0 0,2-1-1,-1 1 1,4-4 0,-2 2-47,-1-1 0,0 1 0,0-1 0,5-15 0,-4 7-70,-1-10-70,0 19 173,-3 6 47,-1 0 0,1 0 1,0-1-1,-1 1 0,1 0 0,-1-1 0,1 1 1,-1-1-1,0 1 0,0-1 0,0 1 1,1-1-1,-1 1 0,-1-3 0,1-35-384,-1 42 382,0 0 1,0-1 0,-1 1-1,1-1 1,-1 1 0,-3 3-1,-2 4-16,1 0-63,5-9 84,0 0 1,1 0-1,-1 0 1,0 1-1,1-1 1,-1 0-1,1 0 1,0 0-1,-1 1 1,1-1-1,0 0 1,-1 0 0,1 3-1,0-3 5,0-1-1,0 1 1,0 0-1,0 0 1,0-1-1,0 1 1,0 0 0,-1 0-1,1-1 1,0 1-1,-1 0 1,1-1-1,0 1 1,-1 0 0,1-1-1,-1 1 1,0 1-1,0-2 2,1 1 1,-1-1-1,1 1 0,-1 0 0,1-1 1,-1 1-1,1 0 0,0-1 1,-1 1-1,1 0 0,0-1 0,0 1 1,0 0-1,-1 0 0,1-1 0,0 1 1,0 1-1,0 0 8,0-1 1,0 0-1,-1 0 0,1 0 1,-1 0-1,1 0 0,-1 0 1,1 0-1,-1 0 1,-1 2-1,2-3-6,-1 1 0,1-1 0,-1 1 0,1 0 0,0-1 0,-1 1 0,1-1 0,-1 1 0,1 0 0,0-1 0,0 1 0,-1 0 0,1-1 0,0 1 0,0 0 0,0 0 0,0-1 0,0 1 0,0 0 0,0 0 0,0-1 0,0 1 0,0 0 0,0-1 0,1 1 0,-1 0 0,0-1 0,0 1 0,1 1 0,2 1 0,-2-3-2,-1 0-1,1 1 1,-1-1-1,0 0 1,1 1-1,-1-1 1,1 1-1,-1-1 1,0 1-1,1-1 0,-1 1 1,0-1-1,0 1 1,0-1-1,1 1 1,-1-1-1,0 1 1,0-1-1,0 1 1,0-1-1,0 1 0,0 0 1,0 0-1,0-1 0,1 1 0,-1-1 0,0 1 0,0-1 0,0 1 0,0 0 0,1-1 1,-1 1-1,0-1 0,1 1 0,-1-1 0,0 1 0,1-1 0,-1 0 0,1 1 0,-1-1 1,0 1-1,1-1 0,-1 0 0,1 1 0,-1-1 0,1 0 0,0 1 0,1 0-10,-2 0 5,1 0 0,-1-1 0,0 1-1,0 0 1,1 0 0,-1-1 0,0 1 0,1 0 0,-1-1 0,0 1 0,1 0 0,-1-1 0,1 1 0,0 0 0,-1-1-1,1 1 1,-1-1 0,1 1 0,0-1 0,-1 0 0,1 1 0,1 0 0,6 5-18,-1 0-15,-6-6 41,-1 1-1,1-1 1,-1 0 0,1 1-1,-1-1 1,0 1 0,1-1-1,-1 1 1,1-1 0,-1 1 0,0-1-1,0 1 1,1-1 0,-1 1-1,0 0 1,0-1 0,0 1-1,1-1 1,-1 1 0,0-1 0,0 1-1,0 0 1,0-1 0,0 1-1,0-1 1,0 1 0,-1 1-1,1-2 0,0 0-1,0 0 0,0 0 0,0 1 0,0-1 0,0 0 0,0 0 0,0 1 0,1-1 0,-1 0 0,0 0 0,0 0 0,0 1 0,0-1 1,0 0-1,0 0 0,1 0 0,-1 0 0,0 1 0,0-1 0,0 0 0,0 0 0,1 0 0,-1 0 0,0 0 0,0 0 0,0 1 1,1-1-1,-1 0 0,0 0 0,0 0 0,0 0 0,1 0 0,-1 0 0,0 0 0,4 1 7,-2 5 1,-2 75 64,0-80-67,0 4 2,9-10 42,-9 5-49,3 1-11,-1-1 0,1 0 1,-1 0-1,0 0 0,1-1 0,-1 1 0,1 0 0,-1-1 0,0 0 0,1 1 1,-1-1-1,4-2 0,5-2-116,-10 4 92,0 1-1,0-1 1,0 1 0,0-1 0,0 1-1,0-1 1,0 0 0,0 1 0,0-1-1,0 0 1,1-1 0,0 0-34,0 0-1,1 0 1,-1 0 0,1 0 0,-1 1 0,1-1 0,-1 1 0,1 0-1,0 0 1,3-1 0,-2 0-19,0 1 0,0-1 0,0 1 0,-1-1 0,1 0-1,-1 0 1,4-4 0,-2 1-33,-4 4 81,1-1 1,-1 1-1,1-1 0,0 1 1,-1-1-1,1 1 0,0 0 1,0 0-1,2-1 0,11-5-92,-1 0-1,0-1 1,0 0-1,-1-1 0,14-13 1,-18 15 123,0 0 0,0 1-1,17-9 1,-2 1 16,-17 6-4,-6 7-3,-1 0 0,1 0 0,-1 0 0,1 1 0,0-1 0,-1 0 0,1 0 0,0 1 0,0-1 0,0 0 0,0 1 0,-1-1 0,1 1 0,0-1 0,0 1 0,0-1 0,0 1 0,2-1 0,5-2 12,-7 3 5,-1 3 14,-9-1-18,8-2-4,1 1-1,-1 0 0,1-1 0,0 1 0,0 0 0,-1 0 0,1-1 0,0 1 0,0 0 0,0 0 0,0-1 0,0 1 0,0 0 1,0 0-1,0-1 0,0 1 0,0 1 0,1 9 69,-1-10-62,0 0-5,0 24-26,0-24 20,0 1-2,0 2-3,0-3 4,-1-1-4,1 0 0,-1 0 0,0 1-1,1-1 1,-1 0 0,1 0 0,-1 0 0,0 1 0,1-1 0,-1 0 0,1 0 0,-1 1-1,1-1 1,-1 0 0,1 1 0,-1-1 0,1 1 0,0-1 0,-1 1 0,1-1 0,-1 1-1,1-1 1,0 1 0,0-1 0,-1 1 0,1-1 0,0 2 0,-7 7-144,5-8-101,-5-1-1129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51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178 468 92,'0'0'1267,"0"-8"2555,0 7-3806,0 1-1,0 0 1,0 0 0,0 0-1,0-1 1,0 1 0,0 0-1,0 0 1,0-1-1,-1 1 1,1 0 0,0 0-1,0 0 1,0-1 0,0 1-1,0 0 1,0 0 0,-1 0-1,1-1 1,0 1-1,0 0 1,0 0 0,-1 0-1,1 0 1,0 0 0,0-1-1,0 1 1,-1 0 0,1 0-1,0 0 1,0 0-1,-1 0 1,1 0 0,-1 0-1,1 0-7,0 0 0,0 0 0,-1 0 0,1 0 0,0 0-1,0 0 1,0 0 0,-1 0 0,1-1 0,0 1 0,0 0 0,0 0-1,-1 0 1,1 0 0,0 0 0,0-1 0,0 1 0,-1 0 0,1 0-1,0 0 1,0 0 0,0-1 0,0 1 0,0 0 0,0 0 0,-1 0-1,1-1 1,0 1 0,0 0 0,0 0 0,0-1 0,0 1 0,0 0-1,0-1 1,0 2-4,0-1-1,0 0 1,0 1 0,-1-1-1,1 0 1,0 1-1,0-1 1,0 0-1,0 1 1,-1-1 0,1 0-1,0 1 1,0-1-1,-1 0 1,1 0-1,0 1 1,-1-1 0,1 0-1,0 0 1,-1 1-1,1-1 1,0 0 0,-1 0-1,1 0 1,0 0-1,-1 0 1,1 0-1,0 0 1,-1 1 0,1-1-1,-1 0 1,0 0-2,1 0 1,-1 0-1,1 0 0,-1 0 1,0 0-1,1 0 0,-1 0 1,1 0-1,-1 1 1,1-1-1,-1 0 0,1 0 1,0 1-1,-1-1 1,1 0-1,-1 1 0,1-1 1,-1 0-1,1 1 0,0-1 1,-1 1-1,1-1 1,0 0-1,0 1 0,-1-1 1,1 1-1,0-1 1,0 1-1,0-1 0,-1 1 1,1-1-1,0 1 0,0 0 1,0 0-1,0 0 6,0-1 0,-1 1 1,1 0-1,0 0 0,-1 0 0,1-1 0,-1 1 0,1 0 0,-1 0 0,1-1 1,-1 1-1,0-1 0,1 1 0,-1 0 0,0-1 0,1 1 0,-1-1 0,0 1 1,0-1-1,1 0 0,-1 1 0,0-1 0,0 0 0,0 0 0,1 1 0,-1-1 1,0 0-1,-1 0 0,-10 5 116,0 7 54,10-10-147,1 0-1,-1-1 0,0 1 0,1 0 1,-1 0-1,-2 4 0,2-2 20,0 0 0,-1 0-1,0 0 1,0-1 0,-4 5-1,-15 24 268,18-26-262,-1-1 0,2 1 0,-1-1 0,0 1 0,1 0 0,-5 12 0,-3 6 81,10-21-125,0 0 1,1 0-1,-1 0 1,1 0-1,-1 0 0,1 0 1,0 0-1,0 0 1,0 0-1,1 4 1,0 5 11,-1-11-22,0-1-1,1 0 1,-1 0 0,0 1-1,0-1 1,0 0 0,0 1-1,0-1 1,1 0-1,-1 0 1,0 1 0,0-1-1,1 0 1,-1 0 0,0 1-1,0-1 1,1 0-1,-1 0 1,0 0 0,1 0-1,-1 1 1,0-1 0,1 0-1,-1 0 1,0 0 0,0 0-1,1 0 1,16 2 31,12-4-1,-25 1-32,-1-1 0,1 1 0,-1-1-1,1 0 1,-1 0 0,0 0 0,0 0 0,0-1-1,5-5 1,11-7-12,-1 2-169,0-1-1,31-31 1,-24 21-202,23-30-524,-19 20 440,-7 8 82,11-11-178,-28 32 473,-1 0 0,1 1 0,-1-2 0,0 1 0,7-12 0,-8 13 52,0 0-1,0-1 1,0 1-1,1 1 1,7-8-1,-7 8 34,0-1 0,-1 1 0,1-1 0,-1 0-1,5-7 1,-8 10 18,1 1-1,-1-1 1,0 0 0,1 1 0,-1-1-1,1 1 1,-1-1 0,1 1 0,0-1-1,-1 1 1,1-1 0,-1 1-1,2-1 1,-2 1-5,1 0-1,-1 0 1,0 0-1,0-1 1,1 1 0,-1 0-1,0 0 1,0 0-1,1 0 1,-1 0 0,0-1-1,0 1 1,0 0-1,0 0 1,1 0 0,-1-1-1,0 1 1,0 0-1,0 0 1,0-1 0,0 1-1,0 0 1,0 0-1,0 0 1,1-1 0,-1 1-1,0 0 1,0-1-1,4 0 209,2-1-133,-6 2-80,0 0 0,0 0 0,0 0 0,1 0 0,-1 0 0,0 0 0,0 0 0,0-1-1,0 1 1,0 0 0,0 0 0,0 0 0,0 0 0,0 0 0,0 0 0,0 0 0,0 0 0,0 0 0,0 0 0,0-1 0,0 1 0,0 0 0,0 0 0,0 0 0,0 0 0,0 0 0,0 0-1,0 0 1,0 0 0,0 0 0,0-1 0,0 1 0,0 0 0,0 0 0,0 0 0,0 0 0,0 0 0,0 0 0,0 0 0,-1 0 0,1 0 0,0 0 0,0 0 0,0 0 0,0 0-1,0-1 1,0 1 0,0 0 0,0 0 0,0 0 0,0 0 0,0 0 0,-1 0 0,1 0 0,0 0 0,0 0 0,0 0 0,0 0 0,0 0 5,-1 0-1,1 0 1,0 0 0,0 0 0,-1 0-1,1 0 1,0 0 0,0 0 0,-1 0-1,1 0 1,0 0 0,-1 0 0,1 0 0,0 0-1,0 0 1,0 0 0,-1 0 0,1 1-1,0-1 1,0 0 0,-1 0 0,1 0-1,0 0 1,0 0 0,0 1 0,-1-1-1,1 0 1,0 0 0,0 0 0,0 1 0,-1-1-1,-6 11 276,3-5-207,-2 1 94,4-6-127,1 1 0,-1 0 1,0 0-1,1 0 0,-1 0 0,1 1 1,-1-1-1,1 0 0,0 1 0,-1 3 1,2-5-37,0-1 0,0 1 1,0-1-1,-1 1 1,1-1-1,0 1 0,0-1 1,0 1-1,0-1 0,-1 1 1,1-1-1,0 1 1,0-1-1,-1 0 0,1 1 1,0-1-1,-1 1 1,1-1-1,-1 1 0,-3 4 38,-7 14 141,7-4-5,2-11-120,1 0-1,-1 1 1,1-1-1,0 0 1,0 1-1,0-1 1,1 0-1,0 1 1,0 4-1,0-8-56,0-1 0,0 1 0,0-1-1,0 1 1,0-1 0,0 1 0,0-1 0,0 1 0,0-1-1,1 1 1,-1-1 0,0 0 0,0 1 0,1-1 0,-1 1 0,0-1-1,1 0 1,-1 1 0,0-1 0,1 0 0,-1 1 0,0-1-1,1 0 1,-1 1 0,1-1 0,-1 0 0,0 0 0,1 0 0,-1 1-1,1-1 1,-1 0 0,1 0 0,-1 0 0,1 0 0,-1 0 0,1 0-1,-1 0 1,1 0 0,0 0 0,1 0 18,-1 0-1,1-1 1,0 1-1,0 0 1,-1-1 0,1 1-1,0-1 1,2-1-1,1 1 129,4 1-87,0-1 0,-1 0 0,1-1 0,-1 0 0,1 0 0,-1-1 0,0 0 0,0 0 0,0-1 0,13-8 0,67-43-27,-54 26-27,-29 26-1,-1-1-1,0 0 1,0 0 0,6-9-1,-5 7 0,-5 4-6,1 1-1,-1-1 1,1 0 0,-1 0 0,0 0-1,0 1 1,0-1 0,0 0-1,0 0 1,0 0 0,0-1-1,-1 1-2,1 1 2,0 0 0,0 1 0,0-1 1,0 0-1,-1 0 0,1 1 0,0-1 1,0 0-1,-1 1 0,1-1 0,0 0 1,-1 1-1,1-1 0,-1 1 0,1-1 0,-1 1 1,1-1-1,-2 0 0,0-1-1,-1-13-9,1 13 11,0-1-1,0 1 1,-1-1-1,1 0 0,-1 1 0,-4-4 1,-9-7-28,15 11 26,-1 0-1,1 1 1,-1-1 0,0 0-1,0 1 1,0-1 0,0 1-1,0 0 1,0 0 0,0 0-1,0 0 1,0 0 0,-1 0-1,1 1 1,0-1-1,-1 1 1,-2-1 0,-17 0-15,17 0 15,0 1-1,0 0 1,0-1-1,0 2 1,0-1-1,0 0 1,0 1 0,0 0-1,0 0 1,1 1-1,-7 2 1,-64 31 308,18-1-572,26-13 232,31-21 34,-1 0 0,1 0 0,0 0 0,0 0 0,0 0 0,0 1 0,0-1-1,0 0 1,0 0 0,0 0 0,0 0 0,-1 0 0,1 0 0,0 0-1,0 0 1,0 0 0,0 0 0,0 0 0,0 0 0,0 0 0,0 0 0,0 1-1,0-1 1,0 0 0,0 0 0,0 0 0,0 0 0,0 0 0,0 0 0,0 0-1,0 0 1,0 0 0,0 1 0,0-1 0,0 0 0,0 0 0,0 0-1,0 0 1,0 0 0,0 0 0,0 0 0,0 0 0,0 1 0,0-1 0,0 0-1,0 0 1,0 0 0,0 0 0,0 0 0,0 0 0,0 0 0,0 0 0,0 0-1,0 0 1,1 0 0,-1 0 0,0 0 0,0 1 0,0-1 0,0 0 0,0 0-1,0 0 1,0 0 0,0 0 0,0 0 0,1 0 0,-1 0 0,0 0-1,7 0-1,10-9-55,22-9 0,-18 8-52,26-15 0,49-29-526,27-20-148,-69 39 656,-36 22 98,-14 9 22,1 1 1,-1 0-1,1 0 1,0 1 0,9-5-1,19-8 0,-28 12 9,0 1 1,0-1-1,0 1 0,1 0 0,-1 0 0,1 0 1,0 1-1,6-1 0,-11 2-1,-1 0 0,1 0 0,-1 0 0,1 0 0,-1 0 0,0 0 0,1 0 0,-1 1 0,1-1 0,-1 0 0,1 0 0,-1 0 0,1 1 0,-1-1 0,0 0 0,1 1 1,-1-1-1,0 0 0,1 1 0,-1-1 0,0 0 0,1 1 0,-1-1 0,0 1 0,0-1 0,1 0 0,-1 1 0,0-1 0,0 1 0,0-1 0,0 1 0,0-1 0,1 1 0,-1 20 122,-1-12-64,1-8-44,0 1-1,0-1 0,-1 0 1,1 1-1,0-1 0,-1 0 1,1 1-1,-1-1 0,0 0 1,1 0-1,-1 0 0,0 1 1,0-1-1,1 0 0,-1 0 1,-1 1-1,-8 13 136,9-14-134,-3 13 172,-1-1 0,-9 19 0,1-9 47,8-15-120,0 1 0,0-1 0,1 1 0,-6 18 0,4-6 284,-12 32-1,13-40-232,1-5-37,1 0 0,0 0 1,-2 11-1,-1 13 394,-12 31 0,14-48-178,-3 23 0,-4 13 477,-11 64 1148,0-10-720,13-59-987,-4 10 28,8-35-107,-6 37 0,4-14 17,1-13-124,-1 4-30,-1 0 0,-15 43 0,1-43-197,8-13 113,13-20 38,0-1 0,0 0 0,1 0 0,-1 1-1,0-1 1,-1 0 0,1 0 0,0 0 0,0 0 0,0 0 0,-1 0 0,1 0 0,-2 0 0,-1-1 13,0-1 0,0 1 0,1-1 0,-1 0 0,1-1 0,-1 1 0,1-1 0,-1 1 0,1-1 0,0 0 0,-4-3 0,-24-23-684,22 18 134,6 7 208,0 0 0,0-1 0,0 1 0,1-1-1,-1 1 1,-2-9 0,2 5-246,1 3 213,1-1 1,-1 1-1,1-1 1,0 1-1,0-1 1,1 1 0,-1-1-1,1 0 1,1-8-1,2-1-611,1 0-990,9-25-1,-2 17-252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0:51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55 1452,'0'-1'173,"1"-1"1,-1 1-1,1 0 0,0 0 0,-1-1 1,1 1-1,0 0 0,0 0 1,0 0-1,0 0 0,0 0 0,0 0 1,0 0-1,2-2 0,7-5 588,-7 5-618,1 0 0,-1 0 0,1 1 0,0-1 0,-1 1 1,8-3-1,1-1 114,-11 6-234,1 0 1,0-1-1,-1 1 1,1 0-1,-1 0 1,1 0 0,0 0-1,-1 1 1,1-1-1,0 0 1,-1 1-1,1-1 1,-1 1 0,1-1-1,-1 1 1,3 1-1,5 1 101,-3 2-50,-6-5-73,1 1 25,0 0 1,0 0-1,-1 1 0,1-1 0,0 0 0,0 0 0,-1 1 0,1-1 0,-1 0 0,1 1 1,-1-1-1,0 0 0,1 1 0,-1-1 0,0 1 0,0-1 0,0 1 0,0-1 1,0 3-1,0 2 72,0-2-8,0-1 1,0 1 0,0-1 0,0 1 0,-2 6 0,-2 4 78,0-2 79,0 0 1,0 0 0,-11 20 0,-29 21 487,37-44-609,0 0 0,-1 0 0,0-1 0,-17 14 0,3-2 122,3-3-12,6-6 144,-19 22 0,23-23-198,0-1 0,0-1 0,-1 0 0,0 0 0,-1-1 0,-13 7 0,7-3-44,12-8-121,0 0 0,0-1 0,-1 1 1,1-1-1,-1 0 0,0 0 0,1-1 0,-1 0 1,0 0-1,-7 0 0,11-1-50,1 0-1,-1-1 0,0 0 1,0 0-1,0 1 1,1-1-1,-1 0 0,0 0 1,-1-2-1,2 2-57,0 1 1,0-1-1,0 0 0,0 0 0,0 0 1,0 0-1,0 0 0,1 0 1,-1 0-1,0 0 0,0 0 0,1 0 1,-1 0-1,1 0 0,-1 0 0,0-3 1,1-1-227,0 1-78,0 1 0,0-1 1,0 1-1,0-1 0,1 1 0,-1-1 0,1 1 1,0-1-1,0 1 0,0 0 0,1 0 0,2-6 1,7-9-1873,0 3-245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04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28 392,'1'4'3618,"7"-8"-3064,-6 4-410,-1 0-86,18 0 176,-17 0-146,-1 0-46,0 0-40,-1 1 1,0-1-1,1 0 0,-1 0 1,0 0-1,0 0 0,1 0 1,-1 0-1,0 0 0,1 0 1,-1 0-1,0 0 0,1-1 1,-1 1-1,0 0 1,0 0-1,1 0 0,-1 0 1,0 0-1,1 0 0,-1-1 1,0 1-1,0 0 0,0 0 1,1 0-1,-1-1 1,0 1-1,0 0 0,0 0 1,1-1-1,-1 1 0,0 0 1,0 0-1,0-1 0,0 1 1,0 0-1,0-1 0,1 1 1,-1-1 112,-9 6 45,9-5-155,0 0 0,0 0-1,0 0 1,-1 0 0,1 0-1,0 1 1,0-1 0,0 0-1,0 0 1,0 0 0,0 0-1,-1 1 1,1-1 0,0 0-1,0 0 1,0 0 0,0 1-1,0-1 1,0 0 0,0 0-1,0 0 1,0 1 0,0-1-1,0 0 1,0 0 0,0 1-1,0-1 1,0 0 0,0 0-1,0 0 1,0 1 0,0-1-1,1 0 1,-1 0 0,0 0-1,0 0 1,0 1 0,0-1-1,1 0 0,-1 0 0,0 1 1,0-1-1,0 0 0,1 0 0,-1 0 0,0 0 0,0 0 0,0 0 0,1 0 0,-1 0 1,0 0-1,0 0 0,1 0 0,-1 0 0,0 0 0,0 0 0,1 0 0,-1 0 0,0 0 1,0 0-1,1 0 0,-1 0 0,0 0 0,0 0 0,1 0 0,-1 0 0,0 0 1,0-1-1,0 1 0,1 0 0,-1 0 0,0 0 0,0 0 0,0-1 0,0 1 0,1 0 1,-1 0-1,0 0 0,0-1 0,0 1 0,0 0 0,0 0 0,0 0 0,0-1 1,0 1-1,0 0 0,0 0 0,1-1 0,-1 1 0,0 0 0,0-2 76,6 3 254,5-1 754,-11 0-1065,0 0 1,0 0-1,1 0 0,-1-1 1,0 1-1,0 0 0,1 0 0,-1 0 1,0 0-1,0 0 0,0 0 0,1-1 1,0-4 5072,-2 5-4926,1-1-141,-1 1 0,1 0 0,0 0 0,0 0 0,-1 0 0,1 0 0,0 0 0,0 0 0,-1 0 0,1 0 0,0 0 0,-1 0 0,1 0 1,0 0-1,0 0 0,-1 0 0,1 0 0,0 0 0,0 0 0,-1 0 0,1 0 0,0 1 0,0-1 0,-1 0 0,1 0 0,0 0 0,0 0 0,-1 1 1,1-1-1,0 0 0,0 0 0,0 0 0,0 1 0,-1-1 0,1 0 0,0 0 0,0 1 0,0-1 0,0 0 0,0 1 0,0-1 0,0 0 0,0 0 1,0 1-1,0-1 0,0 1 206,0-1-195,1 0-1,-1 0 1,1 0 0,-1 0-1,1 0 1,-1-1 0,1 1-1,-1 0 1,0 0 0,1-1-1,-1 1 1,1 0 0,-1-1-1,1 1 1,-1 0 0,0-1-1,1 1 1,-1-1 0,0 1-1,1 0 1,-1-1 0,0 1-1,0-1 1,0 1 0,1-1-1,-1 1 1,0-1 0,0 1-1,0-1 1,0 1 0,0-1-1,0 1 1,0-1 0,0 0-1,2-6 296,3 1 2727,-12 5-1944,7 23-524,0-16-495,0-4-92,0-1-1,-1 1 1,1-1-1,0 1 0,0-1 1,1 1-1,-1-1 1,0 1-1,0-1 1,1 1-1,-1-1 0,1 2 1,1 1 14,0 1-1,-1-1 1,1 1-1,-1-1 1,-1 1 0,1-1-1,0 1 1,-1-1-1,-1 10 1,2-8 16,-1 0 0,1 1 1,3 9-1,-2-10-5,-1-1-1,0 1 1,0 9 0,5 55 224,-1 0-17,-5 80 128,1-142-351,0 0 0,3 14 0,1 14 17,-5 34 6,1-65-39,-1-1 0,1 0 0,-1 1 0,4 7 1,-3-8-33,0 1 0,0 0 0,0 0 0,0 9 0,-1 26 202,10-41-347,-12 0 269,2 1-199,-1 0 0,1-1 0,-1 1 0,1 0 0,-1 0 0,1-1 0,-1 1 0,1-1 0,0 1 0,-1 0 0,1-1 0,0 1 1,-1-1-1,1 1 0,0-1 0,0 1 0,-1-1 0,1 1 0,0-1 0,0 1 0,0-1 0,0 1 0,-1-1 0,1 0 0,0 1 0,0-2 0,0 1-68,0 1-1,0-1 1,0 0-1,0 0 1,-1 1-1,1-1 0,0 0 1,0 1-1,-1-1 1,1 0-1,-1 0 0,1 1 1,-1-2-1,0 2 1,0-1 0,1 0 0,-1 0 0,1 0 0,-1 0 0,1 0 0,-1 0 0,1 0 0,-1 0 0,1 0 0,0 0 0,0 0 0,0 0 0,-1-1 0,1-4-1296,0 0 1,-1 0-1,0 1 1,-3-12-1,1 9 224,1-13-2164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0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802 47 1584,'-34'-7'3951,"30"7"-3842,-15 0 938,0 1 0,-27 4 0,36-3-578,0-2 1,-1 1-1,1-1 1,-10-2-1,12 1-82,0 1 0,0 0 0,0 0 0,0 0 0,0 1 0,0 0 0,1 0 0,-12 4 0,-43 9 1919,32-5-1380,25-8-778,0 0 0,0 0 0,0 1 0,1 0-1,-8 4 1,-5 4 27,1 1-1,1 0 1,0 1-1,0 1 1,-21 25-1,-19 23 36,42-44-176,0-1 1,1 2 0,-14 26-1,23-37-21,-1 0 0,0 0 1,-7 8-1,7-9 5,-1 0 1,1 1 0,-5 9 0,-17 52 147,8-20-28,14-34-76,0 0 0,1 0 0,-3 20 1,3-14-10,0 54 121,-1-53-134,2-14-25,1 1 0,0-1 0,1 1 0,-1-1 0,2 12 0,2 2 14,0-4 19,0 28-1,-1-14 32,5 37 0,-3-36-28,-1-10-24,1-1-1,0 0 1,2 0 0,0 0-1,2-1 1,14 30 0,-10-27 21,2-2 1,0 1 0,1-2-1,29 32 1,-11-20 41,-17-16-27,0 0-1,2-1 1,22 16 0,11-3 98,83 34 0,-113-53-110,1-1 0,43 9 0,-36-11 7,0-2 1,0-1-1,1-1 1,52-4-1,-8-10 39,-66 11-78,-1-1-1,1-1 1,-1 1 0,1-2-1,-1 1 1,0-1-1,10-6 1,-6 1 17,9-5 23,-1-2 0,0 0 0,-1-1 0,27-35 0,-20 19 6,-16 23-38,-1 0 1,0-1-1,-1-1 1,11-21 0,-9 12 16,17-40 126,-13 31 13,-1 0 1,-2 0-1,13-57 1,-15 52-54,-5 18-40,0 0 0,0-35-1,1 0 30,1 4-22,-7 16-8,-6-37 1,2 20-16,3 21-30,2 13-6,-1-1 0,-7-29 0,-66-169 336,63 187-252,0 2 0,-26-39 0,28 51-69,0 0 0,0 0 0,-1 1 0,-1 1 0,0 0 0,-15-11 0,5 8 6,0 1 1,-2 0-1,1 2 0,-1 1 0,-50-14 1,31 14-17,0 1 0,-76-4 0,82 13-49,0 2 0,-61 9 0,49-4-38,22-3-60,0 1 1,1 2 0,-36 13-1,-71 41-1590,121-53 1019,-1 1-1,1 0 0,1 1 1,0 0-1,0 1 0,1 0 1,0 1-1,1 0 0,-11 19 1,13-17-2451,0 1 0,-9 26 0,11-28 1171,-6 20-2510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13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44 304 440,'0'1'173,"0"-1"0,0 1 0,0 0 0,0 0 0,0 0 1,0-1-1,0 1 0,0 0 0,0 0 0,0 0 0,-1-1 0,1 1 0,0 0 0,-1 0 0,1-1 0,-1 1 0,1 0 0,0-1 1,-1 1-1,0 0 0,1-1 0,-1 1 0,1-1 0,-1 1 0,0-1 0,0 1 0,0 0-112,1 0 1,0 1-1,-1-1 0,1 0 0,0 0 0,-1 0 1,1 0-1,0 1 0,0-1 0,0 0 0,0 0 1,0 0-1,0 1 0,1 0 0,-1 2 492,0 12 819,0-26 5237,-5 7-6127,5 3-471,0 0 1,0 0-1,-1 0 1,1 0 0,0-1-1,0 1 1,-1 0-1,1 0 1,0 0-1,0 0 1,-1 0-1,1 0 1,0 0-1,0 0 1,-1-1-1,1 1 1,0 0 0,0 0-1,0 0 1,0 0-1,-1-1 1,1 1-1,0 0 1,0 0-1,0-1 1,0 1-1,0 0 1,-1 0-1,1 0 1,0-1 0,0 1-1,0-1 15,0 1 0,0-1-1,0 0 1,0 1 0,0-1 0,0 0-1,-1 1 1,1-1 0,0 1 0,0-1-1,-1 1 1,1-1 0,0 0 0,-1 1-1,1-1 1,-1 1 0,0-1 0,1 0-10,-1 1 1,1-1 0,-1 0 0,1 0 0,-1 1 0,1-1 0,-1 0 0,1 0 0,-1 0-1,1 0 1,0 0 0,0 0 0,-1 0 0,1 1 0,0-1 0,0 0 0,0-2-1,0 2 47,0-1 0,0 1 0,0-1 0,-1 0 0,1 1 0,-1-1 0,1 1-1,-1-1 1,-1-2 0,1 3-6,0-1 1,1 0-1,-1 0 0,0 1 1,1-1-1,-1 0 0,1 0 0,0 0 1,-1 0-1,1-2 0,0-66 399,0 70-452,0-1 0,0 0 0,1 0 0,-1 0 0,0 0 0,0 1 0,1-1 0,-1 0 0,0 0 0,1 1 0,-1-1 0,1 0 0,-1 0 0,1 0 0,0 0 0,0 0 1,-1 0-1,1 1 1,-1-1-1,1 0 1,-1 0-1,1 0 1,-1 0-1,0 0 1,0 1 0,1-1-1,-1 0 1,0 0-1,0-2 1,0 1-3,1 1 1,-1 0-1,0-1 1,1 1-1,-1-1 1,1 1 0,-1-1-1,1 1 1,0 0-1,0-1 1,-1 1-1,1 0 1,0 0 0,0 0-1,1-1 1,7-10 14,12-18 11,-18 26-28,7-8 11,-7 7-2,0 1-1,0 0 1,1 0 0,-1 0-1,1 1 1,0-1-1,6-4 1,12-7 2,-17 11-9,0 1 0,0-1 1,0 1-1,1 0 0,0 0 1,6-2-1,1 1-5,-5 2-7,0 0 0,0-1 0,12-6 0,-19 8 11,1 1-1,0-1 0,-1 1 0,1 0 0,0 0 1,0-1-1,-1 1 0,1 0 0,0 1 0,0-1 1,-1 0-1,1 0 0,0 1 0,-1-1 1,1 1-1,-1 0 0,1-1 0,2 3 0,4 0 18,3 2-12,-6-1-6,-4-4 0,0 0 0,0 1 0,0-1 0,0 1 0,0-1-1,0 1 1,0-1 0,0 1 0,-1 0 0,1-1 0,0 1 0,0 0 0,-1 0 0,1-1-1,0 1 1,-1 0 0,1 0 0,-1 0 0,1 0 0,-1 0 0,1 2 0,-1-3 0,0 1 0,0-1 0,0 1 0,0-1 0,0 1 0,0-1 0,0 1 0,0-1 0,0 0 0,1 1 0,-1-1 0,0 1 0,0-1 0,0 0 0,1 1 0,-1-1 0,0 1 0,0-1 0,1 0 0,-1 1 0,0-1 0,1 0 0,-1 0 0,1 1 0,-1-1 0,1 1 0,-1-1 0,1 0 0,-1 1 0,1-1 0,-1 0 0,0 1 0,1-1 0,-1 1 0,0-1 0,0 0 0,1 1 0,-1-1 0,0 1 0,0-1 0,0 1 0,1-1 0,-1 1 0,0-1 0,0 1 0,0-1 0,0 1 0,0-1 0,0 2 0,0 6-1,0-3 6,1 0 0,-1 1 0,-1-1 1,1 0-1,-1 0 0,0 1 1,0-1-1,0 0 0,-1 0 1,-3 8-1,2-9 2,1 0 0,0 0 0,0 1 0,0-1 0,1 1 0,-2 7 0,-2 7 15,-6 24 38,8-27-22,-7 21 0,-23 59-119,-22 61 165,43-131-11,8-17-54,0 0 0,0 0 0,-3 14 0,5-12-6,1-5-6,0 0 0,-1 0-1,1 0 1,-5 8 0,0 3 15,-8 34 1,3-12-6,10-33-11,0-1 0,0 0 0,1 1 0,0 5 0,1 7 35,-1-19-40,1 1 1,-1-1-1,1 1 1,-1-1-1,1 0 1,-1 1-1,1-1 1,-1 1-1,1 0 1,0-1-1,-1 1 1,1 0-1,0-1 1,-1 1-1,2-1 1,-1 1 2,9-7 6,0 0 0,-1-1 1,11-11-1,10-9 11,3-1 9,-14 12-18,35-25-1,-32 30-3,-19 11-6,0-1-1,0 1 0,0-1 0,0 0 0,0 0 0,3-3 0,-2 1-5,1 0 0,0 0 0,0 1 0,1 0 0,-1 0 1,1 1-1,-1-1 0,9-1 0,-13 3 4,0 1-1,0-1 1,0 1 0,0-1 0,0 0-1,0 1 1,0-1 0,-1 0 0,1 0 0,0 0-1,1-1 1,8-8 10,-3 5-17,-1-1 0,1-1 0,-1 1 0,0-1 0,0 0 0,-1-1 0,0 1 0,0-1 0,5-12 0,-9 18 4,0-6-10,-1 7 6,0 1-1,0-1 1,0 0 0,0 1 0,0-1-1,0 0 1,0 0 0,0 1-1,0-1 1,1 0 0,-1 0 0,0 1-1,0-1 1,1-1 0,1 1-91,-1-1 1,0 1-1,0-1 1,0 0-1,-1 1 1,1-1-1,0 0 0,-1 0 1,1 0-1,-1 0 1,1 1-1,-1-1 1,0 0-1,0 0 1,0 0-1,0 0 1,0-3-1,0-103-12591,0 93 10388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13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854 368 980,'-5'-6'621,"0"0"0,1 0 0,0-1 0,0 0 0,0 1-1,1-2 1,-3-9 0,4 14-493,1-1 0,-1 1-1,0 0 1,1-1 0,-2 1-1,1 0 1,0 0 0,-1 0 0,-4-4-1,-31-22 1085,15 12-599,12 8-391,5 5-61,1-1 0,-2 0-1,-10-5 1,5 4 76,0-1 1,-17-13-1,19 13 37,-20-11 1,-7-5 247,29 17-305,0 1 0,-12-6 0,15 8-59,-1 0-1,1 0 0,0 0 0,0 0 1,-8-8-1,9 6 91,-1 1 1,0 1 0,0-1-1,0 1 1,0 0-1,-10-5 1,-9-5 970,19 11-1059,1-1 0,-1 1 0,0 0-1,0 0 1,0 0 0,0 1-1,-1 0 1,1 0 0,0 0-1,-1 0 1,1 1 0,0 0 0,-1 0-1,1 1 1,0 0 0,-1-1-1,1 2 1,0-1 0,-8 3-1,1 1-92,1 1 0,-1 0-1,1 0 1,0 1 0,1 1-1,0 0 1,-11 10-1,-10 8-11,22-19-35,1 0-1,-1 1 0,-11 13 1,10-9 5,0 1 0,1 1 0,0-1 0,1 2 0,0-1 1,1 1-1,-8 26 0,8-16 15,-3 9 22,1 0 0,3 0 1,0 0-1,0 40 0,-2 29 117,16 7 28,-7-74-92,11 65 1,16 37 45,-14-77-116,-13-56-42,4 22 14,1-1 1,2 1 0,16 37 0,-9-32-6,7 14 5,2-1 1,32 45 0,-47-77-9,1 0-1,1-1 1,0 0 0,1-1 0,0 0-1,0-1 1,1-1 0,1 0 0,-1 0 0,27 11-1,24 2 52,-57-20-54,0 0 0,0-1 1,0 1-1,0-1 1,0-1-1,0 1 1,14-2-1,-1 1 4,2-1-7,1-1 0,-1-1 0,0 0 0,0-2 0,-1-1 0,0 0 0,1-2-1,-2 0 1,0-2 0,0 0 0,0-1 0,-1-1 0,-1-1 0,31-27 0,-37 29 22,6-5-3,-1-1 0,0 0 1,27-38-1,9-45 26,-45 84-2,-2-1 0,1-1-1,-2 1 1,3-21 0,16-72 362,-20 94-324,-2 0 0,0-1 1,0-17-1,1-14 107,1 24-97,-3 15-33,1-1 1,-1 0-1,-1 0 1,-1-17-1,-2 1 62,-14-89 381,-16-16 140,28 116-538,0 0 0,-1 1 0,-13-21 0,9 15 3,-1 2-47,0 1 0,-2-1 0,0 2 0,-26-27 0,9 15-33,-49-36 0,47 41-34,1-1-4,-47-26 0,17 14 0,45 26-8,1 0 0,-2 1 0,1 1 0,-1 0 0,0 1 1,-24-5-1,31 10-51,0 0 1,0 1 0,0 0-1,0 1 1,-1 1 0,1-1-1,0 2 1,-19 3-1,16 0-142,0-1-1,0 1 0,1 1 0,-1 1 0,2-1 0,-15 11 0,-5 3-451,17-11-171,-25 19 0,20-9-1597,-28 32 0,-9 28-6387,34-45 4193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19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275 343 1408,'-3'0'393,"1"0"0,-1 0 0,0 0 0,1 1 0,-1-1 0,1 1 0,-1-1 0,1 1 0,-1 0 0,-2 1 0,3-1 241,0-1-152,1 0-423,1 0-39,0 0 1,0 0-1,-1 0 1,1 0-1,0 0 0,0 0 1,-1 0-1,1 0 1,0 0-1,-1 0 1,1 0-1,0 0 1,0 0-1,-1 0 1,1 0-1,0 1 1,0-1-1,-1 0 0,1 0 1,0 0-1,0 0 1,-1 0-1,1 1 1,0-1-1,0 0 1,0 0-1,-1 0 1,1 1-1,0-1 1,0 0-1,0 0 1,0 1-1,0-1 0,-1 0 1,1 0-1,0 1 1,0-1-1,0 0 1,0 1-1,0-1 1,0 0-1,0 0 1,0 1-1,-5 2 231,5-3-243,0 0 1,0 0-1,-1 0 0,1 0 1,0 0-1,-1 1 0,1-1 1,0 0-1,0 0 0,0 0 1,-1 0-1,1 0 0,0 0 1,0 0-1,-1 1 1,1-1-1,0 0 0,0 0 1,0 0-1,-1 0 0,1 1 1,0-1-1,0 0 0,0 0 1,0 0-1,0 1 0,-1-1 1,1 0-1,0 0 0,0 1 1,0-1-1,0 2 20,0-1-1,0 0 1,-1 1-1,1-1 1,0 1-1,-1-1 1,1 0-1,-1 1 1,0-1-1,1 0 1,-1 0-1,0 1 1,0-1-1,0 0 1,0 0 0,-1 1-1,1-1 7,0 0-1,0 0 1,0 0 0,0 1-1,1-1 1,-1 0 0,0 0-1,0 1 1,1-1 0,-1 1-1,1-1 1,-1 0 0,1 1-1,0-1 1,-1 1 0,1 1-1,0 0 28,0 0-1,-1 0 0,1 0 1,-1 0-1,0-1 0,-2 6 1,2-6-24,0 1 0,1-1 0,-1 1 0,0 0 0,1-1 0,-1 5 0,0 9 126,-3 25 0,1-26-101,0 24 0,3 91 111,1-122-160,-1 0-1,5 15 1,0 13 10,-4-29-18,-1 1 1,1-1-1,1 0 1,3 13-1,-1-6 4,14 20 32,-17-32-33,-1 0-1,1-1 1,0 1-1,0 0 1,0 0-1,0-1 1,0 1-1,0-1 1,0 1-1,1-1 1,-1 0-1,0 1 1,1-1-1,-1 0 1,1 0-1,0 0 1,2 2-1,27 16 189,-30-19-190,0 1-1,0-1 1,0 1-1,0-1 1,0 0-1,0 0 1,0 0-1,0 1 1,0-1-1,0 0 1,0 0-1,0-1 1,0 1-1,0 0 0,0 0 1,0 0-1,0-1 1,1 1-1,0-1 10,4-1 6,-1 1 0,0-2 0,1 1 0,4-4 0,2 1-5,-1-1-14,0 0-1,0-1 1,-1 0-1,0 0 0,0-1 1,-1-1-1,9-10 1,4-2-2,-14 13 1,0 0 1,-1-1-1,0 0 0,0-1 1,-1 0-1,0 0 1,9-21-1,-14 29-2,-1 0 1,1 0-1,-1-1 1,0 1-1,0 0 1,0 0-1,0-1 0,0 1 1,0 0-1,0 0 1,-1-1-1,1 1 0,-1 0 1,1 0-1,-1 0 1,0 0-1,-1-3 1,-1-2-7,1 3 5,-1 0-1,1 1 0,0-1 0,-1 1 0,0-1 1,0 1-1,0 0 0,0 0 0,0 0 0,0 0 1,-1 1-1,0-1 0,1 1 0,-1 0 0,0 0 1,-5-2-1,-9-2-11,0 0 1,-27-4-1,39 9 11,-36-6-17,0 3 0,-70 1-1,13 10 25,55-7 36,22-7-14,22 7-26,0 0 0,0 0 0,0-1 0,0 1 0,-1 0 0,1 0 0,0 0 0,0 0 0,0-1 0,0 1 0,0 0 0,0 0 0,0 0 0,0 0 0,0-1 0,0 1 0,0 0-1,0 0 1,0 0 0,-1-1 0,2 1 0,-1 0 0,0 0 0,0 0 0,0 0 0,0-1 0,0 1 0,0 0 0,0 0 0,0 0 0,0-1 0,0 1 0,0 0 0,0 0 0,0 0 0,0 0 0,1 0 0,-1-1-1,0 1 1,0 0 0,10-11-30,1 0 0,18-14 0,-13 12 18,15-17 0,-11 10 14,1 1 1,25-18-1,-10 10-51,81-67-525,28-30-265,-106 90 766,-26 24 64,0-1 1,-1 0-1,-1 0 0,0-2 0,11-14 1,-7 11 25,-14 15-13,1 0 0,-1 0 0,0 0 0,1 0 0,-1 0-1,0-1 1,0 1 0,0 0 0,0-1 0,0 1 0,0-1 0,0 0-1,-1 1 1,1-1 0,1-3 0,5 4 122,-7 1-121,0 0-1,0 1 0,0-1 0,0 0 1,0 0-1,0 0 0,0 0 0,0 0 1,-1 0-1,1 0 0,0 0 1,0 0-1,0 0 0,0 0 0,0 1 1,0-1-1,0 0 0,0 0 0,0 0 1,0 0-1,0 0 0,0 0 0,0 0 1,0 1-1,0-1 0,0 0 1,0 0-1,0 0 0,0 0 0,0 0 1,0 0-1,0 1 0,0-1 0,0 0 1,0 0-1,0 0 0,0 0 0,0 0 1,0 0-1,0 0 0,0 1 1,0-1-1,0 0 0,0 0 0,0 0 1,0 0-1,0 0 0,1 0 0,-1 0 1,0 0-1,0 0 0,0 0 0,0 1 1,0-1-1,0 0 0,0 0 1,1 0-1,-1 0 0,0 0 0,0 0 1,0 0-1,0 0 0,0 0 0,0 0 1,1 0-1,-9 7 168,7 8 77,0-12-185,1 0 0,0 1-1,-1-1 1,0 0 0,1 1 0,-3 3-1,2-4 10,0 1 0,0-1-1,0 0 1,1 1 0,-1-1-1,1 6 1,-1 1 215,0 0-1,-3 13 1,2-13 4,1 1 1,-1 13-1,1 6 742,-8 51-1,7-55-442,1 0 0,3 37 0,-1-36-123,0 0 0,-5 37 0,-1-18 22,1 58 0,4 74-128,0-174-360,0 1 1,1 0-1,0 0 0,2 8 0,-1-8-1,-1-1 0,0 0-1,0 1 1,0 7 0,-1 64 15,0-76-15,0 1-1,0-1 0,0 0 1,0 0-1,0 1 0,0-1 1,0 0-1,0 0 0,0 1 1,0-1-1,0 0 0,0 0 1,0 1-1,0-1 0,0 0 1,1 0-1,-1 1 0,0-1 0,0 0 1,0 0-1,0 0 0,1 1 1,-1-1-1,0 0 0,0 0 1,0 0-1,1 0 0,-1 0 1,0 1-1,0-1 0,1 0 1,-1 0-1,0 0 0,0 0 1,1 0-1,-1 0 0,1 0 0,-1 0 0,0 0 0,0 0 0,1 0 0,-1 0 0,0 0 0,0 0 0,0 0 0,1 0 0,-1 1 0,0-1 0,0 0 0,0 0 0,1 0 0,-1 0-1,0 0 1,0 0 0,0 1 0,0-1 0,1 0 0,-1 0 0,0 0 0,0 1 0,0-1 0,0 0 0,0 0 0,0 0 0,0 1 0,0-1 0,0 0 0,1 0 0,-1 0 0,0 1 0,0-1 0,0 0 0,0 1-1,0 0-19,1-9-4379,1 4 3851,-1 3 200,0-1-1,0 0 0,0 1 0,0-1 0,-1 0 0,1 0 0,-1 1 0,1-1 1,-1 0-1,0 0 0,1-2 0,-1 2-269,0-1 0,0 0 1,1 1-1,-1-1 0,1 1 1,0-1-1,1-2 0,2-6-1205,-2-10-1599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01:19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207 296 1384,'0'1'269,"0"0"0,0 0 0,-1 0-1,1 0 1,-1 0 0,1 0 0,0 0 0,-1 0 0,0 0-1,1 0 1,-1 0 0,0-1 0,1 1 0,-1 0 0,0 0-1,0-1 1,-1 2 0,1-2-130,1 1 0,-1 0 1,0 0-1,0-1 0,0 1 0,1 0 0,-1 0 0,0 0 1,1 0-1,-1 0 0,1 0 0,-1 0 0,1 0 0,-1 0 1,1 0-1,0 0 0,-1 1 0,1-1-64,0-1-1,0 1 1,0 0-1,0 0 1,0-1 0,0 1-1,0 0 1,-1-1-1,1 1 1,0 0-1,0-1 1,-1 1-1,1 0 1,0-1 0,-1 1-1,1 0 1,-1-1-1,0 1 1,0 0 4,1 0 0,-1-1 0,1 1 0,-1 0 0,1-1 0,0 1 0,-1 0 0,1-1-1,0 1 1,-1 0 0,1 0 0,0 0 0,0-1 0,-1 1 0,1 0 0,0 0 0,0 0 0,0 1 0,-1 28 2028,0-19-1325,1 1 1,0 0 0,0 0 0,4 19 0,-1-20-435,-1 1 0,0-1 1,-1 0-1,0 12 1,-1 1 31,-1-16-295,1 1-1,0-1 0,1 1 1,1 8-1,-1-14-71,1 7 75,0 1 0,0-1 0,0 19 0,-2 265 1119,0-292-1119,0-16 15,0 13-100,0-1 0,0 1 1,0 0-1,-1-1 1,1 1-1,0 0 0,-1 0 1,1 0-1,-1-1 1,1 1-1,-2-1 0,1 0-2,1 1-1,-1 0 0,0-1 1,1 1-1,-1 0 0,1-1 1,-1 1-1,1-1 0,0 1 1,-1-1-1,1-2 0,0-12-6,-5-23 0,2 21-6,0-25 1,3 30-1,-5-23 1,3 22-10,-2-26 0,4-173-60,10 100 53,-7 91 19,1-2-13,1 1 1,13-34 0,-10 33-21,8-42 0,-15 62 39,0-5-6,1-1 0,0 1 0,0 0 1,1 0-1,0 0 0,7-14 0,-3 10 1,-5 7 7,1 1-1,0 0 0,0 0 0,0 0 0,1 0 0,4-5 0,-3 6 0,-4 2 0,0 1 1,1-1-1,-1 1 0,1 0 1,-1 0-1,1-1 0,-1 1 0,1 0 1,0 0-1,0 0 0,-1 1 1,1-1-1,0 0 0,0 1 1,0-1-1,0 1 0,0 0 0,0-1 1,0 1-1,3 0 0,-4 1 1,1-1 0,-1 1 0,1-1 0,-1 1 0,0 0-1,0-1 1,1 1 0,-1 0 0,0 0 0,0 0 0,0 0 0,0 0-1,0 0 1,0 0 0,0 0 0,0 1 0,-1-1 0,1 0-1,0 2 1,10 11-18,-9-13 14,-1 1-1,1 0 1,-1 0 0,1 0-1,-1 0 1,0 0 0,2 4-1,6 10-24,-8-15 27,0 1-1,0-1 1,0 1-1,0-1 1,-1 1 0,1-1-1,0 1 1,-1-1-1,1 1 1,-1-1 0,0 1-1,1 0 1,-1-1-1,0 1 1,0 1-1,0 0-2,0 0 0,0-1 0,1 1 0,-1-1-1,1 1 1,1 3 0,-1-4 2,-1-1 1,1 1-1,-1-1 1,0 1-1,1 0 1,-1-1-1,0 1 1,0 0-1,0-1 1,0 1-1,0 3 1,-1 7-14,4 8-9,-4-12 19,0 0 1,-1 0-1,0-1 1,0 1-1,-1-1 1,-4 10-1,2-6 7,-3 7 5,0-1-1,-1 0 0,-16 22 1,-8 3-34,-75 73 0,68-77-171,26-23-266,-22 16 1,-28 15-3554,50-34 1185,13-11 2466,0 0 1,0-1 0,1 1-1,-1 0 1,0 0 0,0-1-1,0 1 1,0 0-1,0-1 1,0 1 0,0-1-1,0 0 1,0 1-1,0-1 1,0 0 0,-3 1-1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12T15:34:42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19604 7546 30 0,'0'-4'212'0,"0"4"-39"0,0 0-39 0,0-4-34 0,0 8-28 16,6-4-24-16,-6 4-14 0,0-4-9 0,0 0-4 0,0 4 1 16,0-4-4-16,0 0 1 0,0 0-3 0,0 0-1 15,0 5 0-15,0-5 2 0,0 0-3 0,6 0-1 0,-6 0 0 16,0 0 0-16,0 0-1 0,0 0-4 0,0 0 4 16,0 0 1-16,0 0 0 0,0 0 1 0,0 0 1 0,0 0 0 15,0 0 0-15,0 0-1 0,0-5 0 0,0 5-2 16,0 0 0-16,0 0 2 0,0 0-1 0,0 0 0 0,0 5 3 15,0-5 2-15,0 0-3 0,0 0 1 0,6 0 1 16,-6-5 2-16,0 5 1 0,0 0-1 0,0 0 5 0,0-4-3 16,0 4-1-16,0 0-2 0,0 0 0 0,0 0-13 15,7 0 0-15,-7-4 9 0,0 4 3 0,0 0 6 0,0 0 0 16,0 0 13-16,7-4-1 0,-7 4-5 0,0 0-3 0,0-4-3 16,0 4-1-16,0 0 2 0,6 0 1 0,-6 0 3 15,0-4 5-15,0 4 6 0,0 0 5 0,0 0 5 0,0-4 2 16,7 4 7-16,-7 0 4 0,0-4 10 0,0 4 7 15,0 0 15-15,0 0 12 0,0 0 24 0,0 0 3 0,0 0-1 16,0 0 2-16,0 0-4 0,0 0-4 0,0 0-18 0,0 0-5 16,0 0-6-16,-7 0-4 0,7 0-9 0,0 0-5 15,0 0-10-15,0 0-2 0,0 0 1 0,0 0-6 0,0 0 3 16,0 0 0-16,0 0 7 0,0 0 6 0,0 0 0 16,0 0 6-16,0 0-3 0,0 0-4 0,0 0-4 15,0 0-8-15,-6 0-7 0,6 0-10 0,0 0-4 0,0 4-4 16,0-4-6-16,0 0-4 0,0 0-3 0,0 4-2 0,0-4-4 15,0 0-1-15,0 0-2 0,0 4-9 0,0-4 2 16,-7 0-2-16,7 4-1 0,0 0-2 0,0 0 0 0,0 0 5 16,-7 4 0-16,7 0-4 0,0 1 3 0,-6-1 1 0,6 4 1 15,0 0 5-15,0-3 0 0,0 7 5 0,-6-3 4 16,6 3 3-16,-6-1 2 0,6 1 0 0,-8 5 2 0,8-4 1 16,-6-1-2-16,0 4-2 0,6-4-4 0,-7 0-3 15,7-3-3-15,-7-1-6 0,7 1-3 0,-6-5 1 0,6 3 0 16,0-2-6-16,-7-1-2 0,7-4 1 0,0 4-1 0,0-4-2 15,0-4-2-15,0 5 1 0,0-5 0 0,0 3 1 16,0-3-3-16,0 0 0 0,0 0 1 0,0-3 0 0,0 3 2 16,0 0-3-16,0-5-3 0,0 5-4 0,0 0-7 15,0 0-20-15,0-4-20 0,0 4-21 0,0 0-15 0,0-4-32 16,0 4-38-16,0-4-51 0,0 4-92 0,7-4-115 16,-7-1-115-16,0-2-110 0,6-2-166 0,-6-3-136 0,7 0 8 15</inkml:trace>
  <inkml:trace contextRef="#ctx0" brushRef="#br0" timeOffset="655.23">19707 7375 323 0,'-6'-8'582'16,"-1"5"-161"-16,7-2-107 0,-7 1-48 0,1 0-17 15,6 0-3-15,-6-1 9 0,0 1 1 0,-2 1-2 0,8-1-10 16,-6-1-7-16,0 5-22 0,-1-3-18 0,1-2-10 16,6 1-15-16,-7 4-19 0,0-4-18 0,1 4-14 0,6 0-28 15,-6 0-30-15,0 0-15 0,-2 4-10 0,-4-4-7 16,5 4-4-16,0 1-2 0,1-2-1 0,-7 6 0 0,7-2-6 16,-8 2 3-16,2 4-3 0,5-6-2 0,-6 5-1 15,6 1-3-15,-5-1 5 0,5 5-5 0,0-1 3 0,-5 3 3 16,4-2 2-16,2 4 0 0,0-2-1 0,-7 2-1 0,13-1 0 15,-7 1-5-15,1-1-1 0,-1 0 1 0,7 1 1 16,-6 0 0-16,6-2-1 0,0 2 5 0,0-4 1 0,0 3 0 16,0 0-4-16,6-4-3 0,-6 4-1 0,7-3-5 15,-7-1-2-15,6 1 0 0,1-1-1 0,-7 0 0 0,6-4-1 16,7 5 7-16,-7-1-4 0,2-4-2 0,4 4 1 0,-5-4 0 16,6 5 0-16,-7-5-6 0,7-4 5 0,-6 5-1 15,6-1-2-15,-7-5 0 0,8 5 3 0,-8-3 2 0,7-1-1 16,0-4 2-16,-6 4 1 0,5 0 4 0,2 1 2 15,-8-5 0-15,7-4 3 0,0 0 0 0,0-4 2 0,1 4-3 16,-2-4 1-16,1-1-3 0,7-3 2 0,-7 0-1 0,0 0 1 16,-1 0 3-16,2 0 2 0,-1-4 0 0,0-1-1 15,0 1 4-15,-1-4 2 0,2-1-1 0,-8 2 1 16,8-2 2-16,-1 1 3 0,-1 0 3 0,-4-5 0 0,4 4 2 16,1-2 3-16,-6-2 1 0,6 1 2 0,-7 0-3 0,1-1 2 15,-7 5-2-15,7-4-1 0,-7-1-4 0,6 4-1 16,-6-2-1-16,0 2-1 0,-6 1-1 0,6-1 0 0,-7 6-1 15,0-6 2-15,1 5 0 0,-1 4 0 0,1-4-4 16,-8 4-6-16,2-5-2 0,-2 5-4 0,2 0-5 0,-1-1-5 16,-7 2-3-16,6-2-1 0,-4 6 2 0,4-6 1 0,1 2-2 15,1 2 0-15,-2 1 1 0,2 0 0 0,5 0-2 16,0-1-4-16,-6 2 1 0,7-1-1 0,-1 4-3 0,0 0-11 16,-5 0-12-16,6 4-17 0,-8-1-26 0,1 2-29 15,7-1-34-15,-8 4-30 0,8-3-32 0,-6 2-45 0,4 2-58 16,2-6-97-16,0 6-126 0,6-9-127 0,0 0-202 15,0 0-172-15,0 0-34 0,0 0 58 0</inkml:trace>
  <inkml:trace contextRef="#ctx0" brushRef="#br0" timeOffset="51336.6">3549 809 115 0,'0'0'622'0,"0"-3"-238"0,0 3-148 15,0 0-76-15,0 0-36 0,0-5-18 0,0 5-12 0,0 5-2 16,0-5 0-16,0 0 9 0,0 3 14 0,0-6 29 16,0 3 33-16,0 0 33 0,0-5 32 0,0 5 19 0,0 0 8 15,-7 0 1-15,7 0-14 0,0 0-28 0,0 5-33 16,0-5-33-16,0 0-30 0,-6 0-31 0,6 3-22 0,0-3-13 16,0 0-14-16,0 0-8 0,0 0-7 0,0 0-5 0,0 0-1 15,0 0-6-15,0 0 20 0,0 0-18 0,0 0-5 16,0 0-4-16,0 0-8 0,0 0 21 0,6 0-37 0,1-3 7 15,-7 3-2-15,6 0 25 0,1-5-12 0,-7 1-29 16,13 1 9-16,-7-2 6 0,8-3 1 0,-2 4-25 0,2-4 12 16,-8 0 7-16,7 4 15 0,1-5-10 0,-2 6 2 15,1-6 0-15,0 6 1 0,-6-2 0 0,6 1-13 0,0 4 11 16,-7-4 1-16,0 4 1 0,2-4 0 0,-2 4-1 0,-6 0 1 16,6 0 1-16,-6 4-2 0,7-4 0 0,-1 4 0 15,1-4 0-15,0 4 0 0,-7-4-2 0,6 8 1 0,-6-4 4 16,6 1-2-16,-6 3-1 0,0 0 2 0,6 0-2 15,-6 0 2-15,0 4-8 0,-6 0 3 0,6 0 5 0,-6 1 0 16,6-1 0-16,-6 4 1 0,-8 0 5 0,8 1-1 0,-1-1-4 16,-5 0 2-16,-2 1 1 0,-5 3 0 0,6-4-1 15,0 0 0-15,-7 1 1 0,8-1-1 0,-8 1 2 0,7 3 1 16,-7-4 0-16,8 0 0 0,-2-3 0 0,1 3-1 16,0-3-2-16,0-1-3 0,0 0-1 0,6 0-2 0,-5-4 1 15,5 0 1-15,7-3-1 0,-7 2 0 0,7-2 25 16,-6-5-11-16,6 3-4 0,0-3-39 0,0 0 15 0,0 0 7 15,0 0-19-15,0 0 13 0,6 0 4 0,-6-3 38 0,7-2-13 16,0 5-8-16,5-4-5 0,2-4 0 0,-2 4-2 16,1-3 0-16,1 2-1 0,-2 0 0 0,2 2 0 0,5-1 1 15,-6 4-1-15,-6-5 0 0,5 5 3 0,2 0-8 16,-2 5 5-16,2-5 0 0,-8 0 0 0,7 4 0 0,-6-1-2 16,0-3 8-16,-1 5-6 0,0 0-1 0,0-2 1 15,2 1 0-15,-2-4 0 0,-6 4-2 0,6-4 2 0,-6 5 0 16,7-5-1-16,-7 0 1 0,0 0 1 0,0 3 1 0,0-3 0 15,0 0-2-15,0 0 0 0,6 0-1 0,-6 0-3 16,0 0-9-16,0 0-8 0,0 0-8 0,0 0-15 0,0 0-17 16,0 0-23-16,0 0-29 0,0 0-45 0,0-3-83 15,7-2-103-15,0 1-97 0,-1-3-69 0,0-6-59 0,0 0-73 16,8 1-79-16,-8-4-56 0</inkml:trace>
  <inkml:trace contextRef="#ctx0" brushRef="#br0" timeOffset="51925.55">4005 777 53 0,'0'-11'561'0,"0"-7"-151"0,0 6-110 0,0-4-42 0,-6 3-19 0,6 1-2 16,-7-4-1-16,0 0-6 0,1 0-9 0,-1 0-12 15,-5-1-11-15,-2 1-4 0,2-1 2 0,-2-3-13 0,-5 4-13 16,5 0-20-16,-5 3-12 0,0-2-21 0,-1-1-21 16,1 3-15-16,-1 0-6 0,0 1-1 0,1 4-9 0,-1 0-6 15,-6 0-7-15,7 0 0 0,-1 4-5 0,0-1-12 16,1 2-4-16,-1-2-5 0,2 5-1 0,-2 0-3 0,0 0 1 15,-6 5-4-15,7-2-2 0,-1 2 2 0,0 3-2 16,-5-1-3-16,5 6-1 0,0 4 4 0,-5-1-2 0,-2 4-1 16,7 1 0-16,-6 3 0 0,7 0-1 0,-1 6-2 0,-6-2 1 15,14 4 0-15,-8 0-1 0,7 5 0 0,0 0 0 16,6-5-1-16,-5 5-1 0,12-5 0 0,-8 5-1 0,8-4 0 16,8 4-1-16,-8-5 0 0,12 0-2 0,-5 5 0 15,6-4 1-15,6 3-2 0,-5 2-1 0,5-7-2 0,0 1 1 16,1 1-1-16,-1-4-2 0,1 4 1 0,6-5 0 0,-7-4 3 15,8 1-2-15,-8-1 2 0,8-4 0 0,-2-3 4 16,1-1-2-16,0-7 2 0,7-2 2 0,-7 2 0 0,13-9 3 16,-7 0-1-16,1-4 5 0,7-1 1 0,-2-7 2 15,1 5 2-15,1-10 1 0,-1 4 2 0,0-2 6 0,-1-1 6 16,2-1 3-16,-7 1 1 0,-1-5 2 0,1 5 4 16,-7-4-5-16,-1-1-2 0,1 1 2 0,1 4 0 0,-1-5 2 15,-6 1 3-15,-1 0 0 0,0 3-1 0,-6-3 1 0,1 0 1 16,-2-1-1-16,2 0 0 0,-2-3 3 0,-5 4 1 15,-1-5-5-15,1 1-2 0,-7 0-3 0,0-4-5 0,0 3-4 16,-7-4-11-16,7 1 1 0,-13-1-1 0,7 1 0 16,-7-1 8-16,0 5-5 0,0 0 4 0,-7-1-6 0,8 4-4 15,-14-3-4-15,6 4-10 0,0 0 0 0,-5 4-1 16,5-1-3-16,-6 1 1 0,-1 0 0 0,8 3 1 0,-7 1 0 16,6 4-1-16,0-5 2 0,2 6-1 0,-2-2-1 0,1 1-3 15,-1 1 0-15,6 2-2 0,2 1 0 0,-8 0-10 16,13 1-15-16,1-2-22 0,-7 5-31 0,6 0-35 0,1 0-40 15,0 0-36-15,-7 5-34 0,-1-2-41 0,8 1-77 16,0 0-124-16,-2 1-115 0,8-5-99 0,0 0-167 0,8 3-155 16,-2-3-17-16</inkml:trace>
  <inkml:trace contextRef="#ctx0" brushRef="#br0" timeOffset="86921.7">14445 1864 24 0,'0'-9'403'0,"0"5"-148"0,-6 1-97 16,6-1-48-16,0 4-23 0,0-5-37 0,-7 1 0 15,7 4 0-15,0-4 4 0,-7 4 4 0,7-3-3 0,0 3-6 16,-6-5-5-16,-1 5-5 0,1-3 13 0,6-2 13 0,-6 5 13 16,-2 0 17-16,2 0 12 0,6 0 9 0,-6 0-5 15,6 0-10-15,-6-4-10 0,-2 4-11 0,2 0 0 0,0 0 8 16,-1 0 11-16,1 0 1 0,6 0 7 0,-7 0 5 15,0 0-7-15,7 0-16 0,-6-4-20 0,0 4-4 0,6 0-6 16,-6 0 6-16,-2 0 1 0,8 0 12 0,-6 0 9 16,6 0 3-16,-6 0-6 0,6 0-9 0,0 0 1 0,-7 0-6 15,7 0 0-15,0 0 1 0,0 0 3 0,0 0 1 16,0 0-4-16,0 0-6 0,0 0-10 0,0 0-9 0,0 0-7 16,0 0-11-16,0 0-4 0,0 0-8 0,0 0 2 15,0 0 1-15,0 0 1 0,0 0 3 0,0 0-2 0,0 0 2 16,0 0-1-16,0 0 0 0,0 0-2 0,0 0-2 0,0-5 0 15,7 5 6-15,-7 0-8 0,0 0-7 0,0 0 1 16,6 0-3-16,-6 0-4 0,6-3-2 0,8-6 0 0,-2 1 2 16,2 0-4-16,-1 5 2 0,7-2-1 0,-8 1-1 15,8 0-6-15,-1 0 0 0,-5 4 2 0,4-5 11 0,2 5 7 16,0-3 3-16,-1 3 8 0,1 0-1 0,-7-4-1 0,7 8-10 16,0-4-6-16,-8 3-4 0,2 2-2 0,-2-1 0 15,-5 0-1-15,-1 0 1 0,1 4-3 0,0 0-2 0,-7 0 2 16,6 1 2-16,-6 3 0 0,-6 0-1 0,6 0 0 15,-7 4 4-15,0-3-2 0,1 3 0 0,-7-4-2 0,-1 4 2 16,2 0 1-16,-2 6-1 0,-5-6-7 0,-1 4-4 0,2-4-2 16,-2 0-2-16,0 0 1 0,1-3 0 0,5-1 7 15,-5-3 5-15,6 3 2 0,0-5 2 0,-1 2 5 0,2-1-1 16,6-4 1-16,-2 1-6 0,2-2-1 0,6 1 4 16,-6-4-8-16,6 4 3 0,0-4-2 0,0 0 4 0,0 0 1 15,0 0-3-15,0 0-3 0,0 0 2 0,0 0-1 16,6 0 4-16,-6 0-1 0,6 0-1 0,2-4 1 0,4 4-7 15,2 0 2-15,-2 0-2 0,1 0 1 0,-6 0 2 16,6 0 25-16,-7 0-4 0,8 4-8 0,-8 1-9 0,0-5 3 16,8 3 9-16,-8 1-20 0,1 1 11 0,-1-2 8 0,0 2 8 15,-6-1-2-15,8 0-8 0,-2 4-5 0,-6-4 2 16,6 0-5-16,-6 4-1 0,6-3-2 0,-6-1 1 0,0 4 0 16,0-4-1-16,7 3 1 0,-7-2 7 0,0 3-2 15,0-4-3-15,-7 4 0 0,7 0-1 0,0-3 0 0,0 3-7 16,-6-1 2-16,0 2-6 0,0-1-2 0,-2-4-3 0,2 4-1 15,0-4 4-15,-7 5 1 0,-1-1 9 0,2-4 2 16,-2 4 2-16,2-4 3 0,-8 0 0 0,1 1-2 0,5 2 0 16,-6-3 1-16,1-4-2 0,-1 4 3 0,2 0-5 15,-2-4-1-15,0 5 1 0,1-1 1 0,-7-4 0 0,6 3-1 16,1-3-1-16,5 5 0 0,-5-5 0 0,12 4-11 0,-6-4-7 16,7 0-11-16,6 0-10 0,-7 0-11 0,7 0-18 15,0 0-12-15,0 0-23 0,7-4-42 0,-1-1-65 0,1 2-57 16,6-6-41-16,6 1-37 0,7-8-23 0,-6 3 7 15,13-2 33-15,-1-1 27 0,1-6 21 0,-1 3 12 0,1-2 1 16,-1 1-18-16,1-5-21 0,-1 1-34 0</inkml:trace>
  <inkml:trace contextRef="#ctx0" brushRef="#br0" timeOffset="87466.45">14751 1905 287 0,'13'-21'266'0,"7"-3"-83"0,-8-1-51 0,2 1-29 16,-2 3-13-16,-4-3-6 0,4 0-5 0,-5-1-9 0,-1 1 1 15,1 0-1-15,-7 0-2 0,0 3 2 0,0-4 9 16,0 0 5-16,-7 6-6 0,1-2-2 0,-1-3-2 0,-5 3 18 15,4 1 8-15,-4 3 10 0,-2-3 0 0,2 9 0 16,-8-6-2-16,7 5-28 0,-7-4-25 0,8 4-4 0,-8-1 16 16,7 1 5-16,-7 4 1 0,1-1 0 0,-1 2 10 0,0-1 1 15,-6-1-20-15,7 5 1 0,-1 0 8 0,-6 0 7 16,7 4-3-16,-7 4 0 0,-6 0 4 0,5 0-10 0,-5 8-13 16,-1-3-11-16,1 7-7 0,-7 0-14 0,-1 4-8 15,1 4-5-15,1 2 0 0,-2 5 1 0,1 2 4 0,-6-1 5 16,5 6 9-16,1-2 9 0,0 0 4 0,7 6 9 15,-1-2-1-15,1 0 5 0,6 6-6 0,6-6-7 0,1 2-3 16,5 2-7-16,2 0-5 0,-2-3-8 0,14 5 1 16,-6-6-2-16,6 0-1 0,6-3-1 0,-6-1 1 0,7 2 0 15,6-2-3-15,0-3-2 0,0-1 2 0,6 1 2 16,1-5 0-16,6 0 4 0,-6 2-2 0,13-6-1 0,-1 0 0 16,7 1-3-16,-7-5 0 0,15-4 1 0,-2 5 1 15,0-5 3-15,7-4 1 0,7-4 3 0,6 4 29 0,0-8-8 16,0-4-2-16,7 0 0 0,-7-4-1 0,0-4-2 0,0 4-31 15,0-8 3-15,-6 4 6 0,0-5 5 0,-7 1 5 16,0 0 6-16,-13 0-10 0,7-5 8 0,-14 6 5 0,7-10-1 16,-13 5-4-16,0-1-1 0,0-2 11 0,1-7-8 15,-8 2-6-15,0 0-4 0,-5-4-5 0,-1-1-6 0,-1-4 12 16,-4 0-1-16,-2-2-1 0,-6-6-3 0,0 0-1 0,-6-4-2 16,-2 0-13-16,-4 0-4 0,-8 5-3 0,1-6 0 15,-14 6 1-15,1 4-2 0,-2-1-2 0,-11 0-2 0,6 5 3 16,-7 4 1-16,1-5-2 0,6 8-1 0,0 1 3 0,-7-1 2 15,8 5 0-15,-2-4-4 0,1 3 1 0,0 2 2 16,7 2 0-16,-1 0-6 0,-7 1-19 0,8 0-13 0,-1 3-16 16,7 1-19-16,1 8-28 0,-9-3-22 0,16 2-7 15,-9 1-15-15,1 8-23 0,6-4-59 0,-5 8-78 0,-1 0-87 16,6 4-73-16,1 1-73 0,-1 3-104 0,0 0-201 16,8 1-40-16</inkml:trace>
  <inkml:trace contextRef="#ctx0" brushRef="#br0" timeOffset="95386.58">18034 11132 61 0,'0'4'254'0,"0"-4"-68"0,0 5-62 0,0-5-40 16,0 0-20-16,6 0-11 0,-6 0-5 0,0 0-2 0,0 0 1 15,0 0 1-15,0 0 1 0,0 0 4 0,0 0 3 16,0 0-1-16,0 0 2 0,0 0 2 0,0 0-3 0,0-5 2 15,0 5-4-15,0 0 4 0,0 0 3 0,0 0 2 16,-6 0 5-16,6 0-3 0,0 0 5 0,0 0-1 0,6 0-6 16,-6 0-6-16,0-4-7 0,0 4-4 0,0 0-3 0,0 0-2 15,0 0 3-15,7 0 5 0,-7 0 13 0,0 0 9 16,0 0 13-16,0 0 14 0,0 0 17 0,0 0 15 0,0-3 8 16,6 3 11-16,-6 0 3 0,0-5 0 0,0 5-13 15,0 0-8-15,0 0-7 0,0 0-11 0,0 0-8 0,-6 0-9 16,6 0-2-16,0 0-6 0,0 0-12 0,0 0-13 15,0 0-10-15,0 0-11 0,0 0-8 0,0 0-8 0,0 0-4 16,0 0-2-16,0 0 0 0,0 0-1 0,6 0 1 0,-6 0-3 16,0 0 2-16,0 0-2 0,-6 0-2 0,6 0-1 15,0 0-1-15,0 0-2 0,0 0-4 0,0 0 1 0,0 5-1 16,0-5 1-16,-7 3 3 0,1 1 3 0,-1 5 1 16,0-1 5-16,1 3 2 0,-8 2-2 0,8-1-7 0,-6 4-1 15,-2-3-2-15,1 4-3 0,1-2-7 0,-2 2 4 0,2-1 4 16,-2-4 1-16,8 4 1 0,-7-4-1 0,6 1 6 15,0 0-9-15,1-6-2 0,0 2-2 0,6-5-3 0,-7-1 1 16,7 2-1-16,0-5 1 0,0 3 0 0,0-3 3 16,0 0-1-16,0 5 2 0,0-5-1 0,0 0 1 0,0 0 1 15,0 0 0-15,0 0 2 0,7 0 0 0,-7 0 0 16,0 0-3-16,6 0 1 0,0 0-1 0,1 4-1 0,0-4 3 16,-1 0 0-16,7 0 4 0,1 0-6 0,-2 0 2 15,2 0-4-15,-2 0-1 0,1 0 1 0,1 0-1 0,-2 0 1 16,2-4-2-16,-2 4 0 0,2-5 0 0,-1 5 1 0,6-3-1 15,-6-2 1-15,0 5 3 0,0-3-5 0,-6 3 3 16,6-4-2-16,-7 4-1 0,1 0 1 0,-1 0-1 0,0 0 1 16,2 0-5-16,-2 0-4 0,-6 0-2 0,6 0-3 15,-6 0-2-15,7-5-1 0,-7 5 0 0,0 0 6 0,0 0 1 16,0 0 2-16,6-4 4 0,-6 4-1 0,0 0 2 0,0-4-2 16,0 4 2-16,7-3 1 0,-7-6-2 0,6 5 3 15,1-5 1-15,-7 2 3 0,6-2-3 0,-6 5 1 0,6-4-1 16,2 1 0-16,-8-6-1 0,6 4-1 0,-6 2 3 15,0-2-1-15,6 2 0 0,-6 2 4 0,0-2-3 0,0 2 4 16,0 5-3-16,0-4 13 0,0 0-1 0,0 4-1 16,0 0 0-16,0 0 0 0,0 0 0 0,0 0-10 0,0 0 2 15,0 0 2-15,0 0 0 0,0 0-1 0,0 4-1 0,0-4-1 16,0 4 5-16,-6 4 3 0,0-4-2 0,6 4 2 16,-8 5 1-16,2 0 4 0,0-2-2 0,-1 6-1 0,1-1 4 15,-1 0 5-15,1 4 3 0,-1 1-6 0,1-1 2 16,-8 0 1-16,8 5 26 0,0-5-14 0,-7 4-6 15,6-3-3-15,1 3-5 0,-7-3-2 0,6 3-31 0,0-3 12 16,-5-1 0-16,5 0 5 0,0-4 0 0,7 1-2 0,-6-5 0 16,0 0 3-16,6 0-1 0,-7 0-4 0,7-7-2 15,0 2 3-15,0-2 0 0,0-1-6 0,-6 0 3 0,6 1 1 16,0-5 1-16,0 3-2 0,0-6-4 0,0 3-6 0,0 0-14 16,0 0-20-16,0-5-22 0,0 5-30 0,-7 0-55 15,7 0-108-15,0-4-129 0,0-5-113 0,0-3-98 0,0 0-125 16,7-4-191-16,-1 0-35 0,1-5 61 0</inkml:trace>
  <inkml:trace contextRef="#ctx0" brushRef="#br0" timeOffset="95941.71">18483 11030 314 0,'0'-19'557'0,"0"2"-198"0,0 1-113 0,-7 4-45 16,7-5-24-16,-6 5-8 0,0 0-6 0,-1 0-7 15,0-1 12-15,-5-2-2 0,4 2 7 0,-4 1-7 0,5-1-6 16,-6 2-12-16,7 2-29 0,-7-3-20 0,-1 0-21 16,2 4-13-16,5-1 1 0,-6 2 0 0,0 2 4 0,0 1-4 15,0 0-10-15,0 1-11 0,-7 6-11 0,8-3-5 0,-8 8 3 16,0 0 13-16,-6 5 5 0,7-1 7 0,-7 4 6 16,6 8 5-16,-6-4-4 0,0 6-10 0,7-3-2 0,-8 6 1 15,7-1-7-15,2 5-7 0,-2-4-2 0,1 4-4 16,-1 3-5-16,0-4-3 0,7 6-2 0,0-2-1 0,6 1-2 15,-5-1 1-15,5 4 2 0,-6-3 2 0,7 4-2 16,-1-4 0-16,7 3 1 0,-6-3-1 0,6 0 0 0,0-1-3 16,6 1-3-16,-6-9 0 0,7 5 2 0,-1-4-2 15,7-5-4-15,-6 0 1 0,5-4 3 0,-5 2 1 0,6-3-1 16,0-3-1-16,7-4 2 0,0-3 2 0,-1-1 1 0,1 1-2 16,6-6-1-16,-7-3-1 0,7-3-5 0,0-6 10 0,7 1-6 15,-7-4-4-15,6-4-3 0,1 0 2 0,-1-1 2 16,1-4-9-16,-1-2 3 0,-6-3 7 0,7 2 5 15,0 0 3-15,-7 0 1 0,0-1 4 0,0-4 1 0,0 1 1 16,0 0-1-16,0-1-2 0,-6-4-2 0,0 2-3 16,-2-2-3-16,2-4-2 0,-7 4-1 0,7-3-1 0,-14 3-5 15,8-3-2-15,-8-1-3 0,0 1-1 0,-6 3-1 0,0 0-2 16,0 0 2-16,0 5-2 0,-6-1 5 0,-8 5 3 16,8 0 6-16,-6 3 2 0,-8 1 0 0,0 4 0 0,1 0-3 15,-1-1-6-15,-6 4-9 0,0 2 0 0,0 2-1 0,0 1-2 16,-6 5 4-16,12-2-3 0,-6 1-5 0,-1 4-8 15,1 4-11-15,7-4-12 0,-7 5-26 0,13-2-21 0,-7 1-23 16,1 5-28-16,6-1-44 0,-7-1-85 0,7 2-114 16,0 3-100-16,7-3-91 0,-7-2-133 0,7 5-215 0,-2-3-49 15,2 3 59-15</inkml:trace>
  <inkml:trace contextRef="#ctx0" brushRef="#br0" timeOffset="97185.73">17982 13294 339 0,'6'0'348'16,"-6"0"-106"-16,6 3-73 0,-6-3-43 0,6 5-20 0,-6-5-2 15,0-5-5-15,8 2 6 0,-8-1 1 0,0 4 10 16,0-5-16-16,0 5 22 0,0-3 10 0,0 3 12 0,0 0 3 16,0 0-2-16,0-5 21 0,0 5-14 0,0 0-8 15,0 0-14-15,0 0-6 0,0-3-6 0,0 3-13 0,0 0-8 16,0 0-10-16,0 0-13 0,0 0-10 0,0 0-11 16,0 0-3-16,0 0-9 0,0 0-3 0,-8 0-8 0,8 0-5 15,-6 0-5-15,6 0-6 0,-6 3-7 0,0 2-6 16,-1-5 0-16,0 3-42 0,1 2 18 0,-1-1 7 0,1-1 8 15,0 2 2-15,6-1 2 0,-8 0 42 0,8 1-19 16,-6 3-9-16,6-5-8 0,0 1-1 0,0 0 1 0,-6 1-2 16,6 3 5-16,6 1-3 0,-6-2 3 0,0 2-3 0,0-6-2 15,6 6-3-15,-6-2 1 0,8 2 0 0,-8-2 2 16,6-2 1-16,-6 3 0 0,6 1 4 0,1-2-5 0,-1 5 1 16,1-3-1-16,0-1-1 0,-7 0 1 0,6 0 3 15,0 1 1-15,-6 3-1 0,6-5 1 0,2 2 2 0,-8-1 1 16,0 0-5-16,6 0 4 0,-6 4 0 0,6-3-1 0,-6-1-3 15,0-1-2-15,7 2 1 0,-7-1 0 0,0 1-1 16,0-2-1-16,0-3 1 0,7 4 1 0,-7-3 0 0,0-1 4 16,0-1-1-16,0 2 3 0,0-1 0 0,0-4 0 15,0 4 4-15,0-4 3 0,-7 0 6 0,7 0 9 0,0 0 8 16,-7 0 5-16,1 0 4 0,0 4-6 0,-2-4-4 0,-4 0-3 16,-1 0-3-16,6 0-4 0,-6 4-4 0,7-4-2 15,-8 0-3-15,2-4-7 0,6 0-4 0,-8 4-3 0,8-4-1 16,-1 0-2-16,-6 4 2 0,13-5 0 0,-7 5-5 15,1-3-58-15,0-1 12 0,-1-1-11 0,7 2-40 0,-7-2-76 16,1-3-94-16,6 5-36 0,0-6-105 0,0 1-81 16,6-4-102-16,1 0-164 0,0-1-36 0</inkml:trace>
  <inkml:trace contextRef="#ctx0" brushRef="#br0" timeOffset="97920.06">17962 13241 291 0,'-13'4'479'0,"7"-4"-182"0,-2 0-104 15,8 0-57-15,-6 0-27 0,6-4-23 0,0 4-10 16,0 4-10-16,6-4-9 0,-6 4-4 0,8-4-3 0,-8-4 3 16,12 0-4-16,-5-9-2 0,13 6-6 0,-8-5-2 15,8 0 3-15,0-4 6 0,-1 3 1 0,7-4 1 0,-6 1 4 16,6 0 1-16,-1-1-2 0,-5 1-6 0,6-1-4 15,-7 1-4-15,8 0-3 0,-8 1-6 0,1-1-4 0,-7-1-7 16,7 1-3-16,-8 3 1 0,-5 0 4 0,6 2 6 0,-6 3 3 16,-1-4 9-16,0 3 5 0,2 2 9 0,-8-2 6 15,0 1 2-15,0-1 2 0,-8 1-8 0,2 1-1 0,0-2-11 16,-8 5-13-16,8-4-6 0,-7 4-6 0,0 0 5 16,0 0 2-16,-7-1 1 0,7 5 1 0,-6 0 3 0,0 0-3 15,-8 0-7-15,8 5 1 0,-8-1 2 0,8 0 2 0,-7 0-4 16,0 4 5-16,0 0 7 0,0 4-2 0,-1-4 6 15,-5 5 3-15,7 0 16 0,-8-2-5 0,7 6 2 0,-7-5 4 16,7 4-2-16,-6 5 1 0,-1 3-7 0,1 0 10 16,6 1 0-16,-7 3-2 0,7 1-1 0,-7 4 3 15,7-1-4-15,0 5-1 0,6-1-9 0,1-4-2 0,-1 1-4 16,8 0-5-16,-2-1-8 0,1 0-6 0,7 2 1 0,0-2-2 16,-1-3 0-16,7 3 0 0,7-3 0 0,-7-1 0 15,12-4 0-15,-5 5-1 0,6-5 4 0,0 1 2 0,7-1 2 16,-1-3 0-16,7 3 2 0,-6-7 0 0,6 2-5 15,-1-2-4-15,9-4-6 0,-2-2 1 0,1-3-1 0,6 1-2 16,-7-6-2-16,7-3 11 0,0 0-1 0,1-3-4 0,-2-6-3 16,1 1-2-16,1 0 5 0,-1-4-13 0,0 3 9 15,-7-3 4-15,7-4 5 0,-7 4 2 0,2-1-2 0,-2-3 2 16,1 0-1-16,-1 4-4 0,-5-4 2 0,-2 3 1 16,1-3 0-16,0 0 2 0,-6 4 2 0,-1-5 1 0,1 1 3 15,-7 4 4-15,0-5 3 0,0 2 0 0,-7 2-2 0,8-6-4 16,-8 2-2-16,0-4-5 0,2 1-4 0,-2 0-7 15,-6-4-2-15,0-2 1 0,0-2-3 0,0 0-2 0,0-4-7 16,-6 7 3-16,-2-4-1 0,2 1 0 0,0 4 1 16,-8-4 0-16,1 6 6 0,1-2 13 0,-2 4-6 0,-5-1-3 15,6 5-5-15,-6 0-2 0,-1-5-4 0,-6 9-14 0,6-4 2 16,1 4 4-16,-7 0 4 0,6 0 0 0,-6-1 0 16,7 5 0-16,-1-1 3 0,1 2-6 0,-1-1-5 0,0-1-6 15,7 5-4-15,0-4-8 0,-6 4-9 0,13 0-6 16,-8 1-4-16,8-2-11 0,-1 1-12 0,1 0-13 0,-1 0-29 15,1-1-44-15,6 5-79 0,-7 0-108 0,7 0-114 16,0 0-100-16,0 0-121 0,0 0-206 0,0 0-61 0,0 9 40 16</inkml:trace>
  <inkml:trace contextRef="#ctx0" brushRef="#br0" timeOffset="99230.93">18281 15121 99 0,'0'-4'529'0,"0"4"-172"15,0-3-138-15,0 3-80 0,7 0-44 0,-7 0-21 0,0 0-11 16,0-5-5-16,0 5 2 0,0 0 7 0,0 0 15 15,0 0 16-15,0 0 19 0,0 0 19 0,0 0 14 0,0-4 6 0,0 4 11 16,0 0 4-16,6 0 6 0,-6 0 1 16,-6 0-2-16,6-4-8 0,0 4-16 0,0-3-18 0,-7 3-19 15,7-5-19-15,-7 1-20 0,7 4-13 0,-6-3-11 16,6-2-13-16,-7 5-5 0,1-5-5 0,0 5 4 0,6-3 2 16,-7 3 2-16,0 0 5 0,1 0 5 0,0 0-4 15,-8 0-7-15,8 3-6 0,-1-3-4 0,-6 5 30 0,7-5-24 16,-1 5-8-16,-5 2-5 0,4-2 8 0,-4-2 4 0,5 5-31 15,-6 0 14-15,7 4 7 0,-7-3 5 0,-1 2-7 16,8 2 0-16,-7-1-2 0,6 1 0 0,-5 2 2 0,5-2-3 16,-6 3 0-16,6 5-2 0,1-5 0 0,0 5-2 15,-8-2-2-15,8 2 1 0,0-4-1 0,-1 2 0 0,-6-2-3 16,13-1 2-16,-7 0-3 0,7 1-2 0,-6-5-1 0,6 0-3 16,0 0 0-16,0 1 0 0,0-5 0 0,0 4 0 15,0 0 2-15,6-3-1 0,-6-2 1 0,7-2 0 16,-1-1-2-16,1-1 4 0,0 2-2 0,-1-1 1 0,0-4-9 15,8 0 3-15,-8-4 2 0,7 4-3 0,-6-8 4 0,6-1 0 16,-7 5 8-16,7-4-1 0,0 4-4 0,-7-4-2 0,8 4-1 16,-8-3 0-16,1-3 1 0,-1 3-2 0,1 2 1 15,-1-2 0-15,-6 3 0 0,7-4 0 0,-7 3-2 0,0-3 2 16,0 0 1-16,0 4 0 0,0-4-1 0,-7 3 0 16,1-3 5-16,6 0-3 0,-7 5-2 0,1-6-2 0,-7 5 1 15,6-4 0-15,0 4-4 0,1-1-6 0,0 2 4 16,-1-2 2-16,0 2-2 0,1-2-3 0,0 5 0 0,-1-3 1 15,1 3-6-15,-1 0-7 0,0 0-4 0,1 0-8 16,0 0-4-16,-2 0-7 0,2 3-12 0,0-3-12 0,0 5-13 16,-1-2-16-16,7 2-27 0,-7-2-34 0,1 2-39 15,6-5-48-15,0 4-48 0,-7 0-35 0,7-4-26 0,0 4-6 16,0-4-5-16,0 4-9 0,0-4-57 0,0 0-137 0,0 0-61 16</inkml:trace>
  <inkml:trace contextRef="#ctx0" brushRef="#br0" timeOffset="99863.19">18450 15040 473 0,'7'-16'556'16,"-7"3"-198"-16,7 1-114 0,-7 0-66 0,6 0-33 0,-6 0-18 15,6 0-18-15,-6 0-12 0,0-1-9 0,0 1 3 0,0-4 10 16,0 3 9-16,-6-3 13 0,6-1 1 0,-6 1-2 0,-1 1 14 15,0-1 12-15,1-6-6 0,-8 6-11 0,2 4-20 16,5-4-11-16,-6 0-22 0,-6 3-20 0,5 1-5 0,2 0-10 16,-8 4 3-16,1 0-2 0,-7-1-4 0,6 6-7 15,1-2-9-15,-7 1-1 0,-1 1 0 0,1 3 4 0,0 0 5 16,0 3 6-16,0 1 3 0,-7 4 10 0,1 5 3 16,5-1 1-16,-5 0-1 0,-1 5-4 0,1-1-2 0,6 4-10 15,-7 1-2-15,1-1-2 0,6 4-6 0,-7 1 0 16,8-1-4-16,-1 4 3 0,-7 2-2 0,13-2 0 0,-6 4 1 15,7 1 1-15,-1-1 4 0,0 6-3 0,1-3 8 16,6-1-5-16,0 1-3 0,0 3 0 0,6-2-6 0,1 5 2 16,0-5-12-16,6 1 1 0,-7-5 0 0,7 5 1 0,7-1-1 15,-7-3-1-15,6 4-6 0,7-4 2 0,0-1 1 16,0-4-2-16,7 1 0 0,-8-1 1 0,14 1 6 0,-6-4-4 16,7-1 0-16,-1-3-2 0,6-2 0 0,-7-3-1 15,8-3 3-15,0-1 2 0,-7 1-2 0,6-10 2 0,1 2 2 16,0-5 4-16,0-5 1 0,-1 2 1 0,7-6 6 0,-6 2 1 15,5-10 3-15,-5 5-1 0,7-9 2 0,-2 5 3 16,8-3-1-16,-7-7 1 0,0 6-1 0,0-5 0 0,0 1-2 16,1 0 2-16,-8-4 0 0,1 3 2 0,-1 1 3 15,1-1 2-15,-7 0-1 0,0 1-1 0,-1 0-2 0,-5-4-1 16,6-1-19-16,-6 1 2 0,-1-2 2 0,-5-1-5 0,5 2-3 16,-6-3-4-16,0-6 12 0,-7 5-3 0,8 2-4 15,-8-2-1-15,-6 4-2 0,0-4 1 0,0 5-2 16,0 4-1-16,-6-4 0 0,-8 3 1 0,8 1 1 0,-14 3 2 15,7-4 1-15,-13 2-3 0,7 2-1 0,-7 0-2 0,0 1-3 16,-7 4 2-16,1-5-5 0,-1 6 0 0,7-1-4 16,-6-1 0-16,-1 5 2 0,1-5-7 0,5 9 2 0,-5-4-6 15,6 4-9-15,-1 4-16 0,-5-5-18 0,12 6-28 16,-5 3-27-16,-1-5-28 0,6 5-20 0,0 5-19 0,7-5-39 16,1 3-60-16,-2-3-120 0,1 5-114 0,7-1-111 0,-1 0-166 15,-6 0-177-15,7 0-43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0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1288,'0'6'1008,"11"-6"20,-11-6-824,11 6-8,0 0-188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06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1 588,'0'0'2071,"0"8"1951,0-5-3344,0-8 1665,-2 5-1648,2 0-611,-1 0 0,1 0-1,0 0 1,-1 0 0,1 0 0,0 0 0,-1 0-1,1 0 1,0 0 0,0 1 0,-1-1 0,1 0-1,0 0 1,-1 0 0,1 0 0,0 0 0,0 0 0,-1 1-1,1-1 1,0 0 0,0 0 0,-1 0 0,1 1-1,0-1 1,0 0 0,0 0 0,-1 1 0,1-1 2,1 1 1,-1-1-1,0 0 1,0 0 0,0 1-1,1-1 1,-1 0-1,0 0 1,1 0 0,-1 1-1,0-1 1,1 0-1,-1 0 1,0 0 0,1 0-1,-1 0 1,0 1-1,1-1 1,-1 0-1,0 0 1,1 0 0,-1 0-1,0 0 1,1 0-1,-1 0 1,0 0 0,1 0-1,-1 0 1,1-1-1,-1 1-7,0 0 1,0 0-1,0 0 0,0 0 0,0 0 0,0-1 0,0 1 0,0 0 0,1 0 0,-1 0 0,0 0 0,0-1 0,0 1 0,0 0 0,0 0 0,0 0 0,0 0 1,0 0-1,0-1 0,-1 1 0,1 0 0,0 0 0,0 0 0,0 0 0,0-1 0,0 1 0,0 0 0,0 0 0,0 0 0,0 0 0,0 0 0,0 0 0,-1-1 1,1 1-1,0 0 0,0 0 0,0 0 0,0 0 0,0 0 0,0 0 0,-1 0 0,1 0 0,-9 5 1170,9-4-1193,0-1-1,0 0 1,0 0 0,0 0-1,0 1 1,0-1 0,0 0 0,0 0-1,0 1 1,0-1 0,0 0-1,0 0 1,0 1 0,0-1 0,0 0-1,0 0 1,0 0 0,0 1-1,0-1 1,0 0 0,0 0 0,0 1-1,-1-1 1,1 0 0,0 0-1,0 0 1,0 0 0,0 1 0,0-1-1,-1 0 1,1 0 0,0 0-49,-1 0 1,1 0 0,0 0 0,0 0 0,-1 0-1,1 0 1,0 0 0,-1 0 0,1 0-1,0 0 1,-1 0 0,1 0 0,0 0 0,-1 0-1,1 0 1,0 0 0,0 1 0,-1-1-1,1 0 1,0 0 0,0 0 0,-1 0 0,1 1-1,0-1 1,0 0 0,-1 0 0,1 1-1,0-1 1,0 0 0,0 0 0,0 1 0,-1-1-1,1 0 1,0 0 0,0 1 0,0-1-1,0 0 1,0 2 1118,0 6-491,-1 21 417,0-17-883,1 0 1,0 0-1,0 0 0,4 14 1,62 301 1597,-48-283-1474,-11-5-55,-5-25-137,1 0 1,0 0-1,1-1 1,0 1 0,8 14-1,-10-22-52,1 1 0,-1-1 0,3 11 0,5 13 99,-1-14-49,-7-14-80,0 1-1,-1 0 1,1-1 0,-1 1-1,2 5 1,-1 1 16,-2-6-25,1-1-1,-1 0 0,1 0 0,0 0 1,0 0-1,0 0 0,0 1 1,0-1-1,0-1 0,2 3 0,-2-2-2,0 0 0,0-1-1,0 1 1,0 0-1,0 0 1,0-1-1,0 1 1,-1 0 0,1 0-1,0 0 1,-1 0-1,0 0 1,1 0 0,-1 0-1,0 4 1,0-6-7,-1 0 0,1 0 1,0 0-1,0 1 0,0-1 0,0 0 1,0 0-1,0 1 0,0-1 1,0 0-1,0 0 0,0 0 1,0 1-1,0-1 0,0 0 1,0 0-1,0 1 0,0-1 0,0 0 1,1 0-1,-1 0 0,0 1 1,0-1-1,0 0 0,0 0 1,0 0-1,0 0 0,1 1 0,-1-1 1,0 0-1,0 0 0,0 0 1,0 0-1,1 0 0,-1 1 1,0-1-1,0 0 0,0 0 0,1 0 1,-1 0-1,0 0 0,0 0 1,1 0-1,-1 0 0,0 0 0,5 2 8,-3 9 16,-2-10-39,0-4-930,0 2 863,0 1-1,0-1 0,0 1 0,0-1 0,0 0 0,0 1 0,0-1 0,0 1 0,0-1 0,0 1 0,0-1 0,0 0 0,-1 1 0,1-1 0,0 1 0,0-1 0,0 1 0,-1-2 0,-4-2-1108,0-1-1,1-1 0,0 1 1,-7-12-1,9 13 679,-7-11-2636,1 0 0,1-1 0,-8-25 0,10 25 820,-6-17-1957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07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923 88 2428,'-68'-50'8931,"63"47"-8508,-2-2 272,0 1 0,-1 0-1,1 0 1,-1 1 0,-16-6 0,2 6-215,0 1 1,0 1-1,0 1 1,-1 1 0,1 1-1,0 1 1,0 0-1,-41 14 1,41-11-278,10-2-57,0-1 0,-20 11 0,15-6-18,-61 35 377,68-37-443,0 1 1,0 1-1,1-1 1,0 2-1,-11 13 1,-32 34 196,32-19-126,4-6-40,8-17-40,0 0-1,1 1 1,1 0 0,0 1-1,1-1 1,1 1-1,-4 28 1,5-15 53,1-1-1,2 0 1,4 46-1,9-1 89,-6-42-116,2 7 55,3 0-1,21 48 1,-10-27 13,49 99 280,-66-146-392,33 56 169,-13-25-71,94 142 320,-98-151-372,31 37 177,103 112 0,-136-165-219,0 0 1,31 20 0,-32-24-33,-6-5 8,0-1 0,0 0-1,1-1 1,-1-1-1,2 0 1,-1-1 0,1 0-1,0-1 1,16 2-1,-22-5 15,1 0-1,0-1 0,0 0 0,0-1 0,-1 0 1,1 0-1,0-1 0,-1 0 0,1-1 1,10-4-1,-8 2 15,-1-1 0,1-1 0,-1 0 0,-1 0 0,1-1 0,-1 0 0,-1-1 0,1 0 0,-1 0 0,8-13 0,-12 16-28,9-14 42,0-1-1,18-35 1,24-59 114,-49 104-134,-1 0-1,0 0 1,-1-1 0,4-14-1,35-88 348,-36 91-283,-5 12-24,1-1 0,1-13 0,4-25 154,-3 17 190,3-60 0,-10 69-203,-7-38 1,4 38-129,-1-3-32,-11-36 1,6 28-51,2 8 18,-2-1 1,-1 2-1,-27-50 1,-56-68 42,79 122-62,-23-28 16,-2 1 1,-90-85-1,101 108-20,-2 2 0,-56-36 0,65 47-7,0 1 0,-1 1 1,0 1-1,-1 1 0,0 2 0,0 0 1,-43-6-1,57 11 2,-20-1-8,0 0 0,-1 2-1,-42 3 1,47 1-28,1 2-1,-1 1 0,1 1 0,0 1 0,1 1 0,-1 1 0,2 1 1,-32 20-1,-44 37-621,84-56 323,1 1 0,0 0 0,1 1 0,-17 22 0,-4 4-898,27-33 598,1 0 0,-1 1 0,1 0 0,1 0 0,-1 0 0,1 1 0,-5 13 0,10-21 152,-1 0 0,1 1 0,0-1 0,0 1 0,0-1 0,0 1 0,0-1 0,0 1 0,1-1 0,-1 1 0,0-1 0,1 1 0,-1-1 0,1 0 0,-1 1 0,1-1-1,0 0 1,0 0 0,-1 1 0,1-1 0,0 0 0,0 0 0,0 0 0,0 0 0,1 0 0,-1 0 0,2 1 0,1 2-598,7 4-3447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33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528 777 164,'0'0'73,"0"-1"1,0 1-1,0 0 1,0 0-1,0-1 1,0 1-1,0 0 0,0 0 1,0-1-1,0 1 1,0 0-1,0 0 1,0-1-1,0 1 0,0 0 1,0 0-1,1-1 1,-1 1-1,0 0 1,0 0-1,0 0 0,0-1 1,1 1-1,-1 0 1,0 0-1,0 0 1,0 0-1,1-1 0,-1 1 1,0 0-1,0 0 1,1 0-1,-1 0 1,0 0-1,0 0 0,1 0 1,-1 0-1,0 0 1,0 0-1,1 0 0,-1 0 1,0 0-1,0 0 1,1 0-1,-1 0 1,1 0-1,0 0-333,1 0 731,0 0-33,16-7 925,-16 7-1108,0-1-10,2-1-1444,8-1 8444,-17 2-5269,3-3 766,2 8 273,2-9-2822,3 3-90,-12 2 62,7-4 282,0 7-172,0-2 293,0-1-565,0 0 1,0 0 0,0 0-1,0 0 1,0 0 0,0 0-1,0 0 1,0 0 0,1 0-1,-1 0 1,0 0 0,0 0-1,0-1 1,0 1 0,0 0-1,0 0 1,0 0 0,0 0-1,0 0 1,0 0 0,0 0-1,0 0 1,0 0 0,0-1-1,0 1 1,0 0 0,0 0 0,0 0-1,0 0 1,0 0 0,0 0-1,0 0 1,0 0 0,0 0-1,0-1 1,0 1 0,0 0-1,0 0 1,-1 0 0,1 0-1,0 0 1,0 0 0,0 0-1,0 0 1,0 0 0,0 0-1,0 0 1,0 0 0,0 0-1,0-1 1,0 1 0,0 0-1,-1 0 1,1 0 0,0 0-1,0 0 1,0 0 0,-7-6 274,6 4-290,0 1 27,1-1 0,-1 1-1,1 0 1,-1-1 0,1 1 0,0-1-1,0 1 1,-1 0 0,1-1 0,0 1-1,1-1 1,-1 1 0,0-3 0,1-4 32,-1 8-44,0-1 0,0 1 1,0 0-1,0 0 0,0-1 0,0 1 0,0 0 1,0 0-1,1-1 0,-1 1 0,0 0 0,0 0 1,0-1-1,0 1 0,0 0 0,1 0 0,-1 0 0,0 0 1,0-1-1,0 1 0,1 0 0,-1 0 0,0 0 1,0 0-1,1 0 0,-1-1 0,0 1 0,0 0 1,1 0-1,-1 0 0,2 0 56,-7 0-7,4-1-35,1 0 0,0 0 0,-1 0 0,1 0 1,0 0-1,0 0 0,0 0 0,0 0 0,0 0 0,0 0 0,0 0 0,0-1 0,0 1 0,0 0 1,1 0-1,0-1 0,2 1-8,-2 1-8,-1 0 0,0 0-1,0 0 1,1-1 0,-1 1 0,0 0 0,0 0 0,0 0 0,1 0-1,-1 0 1,0 0 0,0 0 0,1 0 0,-1-1 0,0 1-1,0 0 1,0 0 0,0 0 0,1 0 0,-1-1 0,0 1-1,0 0 1,0 0 0,0 0 0,0-1 0,0 1 0,1 0 0,-1 0-1,0-1 1,0 1 0,0 0 0,0 0 0,0-1 0,0 1-1,0 0 1,0 0 0,0-1 0,0 1 0,0-1 0,0 1 0,0-1 0,0 1 0,0-1 0,0 1 1,0-1-1,0 1 0,1-1 0,-1 1 0,0-1 0,0 1 0,1-1 0,-1 1 1,0-1-1,1 1 0,-1 0 0,0-1 0,1 1 0,0-1 0,3-4 7,0-5 4,5-6 3,13-26 12,-7 22-26,-10 13 0,0-1-1,0 2 1,9-9 0,-6 5-3,-7 8-1,0 0 0,0 0 0,0 1 0,1-1 0,-1 1 0,1-1 0,-1 1 0,3-2 0,41-32 27,-26 23-7,-17 11 37,-1 1-11,29 0-146,-28 1 98,-3-1 5,1 1 0,0-1-1,0 0 1,0 1 0,0-1 0,0 0-1,0 1 1,0-1 0,0 0 0,0 1-1,0-1 1,0 0 0,1 1 0,-1-1-1,0 0 1,0 0 0,0 1 0,0-1-1,0 0 1,0 1 0,1-1 0,-1 0-1,0 0 1,0 1 0,1-1 0,-1 0-1,0 0 1,0 0 0,1 1 0,-1-1-1,0 0 1,0 0 0,1 0 0,-1 0-1,0 0 1,1 0 0,-1 0 0,0 1-1,1-1 1,-1 0 0,0 0-1,1 0 1,-1 0 0,0 0-1,0 0 1,0 0 0,0 0-1,1 0 1,-1 0 0,0 0 0,0 0-1,0 0 1,0 0 0,0 0-1,1 0 1,-1 0 0,0 0-1,0 0 1,0 1 0,0-1-1,0 0 1,1 0 0,-1 0-1,0 0 1,0 0 0,0 0-1,0 1 1,0-1 0,0 0-1,0 0 1,0 0 0,0 0-1,0 1 1,0-1 0,0 0-1,0 0 1,1 0 0,-1 0-1,0 1 1,0-1 0,0 0-1,0 1 1,0-1 0,0 0 0,0 1-1,0-1 1,0 1 0,0-1 0,0 0-1,0 1 1,0-1 0,1 1 0,-1-1-1,0 0 1,0 1 0,1-1-1,-1 0 1,0 1 0,0-1 0,1 0-1,-1 0 1,0 1 0,1-1 0,-1 0-1,1 1 1,-1-1 0,1 0-1,-1 1 1,1-1-1,-1 0 1,0 1 0,1-1-1,-1 1 1,0-1 0,1 1-1,-1-1 1,0 1-1,0-1 1,1 1 0,-1-1-1,0 1 1,0-1 0,0 1-1,0-1 1,0 1 0,1-1-1,-1 1 1,-1 0-1,2 1 2,-1 0-1,0-1 0,0 1 0,1-1 1,-1 1-1,0-1 0,1 1 0,0-1 1,0 2-1,0-1 2,0 0 0,0 0 0,0 0 0,-1 0 0,1 1 0,0-1 1,-1 0-1,0 0 0,0 4 0,2 24 35,-1-17-26,-1 0-1,0 0 1,-1 0-1,-2 15 1,0-17-8,1-6-3,1 1 1,0-1 0,0 0 0,-1 11-1,2-8 7,-1 0-1,-4 15 0,1 11 10,3-25-12,0 0 0,-1 0 0,1 0 0,-6 14 1,-2 8-3,7-19-1,1-6-1,0 0 1,0-1-1,-1 1 0,-3 8 0,3-9 2,0-1 0,0 0-1,1 1 1,0-1 0,0 1-1,0-1 1,0 1-1,1 8 1,-2-3 0,1 1 1,-1-1-1,-1 1 0,0-1 1,-7 17-1,-1 1-4,11-26 2,-1 1 0,1-1-1,-1 1 1,1-1 0,0 0 0,0 1 0,0-1-1,1 4 1,-1-4 1,0 0 0,1 0 0,-1 0 0,0 0 0,-1 0 0,1 0 0,0 0 0,0 0 0,-1 0 0,0 2 0,-1 1 2,0 1 0,0-1 1,1 0-1,0 1 0,0-1 1,0 1-1,1-1 0,0 1 1,1 7-1,-1-13-3,0 0-1,0 0 1,0-1 0,0 1-1,0 0 1,0 0-1,0 0 1,0 0 0,1 0-1,-1 0 1,0-1 0,0 1-1,0 0 1,0 0-1,0 0 1,0 0 0,1 0-1,-1 0 1,0 0 0,0 0-1,0 0 1,0 0-1,1 0 1,-1 0 0,0 0-1,0-1 1,0 1 0,0 0-1,1 1 1,-1-1-1,0 0 1,0 0 0,0 0-1,0 0 1,1 0 0,-1 0-1,0 0 1,0 0-1,0 0 1,0 0 0,0 0-1,1 0 1,-1 0 0,0 0-1,0 1 1,0-1-1,0 0 1,0 0 0,0 0-1,1 0 1,-1 0 0,0 1-1,0-1 1,0 0-1,0 0 1,0 0 0,0 0-1,0 0 1,0 1 0,0-1-1,0 0 1,0 0-1,0 0 1,0 1 0,0-1-1,0 0 1,0 0-1,0 0 1,2-1 3,0 0-1,-2 0 14,0 0-15,0 1 0,0 0 0,0-1 0,0 1 0,0-1-1,0 1 1,0-1 0,0 1 0,0-1 0,1 1-1,-1-1 1,0 1 0,0 0 0,0-1 0,1 1-1,-1 0 1,0-1 0,1 1 0,-1 0 0,0-1-1,1 1 1,-1 0 0,0-1 0,1 1 0,-1 0 0,1 0-1,-1-1 1,1 1 0,-1 0 0,0 0 0,1 0-1,-1 0 1,1 0 0,0 0 0,0 0 4,3-3 22,1 1 0,-1 0-1,0-1 1,0 0 0,5-3-1,-3 1-48,0 0-1,1 1 0,11-6 0,23-10-35,-31 15 68,0-1 0,18-12 1,-9 5-33,-9 4 9,-9 8 12,-1 0 0,1 0 0,0 0 0,0 0-1,0 1 1,0-1 0,-1 0 0,1 1 0,0-1 0,0 0 0,2 0 0,0 0 2,-1 0-1,1 0 0,-1 0 0,0-1 0,0 1 0,0-1 0,4-2 0,5-5 9,-8 8-7,0-2 0,4-7 6,13-9-7,-11 17-6,2-5-15,-11 7 19,1 0 0,-1 0 0,0-1 0,0 1 0,0 0 0,0 0-1,0 0 1,0 0 0,0 0 0,0 0 0,0-1 0,0 1 0,0 0 0,0 0-1,0 0 1,0 0 0,0 0 0,0 0 0,0-1 0,0 1 0,0 0-1,0 0 1,0 0 0,0 0 0,0 0 0,0 0 0,0-1 0,0 1-1,0 0 1,0 0 0,0 0 0,0 0 0,0 0 0,0 0 0,0-1-1,-1 1 1,1 0 0,0 0 0,0 0 0,0 0 0,0 0 0,0 0-1,0 0 1,0 0 0,-1 0 0,1 0 0,0 0 0,0 0 0,0 0 0,0 0-1,0 0 1,0 0 0,-1 0 0,1-1 0,0 2 0,0-1 0,0-1-6,0 1 0,-1 0 1,1 0-1,0 0 0,0 0 1,-1 0-1,1 0 0,0 0 1,0 0-1,0 0 0,-1 0 1,1 0-1,0 0 0,0 0 1,0 0-1,-1 0 0,1 0 1,0 1-1,0-1 0,0 0 1,-1 0-1,1 0 0,0 0 1,0 0-1,0 0 0,0 0 1,-1 1-1,1-1 0,0 0 1,0 0-1,0 0 0,0 0 1,0 1-1,0-1 0,0 0 1,-1 0-1,1 0 0,0 1 1,0-1-1,0 0 0,0 0 1,0 0-1,0 1 0,0-1 1,0 0-1,0 0 0,0 1 1,0 0-215,0-23-3387,-1-4 2166,0 16 882,1-1-1,0 1 1,1-1 0,2-16 0,0 18 300,-1 0 0,-1 0 1,1-1-1,-1-16 1,-1 5 35,-1 9 135,1 1 0,0-1 0,3-13 0,-3 24 87,3-11-21,0 0 0,-2-1-1,1 1 1,-2-1 0,1 0 0,-4-22 0,-1 5 46,-1-54 1,4 65 209,0 1-1,-2 0 1,0-1 0,-1 2 0,-8-23 0,11 35-67,-2 1 0,1-1 0,0 1 0,-1-1 0,-5-6 0,-4-5 374,8 8-295,-1 0 0,-1 0 0,1 1 0,-1 0-1,-1 0 1,1 0 0,-1 1 0,0 0 0,0 0-1,-1 1 1,-12-7 0,2 3 79,-61-26 509,50 20-590,24 12-185,-1 0 0,1 0 0,-1 1-1,1-1 1,-8-1 0,0 1 80,1-1-1,-16-8 1,22 9-82,0 1 0,0 1 0,0-1-1,0 1 1,0 0 0,-11 0 0,-7-2 140,8 1-52,0 1 0,-27 2 0,8 0 79,27-1-163,0 1 0,-1 0 0,1 0 0,0 1 0,0 0 0,-10 4 0,-43 23 307,37-16-270,5-3 21,1 0 0,1 1 0,0 2 0,0-1 0,1 2 1,-25 27-1,35-33-42,-1 1 0,1 0 1,-9 18-1,-6 10 90,12-22-104,0-1-1,1 2 1,0-1 0,1 1-1,-7 24 1,-30 151 376,40-169-391,1 0 0,1 0 0,0 36 0,12 65 80,-8-105-103,0-1-1,1 0 1,2 1 0,-1-1 0,2-1 0,0 1 0,1-1-1,16 27 1,-12-28-1,6 11 44,1 0 0,22 23 0,-19-26-16,-4-5 13,0-1-1,38 29 1,-5-9 29,32 21 40,-41-32-74,98 58 183,-111-70-202,0-1 0,1-1 1,37 10-1,19-1-24,-73-19 6,0 1 0,1-1 1,-1-1-1,0 0 0,1-1 0,0 0 1,13-3-1,-5 0 65,-1-1 1,34-12-1,-41 12-41,0-1 8,0 0 0,0-2 0,-1 1 0,0-1 0,0-1 0,-1 0 1,18-17-1,-2 0 112,38-50 0,-52 58-93,-2-1 1,18-35-1,-14 25 5,29-74 277,-35 80-261,17-61 299,-21 67-326,4-5 75,-2-1 0,0 0 0,5-35 1,-12 56-136,6-45 202,-1 1 0,-3-1 0,-4-62 1,-2 69-95,1 9 9,-1 0 1,-1 0-1,-12-40 0,9 47-45,-29-78 278,28 81-272,0 1 0,-2 0-1,-14-20 1,7 14 20,-2 0 0,-28-28-1,48 53-103,-14-13 43,0 1 1,-24-17-1,9 10 2,-10-7 2,12 12-30,-2 1-1,0 1 1,0 2-1,-1 1 0,0 1 1,-1 1-1,1 2 1,-62-2-1,39 7-7,-100 12 0,134-9-93,1 1 0,0 1 0,1 1 0,-1 0 0,1 1 1,0 1-1,0 0 0,1 1 0,-15 12 0,-15 17-1644,-45 46 1,39-34-1321,44-42 1432,0 1 1,-11 15 0,1 5-8209,16-18 5284,2-3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3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3049 516,'0'4'3062,"0"-2"-2519,0 0 0,0 1-1,0-1 1,0 0 0,0 0 0,0 0-1,1 1 1,0 2 0,0-5-535,-1 0 1,0 0-1,1 0 1,-1 0-1,0 0 0,1 0 1,-1 0-1,0 0 1,1 0-1,-1 0 1,0 1-1,0-1 0,1 0 1,-1 0-1,0 0 1,1 0-1,-1 0 1,0 1-1,0-1 0,1 0 1,-1 0-1,0 1 1,0-1-1,1 0 1,-1 0-1,0 1 0,0-1 1,1 12 876,-1-8-518,0-4-351,0 0 0,1 0 0,-1 1 1,0-1-1,0 0 0,0 0 0,0 0 0,0 1 0,0-1 0,0 0 1,0 0-1,0 0 0,1 1 0,-1-1 0,0 0 0,0 0 0,0 0 1,0 0-1,1 0 0,-1 1 0,0-1 0,0 0 0,0 0 0,1 0 1,-1 0-1,0 0 0,0 0 0,0 0 0,1 0 0,-1 0 0,0 0 1,0 0-1,1 0 0,-1 0 1,0 0-1,1 0 1,-1 0 0,0 0-1,0 0 1,0 0 0,1 0 0,-1 1-1,0-1 1,0 0 0,0 0-1,1 0 1,-1 0 0,0 0-1,0 0 1,0 0 0,1 1 0,-1-1-1,0 0 1,0 0 0,0 0-1,0 0 1,1 1 0,-1-1-1,0 0 1,0 0 0,0 0-1,0 0 1,0 1 0,0-1 0,0 0-1,0 0 1,0 1 0,0 16 3520,0-11-2574,0-10 1160,0-1-176,0 5-1932,0 0-1,0 1 0,0-1 0,0 0 0,0 0 0,0 1 0,0-1 1,-1 0-1,1 0 0,0 1 0,0-1 0,0 0 0,0 0 0,-1 1 1,1-1-1,0 0 0,0 0 0,-1 0 0,1 1 0,0-1 0,0 0 1,-1 0-1,1 0 0,0 0 0,0 0 0,-1 0 0,1 1 0,0-1 0,-1 0 1,1 0-1,0 0 0,-1 0 0,1 0 0,0 0 0,-1 0 0,1 0 1,0 0-1,-1-1 0,-1 1 521,2-20 584,-1-23-920,0 24-184,1 1 0,0-1-1,4-21 1,0 15-12,-1 0-1,-1-27 1,1-18-23,15-84-1,-7 77 17,-7 20 22,-4 38-15,2 0 1,4-24-1,36-115-26,-16 48 9,71-172 79,-31 133-40,-53 121-24,52-91-10,-33 64-14,160-238-33,-119 188 36,-25 38 10,69-76 0,66-57 28,-176 193-18,241-248-18,-192 203 8,162-149-7,-29 35 36,-177 156-66,16-13-58,-26 22 111,0 1 42,4 0 9,-12 0-23,4 0 33,2 0-108,0 0 39,0 1 0,0-1-1,0 0 1,1 0-1,-1 0 1,0 1 0,0-1-1,0 0 1,0 0-1,0 0 1,0 1 0,0-1-1,0 0 1,0 0-1,-1 0 1,1 0 0,0 1-1,0-1 1,0 0-1,0 0 1,0 0 0,0 0-1,0 1 1,0-1-1,0 0 1,-1 0 0,1 0-1,0 0 1,0 0 0,0 1-1,0-1 1,-1 0-1,-11 3-83,10-3 58,0 0 1,0 1 0,0-1 0,0 1 0,0-1 0,0 1-1,-3 1 1,-8 5-691,0-1-1,-19 7 0,17-7-1934,1 0-1,-20 11 0,33-16 2211,0 0-1,-1-1 1,1 1-1,-1 0 1,1-1 0,-1 1-1,1-1 1,-1 1-1,0-1 1,1 0-1,-1 1 1,-2-1-1,-7 0-2817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4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1692,'-13'4'601,"0"0"1,1 1-1,-1 1 0,1 0 0,0 1 0,-19 15 1,16-2-80,-1-5 724,-21 26 1,36-39-926,1 0 0,-1 0 0,1 0 0,0 0 0,0 0 0,0 0 0,0-1 0,0 1 0,0 0 0,0 0 0,1 0 0,0 3 0,-1-5-306,0 0-1,1 0 1,-1-1-1,0 1 1,1 0-1,-1 0 1,0 0 0,1 0-1,-1 0 1,0 0-1,0 1 1,1-1-1,-1 0 1,0 0-1,1 0 1,-1 0 0,0 0-1,0 0 1,1 0-1,-1 1 1,0-1-1,0 0 1,1 0-1,-1 0 1,0 1-1,0-1 1,0 0 0,1 0-1,-1 1 1,0-1-1,0 0 1,0 0-1,0 1 1,1-1-1,-1 0 1,0 0-1,0 1 1,0-1 0,11 2 483,6-3 104,35-5 0,-36 3-310,31-1 0,-26 3-239,0-1-1,-1 0 0,1-2 1,28-8-1,38-8 4,-68 15-37,31-3-1,-10 1-7,-38 7-12,0-1 0,0 1 1,0 0-1,0 0 0,0 0 0,0 0 0,0 0 1,1 0-1,-1 1 0,0-1 0,0 1 1,3 0-1,12 4-19,-10-4 18,0 1-1,0 0 0,0 1 0,-1-1 0,13 8 0,-11-6 11,-5-3-8,-1 0 1,0 1-1,1-1 1,-1 1-1,0-1 1,0 1-1,0-1 1,0 1-1,1 2 1,1 6 4,-3-9-4,-1 1 0,1-1 0,-1 1 0,1-1 0,0 0 0,0 1 0,-1-1 0,1 0 0,2 2-1,-1-1 2,0 0 0,-1 1-1,1-1 1,-1 0 0,1 0-1,-1 1 1,0-1 0,0 1-1,0-1 1,1 5 0,2 6 15,-1-4-18,0 0-1,0 0 0,-1 0 0,-1 1 0,1 11 0,-2 49-42,-1-29 87,1-35-41,0-1 0,-1 0-1,0 0 1,-2 8-1,1-8-11,1 1 0,0-1 0,0 1-1,0 8 1,1-5-60,-1-1 0,-3 14 1,2-13-132,0 0-1,0 15 1,2-15-165,-1 0-1,-3 15 1,2-16-177,0 1 0,0 15 0,2-13-385,-1 0 0,0 0 0,-1 0 0,-3 13 0,3-4-1574,2-13 59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5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288 406 636,'1'-9'2996,"0"6"-2607,-1 1 0,0-1 1,0 1-1,0-1 0,0 0 1,0 1-1,0-1 0,-1 1 0,1-1 1,-2-3-1,0 4-350,1 1 63,0 0 0,1 0 0,-1 0 0,1 0 0,-1 0 1,0 0-1,1 0 0,-1 0 0,1 0 0,0 0 0,-1 0 0,1 0 0,0 0 0,0 0 0,0 0 0,0-2 0,-1 2-30,1-1 1,0 1-1,-1 0 0,1 0 0,-1-1 1,0 1-1,1 0 0,-1 0 0,0 0 0,1 0 1,-1 0-1,0 0 0,0 0 0,0 0 1,0 0-1,-1-1 0,-18-12 1122,15 11-1021,-4-3 403,0 1 0,-19-9 0,25 13-489,0 0 0,0 1 1,0-1-1,0 0 1,0 1-1,-1 0 1,1 0-1,0 0 1,0 0-1,-1 0 1,1 1-1,0-1 1,-4 2-1,-10 3 51,0 1-1,0 1 0,1 0 0,-16 10 0,29-14-131,0-1 0,0 1 0,1-1 0,-1 1-1,1 0 1,0 0 0,0 0 0,0 0 0,0 0-1,-1 4 1,-12 33 2,13-34-7,1 1 1,0-1-1,1 1 1,0 0-1,0-1 0,1 10 1,0 4 2,-1-16-2,0-1 0,1 0 0,-1 0 0,1 1 0,0-1 0,0 0 0,0 0 0,1 0 0,-1 0 0,3 5 0,8 16 17,-10-17-19,0-1 0,1 0-1,0 0 1,0 0 0,1-1 0,0 1 0,0-1-1,0 0 1,0 0 0,1 0 0,10 8-1,-13-12 1,1 0-1,-1 1 0,1-1 0,-1 0 0,1-1 1,0 1-1,-1 0 0,5 0 0,10 2 7,-15-2-5,1 0 0,0-1 0,-1 1 0,1-1-1,-1 0 1,1 0 0,0 0 0,0 0 0,-1 0 0,1-1 0,-1 1-1,1-1 1,0 0 0,-1 0 0,1 1 0,-1-2 0,1 1 0,-1 0-1,0 0 1,0-1 0,1 0 0,-1 1 0,0-1 0,0 0 0,1-2-1,5-5 43,-1 0 0,0-1 0,-1 1 0,7-16-1,-9 18 19,1-2-23,-2 4-23,-1 0-1,1 1 1,-1-1-1,3-9 1,-2-1 1,0 6-46,-1-1 1,0 1 0,1-16-1,-3 21 6,0 0 0,1-1 0,0 1 0,2-8 0,-2 7 10,0 1 0,0-1 0,0 0 0,1-10 0,-2-9 56,0 14 29,0 9-61,0 4-32,-1-2 21,2-1 0,-1 1 0,0-1-1,0 0 1,0 1 0,0-1-1,0 1 1,0-1 0,0 0-1,0 1 1,1-1 0,-1 1-1,0-1 1,0 0 0,1 1-1,-1-1 1,0 0 0,0 0-1,1 1 1,-1-1 0,0 0 0,1 0-1,-1 1 1,1-1 0,-1 1 1,1-1-1,-1 0 0,1 1 1,-1-1-1,0 0 0,1 1 1,-1-1-1,0 1 1,1-1-1,-1 1 0,0-1 1,0 1-1,1-1 0,-1 1 1,0-1-1,0 1 1,0-1-1,0 1 0,0-1 1,1 1-1,-1 0 0,-1 0 1,2 1-1,-1-1 0,0 0 0,1 1 0,-1-1 1,1 1-1,-1-1 0,1 1 0,-1-1 0,1 0 0,0 1 1,0-1-1,0 0 0,0 0 0,0 0 0,1 1 0,7 10 13,-7-5-4,-1-6-6,-1 0-1,0 0 1,1-1 0,-1 1-1,1 0 1,-1 0 0,0 0 0,1-1-1,0 1 1,-1 0 0,1-1 0,-1 1-1,1 0 1,0-1 0,0 1-1,0 0 1,9 8 9,-9-8-12,-1 0 1,1 0-1,0 0 1,0 0 0,0-1-1,0 1 1,0 0-1,-1 0 1,1-1-1,0 1 1,2 0-1,4 1-11,-5-1 14,0 0 0,1 0 1,-1 0-1,1-1 1,0 1-1,-1-1 1,1 0-1,-1 0 0,1 0 1,0 0-1,-1 0 1,1 0-1,-1-1 0,1 1 1,0-1-1,-1 0 1,5-2-1,-6 3-1,3-1 10,0-1 0,0 0-1,-1 1 1,1-1-1,-1-1 1,1 1 0,-1 0-1,0-1 1,0 0 0,3-3-1,29-41 103,-29 41-97,-1-1 1,1 1 0,-1-1-1,-1 0 1,1 0-1,-1-1 1,3-8 0,15-57 113,-19 64-122,0 1 0,-1-1 0,0 1 0,-1-1 1,0 0-1,0 0 0,-1 0 0,-1-14 0,0-1-5,1 21-3,0 1 0,0-1 0,-1 0 0,1 1 0,-1-1 0,0 1 0,1-1 0,-3-2 0,2 3-3,1 0 1,-1 0-1,0-1 1,1 1-1,-1 0 1,1 0-1,-1 0 1,1-3 0,0 3-4,-1-1 1,0 1-1,0 0 1,0 0-1,0 0 1,0 0-1,-1 0 1,1 0-1,0 0 1,-1 0-1,0 0 1,-2-2-1,-2-3-17,4 5 15,2 1 5,-1 0-1,1 1 0,-1-1 1,1 0-1,-1 0 0,0 1 1,1-1-1,-1 0 0,0 1 1,0-1-1,0 1 0,1-1 1,-1 1-1,0-1 0,0 1 1,0 0-1,0 0 0,0-1 1,0 1-1,0 0 0,0 0 1,0 0-1,-1 0 1,1 0-9,0-1 0,0 1 0,0 0 0,0 0 1,0 1-1,-1-1 0,1 0 0,0 0 0,0 0 1,0 1-1,0-1 0,0 1 0,0-1 0,0 1 0,0-1 1,0 1-1,0 0 0,0-1 0,0 1 0,0 0 1,0 0-1,1-1 0,-1 1 0,0 0 0,0 0 1,1 0-1,-1 0 0,1 0 0,-1 0 0,1 0 1,-1 2-1,-3 4-9,1 0 1,2-6 17,0 0-1,0 0 1,1 1-1,-1-1 1,1 0 0,-1 1-1,1-1 1,0 1-1,-1-1 1,1 1-1,0-1 1,0 0-1,0 1 1,0 2-1,0 4-4,0-5 6,-1 0-1,1 1 1,0-1-1,0 0 1,1 0-1,-1 0 1,2 6-1,-1-7 1,2 3 0,0 0 0,0 0-1,0 0 1,0 0 0,1-1 0,7 8-1,-3-2 7,8 5 2,-3-8 1,0-1 0,0 0 0,1-1 0,-1 0-1,1-1 1,0-1 0,0-1 0,1 0 0,14 1-1,37 4-24,-33-1 30,-33-6-11,0 0-1,1 0 0,-1 0 0,0 0 1,1 0-1,-1 0 0,0 0 1,1 0-1,-1 0 0,0 0 0,1 0 1,-1 0-1,0 0 0,1 0 1,-1 0-1,0 0 0,1 0 0,-1 0 1,0 0-1,0 0 0,1 0 1,-1 1-1,0-1 0,1 0 0,-1 0 1,0 0-1,0 0 0,1 1 1,-1-1-1,0 0 0,0 0 0,0 1 1,1-1-1,-1 0 0,0 0 1,0 1-1,0-1 0,0 0 0,1 1 1,-1-1-1,0 0 0,0 1 0,0-1 0,0 1-1,0-1 1,0 0-1,0 0 0,0 1 1,0-1-1,0 0 1,0 0-1,1 0 0,-1 1 1,0-1-1,0 0 1,0 0-1,0 0 0,0 1 1,1-1-1,-1 0 1,0 0-1,0 0 0,0 0 1,1 1-1,-1-1 0,0 0 1,0 0-1,0 0 1,1 0-1,-1 0 0,0 0 1,0 0-1,1 0 1,1 2-8,-4-1-4,2-1 11,0 0-1,0 0 1,-1 0 0,1 1 0,0-1 0,-1 0-1,1 0 1,0 0 0,0 0 0,0 0 0,-1 1 0,1-1-1,0 0 1,0 0 0,-1 0 0,1 1 0,0-1-1,0 0 1,0 0 0,0 0 0,0 1 0,-1-1-1,1 0 1,0 0 0,0 1 0,0-1 0,0 0-1,0 1 1,0-1 0,0 0 0,0 0 0,0 1-1,-1 1-4,0 0 0,0-1-1,0 1 1,0 0-1,0-1 1,0 1-1,-1 0 1,1-1-1,0 0 1,-1 1-1,1-1 1,-1 0 0,-2 2-1,-9 8-26,10-7 26,0 0 1,0-1-1,0 0 0,0 1 0,-1-1 1,0-1-1,1 1 0,-1 0 1,0-1-1,-6 3 0,-43 28-124,33-23-84,18-9 111,-1 1-1,1-1 1,-1 0-1,0 0 1,0 0-1,1 0 1,-1 0-1,0-1 1,0 1-1,0-1 1,-4 1-1,6-1 23,1 0-1,-1 0 1,1 0 0,-1 0 0,0 0-1,1 0 1,-1 0 0,0 0-1,1 0 1,-1 0 0,1 0-1,-1 0 1,0-1 0,1 1 0,-1 0-1,1 0 1,-1-1 0,0 1-1,1 0 1,-1-1 0,1 1 0,-1-1-1,1 1 1,-1 0 0,1-1-1,0 1 1,-1-1 0,1 1-1,0-1 1,-1 0 0,1 1 0,0-1-1,-1 1 1,1-1 0,0 1-1,0-1 1,0 0 0,0 1 0,0-1-1,0 0 1,-1 1 0,1-1-1,1 0 1,-1 0 0,1-4-403,0 0 0,0 1 0,1-1 0,0 0 0,3-5 1,1-3-385,25-49-2926,-18 23 1383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15 1548,'-20'-13'4088,"18"12"-2735,-20 2 3674,22-1-5006,0 0-1,0 1 0,0-1 0,0 0 1,0 0-1,0 0 0,0 1 0,0-1 1,0 0-1,0 0 0,0 0 0,-1 1 1,1-1-1,0 0 0,0 0 0,0 0 1,0 1-1,0-1 0,0 0 0,0 0 1,-1 0-1,1 0 0,0 0 0,0 1 1,0-1-1,0 0 0,-1 0 0,1 0 1,0 0-1,0 0 0,0 0 0,-1 0 1,1 0-1,0 0 0,0 0 0,0 0 1,-1 0-1,1 0 0,0 0 1,-1 0 0,1 1 0,0-1 0,0 0 1,-1 0-1,1 0 0,0 0 0,-1 0 0,1 0 0,0 0 0,0 0 0,-1 1 0,1-1 0,0 0 0,0 0 0,0 0 0,-1 1 0,1-1 1,0 0-1,0 0 0,0 1 0,-1-1 0,1 0 0,0 0 0,0 1 0,0-1 0,0 0 0,0 0 0,0 1 0,0-1 0,0 0 0,0 1 1,0-1-1,0 0 0,0 0 0,0 1 0,0-1 0,0 1 0,0 1 60,0-1 1,-1 1-1,1 0 1,-1 0-1,1-1 0,-1 1 1,1 0-1,-2 2 1,1-2 6,0 0 1,0 0 0,0 0 0,1 0 0,-1 0 0,1 1-1,-1-1 1,1 4 0,0 206 3778,1-198-3609,3 24 1,-1-25-87,0 24 0,-2-19-4,1 1-1,7 34 1,-1-12 32,-2-3-19,14 74 270,-2-64-349,-16-37-73,2 0-1,-1-1 1,10 20-1,-13-29-27,1 0-1,-1-1 1,0 1 0,1 0-1,-1 0 1,0 0-1,0 0 1,0 0-1,0 0 1,1 0-1,-2 2 1,3 4-2,5 2-7,-5-3-8,-1 1-138,3-7 41,-3-1 75,-1 1 1,1-1-1,-1 0 1,1 1 0,-1-1-1,1 0 1,-1 0-1,0 1 1,1-1-1,-1 0 1,0 0-1,0 1 1,0-1 0,1 0-1,-1 0 1,0 0-1,0 0-23,0 0-1,0 0 1,0 0-1,0 0 0,0 0 1,1 0-1,-1 0 1,0 0-1,1 0 1,-1 1-1,1-1 1,-1 0-1,2-1 1,2-6-371,-3 0-51,0 1-1,0-1 1,-1 1 0,0-1 0,-1-9 0,1-1-373,5-54-2743,1 5 1076,-5 38 1333,6-34 1,-3 30 572,15-49-546,-14 48 822,4-33 1002,32-118 1,-40 181-514,-1 0-1,1 1 1,-1-1 0,0 0 0,0 0-1,0-5 1,0 0 550,0 7 207,0 17 371,-5 1-772,0-3-224,-3 29 324,5-25-356,0 0 1,-6 16-1,-8 23 171,12-36-278,-1 0 1,-12 27-1,-20 43 101,23-50-182,4-12-25,6-12-11,-2-1-1,-14 28 1,1-2 18,19-40-43,1 0 1,-1-1-1,1 1 1,0 0-1,-1 0 1,1 0 0,0-1-1,0 1 1,0 0-1,0 0 1,0 0-1,0 0 1,0 0 0,0-1-1,0 1 1,0 0-1,0 0 1,1 1-1,-1-2 1,0 0 0,0 1 0,0-1 0,0 0 0,1 1 0,-1-1 0,0 0 0,0 0 0,1 1 0,-1-1 0,0 0 0,1 0 0,-1 0 0,0 1 0,1-1 0,-1 0 0,0 0 0,1 0 0,-1 0 0,0 0 0,1 0 0,-1 1 0,0-1 0,1 0 0,-1 0 0,0 0-1,1 0 1,-1 0 0,1 0 0,-1-1 0,0 1 0,1 0 0,-1 0 0,1 0 0,4-2 9,2 0 9,0 0 1,1 0 0,-1 0 0,1 1 0,0 0 0,10 0 0,47-6 10,-47 7-24,0-1 0,34-6 1,-47 6-6,-1 0 0,0 1 0,0-1 0,1 1 0,-1 0 0,0 0 0,1 0 1,-1 0-1,0 1 0,6 1 0,-7-1-2,-1 0-1,0-1 1,0 1 0,1-1 0,-1 0-1,0 0 1,0 0 0,1 0 0,2 0-1,23-1-21,4 1 141,-31-3-106,0 0-1,-1 1 1,1-1-1,-1 0 1,0 0-1,0 1 1,-1-5-1,1 5-8,0 0-6,0 0 0,0 0 0,0 0 1,-1 1-1,1-1 0,-1 0 0,1 0 0,-1 0 0,-1-2 1,1 2-8,0 0 1,0 1 0,1-1 0,-1 0 0,1 0 0,-1 0 0,1 1 0,0-1 0,-1-3 0,0-4-104,0 1 0,-1 0 0,0-1 1,-6-14-1,2 6-171,-3-16-586,8 26 496,-1-1-1,1 1 0,-2 0 0,1 0 0,-1 0 1,0 0-1,-1 0 0,-4-7 0,-2-1-897,8 12 761,1 1 1,0-1 0,-1 1-1,0-1 1,0 1-1,0 0 1,0 0 0,-4-4-1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6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1 192,'-44'0'8365,"46"20"-5736,1-17-2442,-3-2-128,1 0 1,0 0-1,-1-1 1,1 1-1,-1 0 1,1 0-1,-1 0 1,1 0-1,-1 0 1,0 0 0,1 0-1,-1-1 1,0 1-1,0 0 1,0 0-1,1 0 1,-1 0-1,-1 2 1,2 2 156,-1 0 0,1-1 0,0 1 0,1 0 0,-1-1 0,1 1 0,0-1 0,0 0 0,5 8 0,7 19 893,7 26 633,16 70 1,4 67-200,-19-86-1063,-10-48-240,-4-16 8,18 57 1,26 67 229,-51-163-467,4 14 14,1 0-1,1 0 1,1 0-1,0-1 1,15 23-1,-14-28-17,-2-1-21,1-1 0,1 0 0,11 12 0,-4-8 9,18 18 7,-31-31 0,0 0 0,0 0 1,0 0-1,0 0 0,0 0 0,1 0 0,-1-1 0,1 0 0,5 2 0,-3-2 1,0 0 1,0-1-1,0 0 1,0 0-1,0 0 1,0-1-1,0 0 0,0 0 1,0-1-1,0 1 1,0-1-1,0-1 1,-1 1-1,11-6 1,-8 3-33,0 0 0,0 0 0,0-1 0,-1 0 0,1 0 0,-1 0 0,-1-1 0,1 0 1,-1-1-1,9-14 0,-4 3-172,-7 13 23,0 0-1,-1 0 1,6-13 0,-8 16 83,1-3-245,0 0-1,0 0 0,0 0 1,-1 0-1,0-1 1,0 1-1,-1 0 0,0-1 1,0 1-1,-1-10 1,-4-4-1145,3 10 169,-1-1 0,-7-18 0,-32-78-6835,40 100 7623,-9-22-2070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7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452 818 1852,'-6'-7'762,"-1"0"-1,0 0 1,-1 0-1,1 1 1,-1 0-1,-15-9 1,21 14-648,-1 0 1,1 0-1,-1 0 1,1 1-1,-1-1 1,1 1-1,-1-1 1,1 1-1,-6 0 1,-4-2 179,4 1-120,1 0 0,-1 1-1,0-1 1,1 1 0,-1 1 0,0 0 0,-10 2-1,11-2-83,-3 0 16,0 0 1,0 2 0,0-1-1,1 1 1,-1 0 0,-17 9-1,21-8-28,0-1 0,-1 0-1,-6 2 1,8-3-24,0 0 1,1 0-1,0 0 1,-1 0-1,1 1 1,-6 4-1,4-2 10,0 0 40,1-1 0,0 1 1,0-1-1,1 1 0,-8 10 1,0 2 116,9-13-160,0 0 1,0 1-1,1-1 1,-1 1-1,1-1 1,0 1-1,-2 7 1,-15 36 353,17-35-321,-1 0-7,0 0 1,1 0-1,0 0 1,1 0-1,1 1 0,0-1 1,2 19-1,1-21-39,-1 2-3,2 0-1,0 0 1,0 0 0,10 21 0,-12-31-33,1 4 28,1 0 1,0 0-1,0 0 0,0 0 0,1-1 0,0 0 1,0 0-1,1 0 0,0-1 0,0 1 0,8 4 0,-9-6-17,0-1-1,0 0 1,1 0-1,-1-1 0,1 1 1,-1-1-1,1-1 0,0 1 1,0-1-1,-1 0 1,12 1-1,-10-2-8,-1 0 1,1 0-1,-1-1 1,1 0-1,-1 0 0,1 0 1,-1-1-1,0 0 1,0 0-1,0-1 0,10-5 1,1-4-2,-1 0-1,-1-1 1,0-1 0,-1-1 0,0 0 0,-1 0 0,15-25-1,-16 21-11,16-32 0,-15 25-8,-6 11-4,-1 1 0,-1-1 0,0-1-1,-1 1 1,-1-1 0,2-21 0,-3 28 7,7-31-14,-6 32 16,-1 0 1,0 0-1,-1-1 0,1 1 0,-1-10 0,0 3 2,3-22 0,-1 21 3,0-25 0,-3-40 598,0 80-538,0 23 347,-1-6-219,0-11-117,1 1-1,0-1 0,0 0 1,0 0-1,1 0 0,2 10 1,-1-6 44,0 0 0,0 1 1,-1 0-1,1 18 1,-2-23-71,0-1 0,1 1 0,0 0 0,2 8 0,-1-9-3,-1 1-1,0 0 1,0-1-1,0 10 1,-1-10-17,0 1-1,1-1 1,0 0 0,2 7-1,-2-6 8,1 0-1,-1 0 0,0-1 0,0 11 0,-1-12-22,0 0 0,1-1-1,-1 1 1,1 0 0,0 0-1,1 3 1,-1-3-6,0-1-1,0 1 1,0 0-1,0-1 0,-1 1 1,1 4-1,-1-6-3,0 0-1,0 0 0,0 0 0,0-1 0,0 1 1,1 0-1,-1 0 0,0 0 0,1 0 0,-1 0 1,0 0-1,1 0 0,-1 0 0,1 0 1,0-1-1,0 2 0,2 2 4,-3-3-4,1 0 1,-1 0 0,1 0-1,-1 0 1,1 0-1,-1 0 1,1-1 0,0 1-1,-1 0 1,1 0 0,0-1-1,0 1 1,-1 0-1,1-1 1,0 1 0,0-1-1,0 1 1,0-1 0,0 1-1,0-1 1,0 0-1,0 1 1,0-1 0,0 0-1,0 0 1,0 0 0,0 0-1,0 0 1,0 0-1,0 0 1,0 0 0,1 0-1,3-1 0,-4 1-1,1-1-1,-1 1 1,0-1 0,1 0 0,-1 1 0,0-1 0,1 0 0,-1 0 0,0 0-1,0 0 1,0 0 0,0 0 0,0 0 0,0 0 0,0 0 0,0 0 0,0-2 0,2-1-5,9-14-26,0 0 1,-1-1-1,-1-1 1,0 1-1,6-23 0,-10 27 13,-1-2-25,0 0-1,-1-1 1,4-29-1,-6 29-1,1 0-1,0 0 0,11-28 0,17-44-7,-20 62 56,-10 25-2,-1 1 1,1-1-1,-1 0 0,0 0 0,1 0 0,-1-1 0,0 1 0,-1-3 0,1-2 9,0 6-1,0-2-30,0 10 7,0-4 16,0 0 0,0 1 0,1-1 0,-1 0 0,1 1-1,-1-1 1,3 3 0,-2-2 2,0 0 0,0 0-1,-1 0 1,1-1-1,0 1 1,-1 0 0,1 5-1,-1 84 157,0-85-146,0-1 1,1 0-1,3 12 0,-2-12-7,-1-1 0,0 1 0,0 9 1,-1-8-3,1 0 1,-1 0-1,1 0 1,0 0-1,0 0 1,1 0 0,0-1-1,3 9 1,14 25 41,-19-39-44,1 0-1,0 0 1,0 0 0,0 0-1,0 0 1,0 0 0,0 0-1,0 0 1,1-1 0,-1 1-1,0 0 1,0-1 0,0 1-1,1-1 1,-1 1 0,0-1-1,1 0 1,-1 1 0,0-1-1,2 0 1,0 0 4,-1 0 0,0 0 0,0 0-1,0 0 1,1 0 0,-1 0 0,0-1 0,0 1 0,0-1 0,1 0 0,-1 0-1,2-1 1,15-7 13,-17 8-20,0 0-1,0 0 1,1 0 0,-1-1-1,0 1 1,0 0-1,0-1 1,0 1 0,-1-1-1,4-4 1,13-14-58,-13 16 48,-1-1 0,0 0 0,0 0-1,5-10 1,79-178-63,-80 170 27,-2 0 0,-1 0 0,4-32 1,-2 9-146,-4 27-54,0-1-1,0-25 1,-3-98-1287,0 142 1525,0 0-1,0 0 1,0 0-1,0 0 0,-1 0 1,1 0-1,0 0 1,0 0-1,-1 0 1,1 0-1,-1 0 1,1 0-1,-1 1 1,1-1-1,-2-1 1,2 1 0,-1 1 0,1-1 0,-1 0 1,1 1-1,-1-1 0,1 0 1,0 1-1,-1-1 0,1 0 0,0 0 1,0 0-1,-1 1 0,1-1 0,0-1 1,0 1 2,0 1 1,0-1-1,0 1 0,0-1 1,0 0-1,0 1 0,0-1 1,-1 1-1,1 0 1,0-1-1,0 1 0,-1-1 1,1 1-1,0-1 0,0 1 1,-1-1-1,1 1 1,0 0-1,-1-1 0,1 1 1,-1 0-1,0-1 1,1 1-3,0-1 0,-1 1 1,1 0-1,0 0 1,-1-1-1,1 1 0,0 0 1,-1-1-1,1 1 1,0 0-1,0-1 0,-1 1 1,1-1-1,0 1 1,0 0-1,0-1 0,0 1 1,-1-1-1,1 1 1,0 0-1,0-1 0,0 0 1,-9 7-220,9-6 215,-1 1-1,1 0 1,0-1 0,-1 1 0,1 0-1,0 0 1,0-1 0,-1 1-1,1 0 1,0-1 0,0 1 0,0 0-1,0 0 1,0 1 0,-1 5-36,-7 3 40,7-9 7,0 0-1,0 0 1,0 0-1,0 0 1,0 0-1,1 0 1,-1 0-1,0 0 0,0 0 1,0 2-1,0 1 1,-4 11 16,0 1 0,1-1 1,1 1-1,-3 27 1,6-34-1,-1 0 1,-3 15 0,2-16 14,0 0-1,0 15 1,2 1 44,-1-16-57,1 1 0,0 0 0,1-1 0,1 10 0,-1-16-15,1 9 45,0-1 0,0 1 0,0 18 0,-1-21-5,-1 1-1,2-1 1,-1 1-1,1-1 1,0 0-1,1 0 0,0 0 1,7 14-1,-8-20-21,0 0-1,0 0 1,0 0-1,0-1 1,0 1-1,0-1 1,1 1-1,-1-1 0,1 0 1,-1 1-1,1-1 1,-1-1-1,1 1 1,0 0-1,-1-1 1,1 1-1,0-1 0,0 0 1,-1 0-1,1 0 1,0 0-1,0 0 1,4-2-1,0 0 22,0-1-1,0-1 1,12-6-1,7-5 69,-17 10-61,0 0 0,-1-1 0,15-12 0,-6 4 32,-7 5-41,0 0 0,-1-1-1,0 0 1,9-15 0,1 0-8,-13 15-25,0 0 0,0 0 1,-1 0-1,7-18 1,-1 1-11,-5 11-4,0-1 0,5-29 0,-3 14-20,-6 22 18,-1 1 0,0-1 0,-1 0-1,0 1 1,-1-11 0,0-9 1,1 19 4,1 6-4,-1 0 1,0 1-1,0-1 0,0 0 0,0 1 0,-1-1 0,-1-6 0,-2 5-13,3 5 18,1-1 1,0 1-1,-1-1 0,1 1 0,-1 0 1,1-1-1,0 1 0,0-1 0,-1 1 1,1-1-1,0 1 0,0-1 0,-1 1 1,1-1-1,0 1 0,0-1 0,0 1 0,0-1 1,0 0-1,0 0 0,0 1-1,0-1 1,-1 1 0,1-1-1,0 0 1,0 1 0,0-1 0,0 1-1,-1-1 1,1 1 0,0-1 0,-1 1-1,1-1 1,0 1 0,-1-1-1,1 1 1,-1-1 0,1 1 0,0 0-1,-1-1 1,1 1 0,-1 0-1,1-1 1,-1 1 0,0-1-4,-4-5-195,5 6 198,0 0 0,0 0-1,0 0 1,0 0 0,0 0-1,0-1 1,0 1 0,0 0-1,-1 0 1,1 0-1,0 0 1,0 0 0,0 0-1,0-1 1,0 1 0,0 0-1,0 0 1,0 0 0,-1 0-1,1 0 1,0 0 0,0 0-1,0 0 1,0 0 0,0 0-1,-1 0 1,1 0-1,0 0 1,0 0 0,0 0-1,0 0 1,0 0 0,-1 0-1,1 0 1,0 0 0,0 0-1,0 0 1,0 0 0,0 0-1,-1 0 1,1 0-1,0 0 1,0 0 0,0 0-1,0 0 1,0 0 0,0 0-1,-1 0 1,1 0 0,0 1-1,0-1 1,0 0 0,0 0-1,0 0 1,0 0-1,0 0 1,-2 2-47,1-1 1,0 0-1,-1 1 0,1-1 1,0 1-1,0-1 0,0 1 1,0 0-1,1-1 0,-2 4 0,2-2 37,-1-1 0,1 1-1,-1 0 1,1-1-1,-1 1 1,0 0-1,-2 3 1,2-4 11,1-1 0,-1 1 1,0 0-1,1 0 0,-1-1 0,1 1 0,-1 0 1,1 0-1,0 0 0,0 0 0,0-1 1,0 1-1,0 0 0,0 0 0,0 0 0,1 0 1,-1-1-1,2 4 0,1 2-1,-2-6 2,0 1 0,-1 0 0,1-1-1,0 1 1,-1 0 0,1-1 0,-1 1-1,0 0 1,1 3 0,-1-1-4,1 0 1,0 1-1,0-1 1,0 0-1,0 0 1,1-1-1,0 1 1,2 4-1,3 7 5,6 8 5,0-4 17,-10-14-22,1-1-1,0 0 0,0 0 0,0 0 1,1-1-1,-1 0 0,1 0 0,10 5 1,1 1 5,17 7 11,-27-14-11,-1 0-1,0 1 0,0-1 1,0 1-1,0 0 0,8 6 1,-12-7-4,1-1 1,0 0 0,0 1 0,0-1-1,0 0 1,0-1 0,0 1-1,4 1 1,-5-2-1,1 1 1,0-1-1,-1 1 1,1-1-1,0 1 0,-1 0 1,1 0-1,-1 0 1,1 0-1,-1 0 0,3 2 1,-2 4-7,-2-1 4,0-5 1,0 0 1,0 0 0,0 1-1,0-1 1,0 0 0,0 0-1,0 0 1,0 0 0,0 0 0,0 1-1,-1-1 1,1 0 0,0 0-1,-1 0 1,1 0 0,-1 0-1,0 0 1,1 0 0,-1 0 0,0 0-1,1 0 1,-1 0 0,0-1-1,0 1 1,0 0 0,0 0-1,-2 1-70,0 0-1,0 0 1,1 0-1,-1 0 1,1 0-1,0 0 0,-4 5 1,4-6-13,1 0 0,-1 0 0,1 0 0,-1 0 0,0 0-1,0 0 1,1-1 0,-1 1 0,0-1 0,0 1 0,0-1 0,1 0 0,-4 1 0,-10 2-1034,11-3 591,0 0 1,0 1-1,0-1 1,0 0-1,0-1 1,0 1-1,0-1 1,0 0-1,0 0 1,1 0-1,-1 0 1,0-1-1,-5-2 1,5 2-23,-9-5-2010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8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56 1676,'-2'0'1430,"1"0"-1410,1 0 44,-1 0 0,1 0 0,0 0 0,0 0-1,-1 0 1,1 0 0,0 0 0,-1 0 0,1 0 0,0 0 0,0 0-1,-1 0 1,1 0 0,0 0 0,0 0 0,-1 0 0,1 0-1,0 0 1,0-1 0,-1 1 0,1 0 0,0 0 0,0 0 0,0 0-1,-1 0 1,1-1 0,0 1 0,0 0 0,0 0 0,0-1 0,-1 1-1,1 0 1,0 0 0,0 0 0,0-1 0,0 1 0,0 0 0,0 0-1,0-1 1,0 1 0,0 0 0,0-1 0,-10-1 1104,10 0-906,-1 0 0,1-1-1,-1 1 1,1 0 0,0 0 0,-1-1 0,1 1 0,0 0-1,1-1 1,-1-2 0,1 1 104,-1 4-348,0-1 1,-1 1-1,1 0 1,0 0-1,0 0 1,0-1-1,0 1 1,0 0-1,0 0 1,0 0-1,0-1 1,-1 1-1,1 0 1,0 0-1,0 0 1,0 0-1,0-1 1,0 1-1,-1 0 1,1 0 0,0 0-1,0 0 1,0 0-1,-1 0 1,1 0-1,0-1 1,0 1-1,0 0 1,-1 0-1,1 0 1,0 0-1,0 0 1,-1 0-1,1 0-1,0 0 1,-1 0-1,1 0 0,0 0 0,0 0 0,0 0 1,-1 0-1,1 0 0,0 0 0,0 0 0,-1 0 1,1 0-1,0 0 0,0-1 0,0 1 0,0 0 1,-1 0-1,1 0 0,0 0 0,0 0 0,0-1 0,0 1 1,-1 0-1,1 0 0,0 0 0,0-1 0,0 1 1,0 0-1,0 0 0,0 0 0,0-1 0,0 1 1,0 0-1,0-1 24,0 1 1,0 0 0,0 0-1,0-1 1,0 1 0,0 0-1,0-1 1,0 1-1,0 0 1,0 0 0,0-1-1,1 1 1,-1 0 0,0 0-1,0 0 1,0-1 0,0 1-1,1 0 1,-1 0 0,0 0-1,0-1 1,0 1-1,1 0 1,-1 0 0,0 0-1,0 0 1,1 0 0,-1 0-1,0-1 1,1 1 0,-1 0-1,0 0 1,1 0-1,0 0 153,-7 1 58,6 0-176,0 0 1,-1 0 0,1 0-1,0 1 1,0-1 0,-1 0-1,1 0 1,0 0 0,0 0-1,0 1 1,1-1 0,-1 0-1,0 0 1,0 0 0,1 0-1,-1 2 1,3-1-15,-3-1-41,1 0-1,0-1 1,-1 1 0,1 0 0,-1 0 0,1 0 0,-1 0-1,1 0 1,-1-1 0,0 1 0,1 0 0,-1 0 0,0 0-1,0 0 1,0 0 0,1 0 0,-1 2 0,0 1 58,0 0 1,1 1-1,0-1 1,0 0-1,0 0 1,1 0-1,2 6 1,6 15 364,-8-16-326,0-1 38,0 0 0,0-1 0,1 1 0,0 0 0,7 9 1,-8-13-52,0 0 0,-1-1 0,1 1 0,2 7 0,-3-7-13,0-1 0,1 1 0,-1 0 0,4 6 0,-1-4-8,-1 0 0,0 1-1,-1-1 1,1 1 0,1 8 0,-2-7 7,0 0 1,1 0 0,4 9 0,70 134 575,-55-96-507,9 12-60,-30-66-100,-1 0 1,1 0 0,-1 0-1,0 0 1,0 0 0,1 0-1,-1 0 1,0 0 0,0-1-1,0 1 1,0 2 0,1 5 0,3-3 2,-3-5-2,-1 0 0,0 1 0,1-1 0,-1 1 0,1-1 0,-1 0 0,0 1 0,0-1 0,1 1 0,-1-1 0,0 1 0,0-1 0,1 1 0,-1-1 0,0 1 0,0-1 0,0 1 0,0 0 0,0-1 0,0 1 0,0 0 1,0-1-2,0 1 0,0-1 0,0 0 0,0 0 1,0 0-1,0 1 0,1-1 0,-1 0 0,0 0 1,0 1-1,0-1 0,0 0 0,0 0 1,0 0-1,0 1 0,1-1 0,-1 0 0,0 0 1,0 0-1,0 1 0,0-1 0,1 0 0,-1 0 1,0 0-1,0 0 0,1 0 0,-1 0 1,0 0-1,0 1 0,0-1 0,1 0 0,-1 0 1,0 0-1,1 0 0,-1 0 0,0 0-1,0 0 1,1 0-1,-1 0 1,0 0-1,0 0 1,1 0-1,-1 0 1,0 0-1,0 0 1,1 1 0,-1-1-1,0 0 1,0 0-1,0 0 1,0 0-1,1 0 1,-1 1-1,0-1 1,0 0-1,0 0 1,0 0-1,1 1 1,-1-1 0,0 0-1,0 0 1,0 0-1,0 1 1,0-1-1,0 0 1,0 0-1,0 1 1,0-1-1,0 0 1,0 2-23,-2-2-120,2 0 67,0 0 0,-1 0 0,1 0 0,-1 0 0,1 0 1,0 0-1,-1 0 0,1 0 0,-1-1 0,1 1 0,0 0 0,-1 0 1,1 0-1,0 0 0,-1 0 0,1-1 0,0 1 0,-1 0 0,1 0 1,0-1-1,-1 1 0,1 0 0,0 0 0,-1-1 0,1 1 0,0 0 0,0-1 1,0 1-1,-1-1 0,1 1 0,0 0 0,0-1 0,0 1 0,0 0 1,0-1-1,0 1 0,0-1 0,0 1 0,0 0 0,0-1 0,0 1 0,0-1 1,0 1-1,0 0 0,0-1 0,0 1 0,0-1 0,0 1 0,0 0 1,1-1-1,-1 0 0,0 0-293,1 0 0,-1-1 0,0 1 0,0-1 0,0 1 0,0-1 0,0 1 0,0 0-1,0-1 1,-1 1 0,1-1 0,0 1 0,-2-2 0,1 1-48,0-1 0,0 1 0,-1-1 0,2 0 0,-1 0 0,0 1 0,0-1-1,1 0 1,-1-5 0,-1-8-2012,-7-3-221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9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8 173 1648,'0'0'131,"0"0"0,0 1 0,0-1 0,0 0 0,0 0 0,-1 1 0,1-1-1,0 0 1,0 1 0,0-1 0,0 0 0,0 0 0,0 1 0,0-1 0,-1 0 0,1 0 0,0 1 0,0-1 0,0 0-1,0 0 1,-1 0 0,1 1 0,0-1 0,0 0 0,-1 0 0,1 0 0,0 0 0,0 1 0,-1-1 0,1 0 0,0 0-1,0 0 1,-1 0 0,0-2 102,6-2 315,-5 4-519,0-1 1,0 1-1,1 0 1,-1-1-1,0 1 1,0 0-1,1-1 1,-1 1-1,0 0 0,0-1 1,0 1-1,0 0 1,0-1-1,0 1 1,0 0-1,1-1 1,-1 1-1,0 0 1,0-1-1,0 1 0,0-1 1,-1 1-1,1-1 1,1-5 185,14-13 225,-3 3-176,25-26-1,-23 29-160,-9 8-66,0-1 0,1 1 0,7-5-1,5-4 58,-17 13-85,1-1-1,0 1 1,-1-1-1,1 1 1,0 0 0,0-1-1,0 1 1,0 0-1,0 1 1,1-1 0,-1 0-1,4 0 1,11-4 23,-12 3-13,0 0 0,-1 1-1,1 0 1,0 0 0,7 0 0,-7 1 10,-1 0 0,1 0 0,0 1 0,-1 0 0,1 0 0,-1 0 0,0 0 0,1 1 0,-1 0 0,6 3 1,11 6 219,-15-8-115,0 0 0,-1 0 0,0 1 0,7 5 0,12 13 737,-17-14-611,8 12 324,3 1-42,-7-2-85,-10-18-447,-1-1 0,0 1 1,1-1-1,-1 1 1,0-1-1,0 1 1,0-1-1,1 1 0,-1 0 1,0-1-1,0 1 1,0-1-1,0 1 0,0-1 1,0 1-1,0 0 1,0-1-1,0 1 1,0-1-1,0 1 0,0 0 1,-1 0-1,1 0-4,0-1-1,-1 1 0,1-1 0,0 1 0,0-1 1,0 1-1,0 0 0,0-1 0,0 1 1,0-1-1,0 1 0,0 0 0,0-1 1,0 1-1,1-1 0,-1 1 0,0-1 0,0 1 1,0-1-1,1 1 0,-1-1 0,1 2 1,2 1 10,-3-2-15,1-1 0,0 1 0,-1 0 0,1-1 0,-1 1 0,1 0-1,-1 0 1,0 0 0,1 0 0,-1-1 0,0 1 0,1 0 0,-1 0 0,0 0 0,0 0 0,0 0 0,0 0-1,0-1 1,0 2 0,0-1-2,0-1-1,0 0 1,0 0 0,0 1-1,0-1 1,0 0 0,0 1-1,0-1 1,0 0-1,0 0 1,0 1 0,0-1-1,1 0 1,-1 0-1,0 0 1,0 1 0,0-1-1,0 0 1,0 0 0,1 1-1,-1-1 1,0 0-1,0 0 1,0 0 0,1 0-1,-1 1 1,0-1-1,0 0 1,1 0 0,-1 0-1,0 0 1,0 0-1,1 0 1,-1 0 0,0 0-1,1 0 1,-1 0-2,0 0 1,1 0-1,-1 0 1,0 1-1,0-1 1,0 0-1,1 0 1,-1 0-1,0 0 1,0 0-1,0 0 0,1 0 1,-1 0-1,0 0 1,0 1-1,0-1 1,1 0-1,-1 0 1,0 0-1,0 0 1,0 1-1,0-1 0,0 0 1,0 0-1,1 0 1,-1 0-1,0 1 1,0-1-1,0 0 1,0 0-1,0 1 1,0-1-1,0 0 1,0 0-1,0 0 0,0 1 1,0 0-127,-6 3-347,2-3-772,3-7-1095,1 5 2237,0 1 1,0-1 0,0 0 0,0 1 0,0-1-1,-1 0 1,1 1 0,0-1 0,0 0 0,0 1 0,-1-1-1,1 1 1,0-1 0,-1 1 0,1-1 0,-1 1 0,0-2-1,0 2-42,1-1 0,-1 0 0,1 1-1,-1-1 1,1 0 0,-1 0 0,1 1-1,0-1 1,-1 0 0,1 0 0,0 0-1,0 1 1,-1-1 0,1 0 0,0 0-1,0 0 1,0 0 0,0 0 0,0-12-2190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49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29 168,'-13'-6'3368,"12"6"-3162,0 0-1,0 0 1,0 0-1,0 0 1,1 0 0,-1-1-1,0 1 1,0 0-1,0-1 1,0 1-1,0-1 1,1 1 0,-1-1-1,0 1 1,0-1-1,1 1 1,-1-1-1,0 0 1,1 1-1,-1-1 1,1 0 0,-1 0-1,1 0 1,-1 1-1,0-4 1201,-1-2 351,-10 4-572,12 2-1222,0 0 0,-1 0 0,1 0 0,0 0 0,0 0 0,-1 0 0,1 0 0,0 1-1,-1-1 1,1 0 0,0 0 0,-1 0 0,1 0 0,0 0 0,-1 1 0,1-1 0,0 0 0,0 0 0,-1 0 0,1 1 0,0-1 0,0 0 0,0 0 0,-1 1 0,1-1 0,0 0 0,0 1 0,0-1 0,0 0 0,0 1 0,0-1 0,-1 0 0,1 1 0,-5 4-931,5-5 933,0 0 0,0 0 0,-1 0 1,1 0-1,0 0 0,0 0 0,0 0 0,0 0 0,-1 0 0,1 0 1,0 0-1,0 0 0,0 1 0,0-1 0,-1 0 0,1 0 0,0 0 1,0 0-1,0 0 0,0 0 0,0 1 0,0-1 0,0 0 0,0 0 1,-1 0-1,1 0 0,0 1 0,0-1 0,0 0 0,0 0 0,0 0 1,0 1-1,0-1 0,0 0 11,1 0-54,0 1 1,-1-1 0,1 0 0,-1 1-1,1-1 1,-1 1 0,1-1 0,-1 1 0,1-1-1,-1 1 1,1-1 0,-1 1 0,0-1-1,1 1 1,-1-1 0,0 1 0,1 0-1,-1-1 1,0 1 0,0 0 0,1 0-49,-1 0 0,1-1 0,-1 1 0,1 0-1,-1-1 1,1 1 0,-1-1 0,1 1 0,0-1 0,-1 1 0,1-1 0,1 1 0,-1-1-58,9 14-2706,-8-7 822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50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32 178 1228,'0'1'173,"0"0"1,0-1-1,0 1 0,-1 0 0,1 0 1,0-1-1,0 1 0,0 0 0,-1-1 1,1 1-1,0 0 0,-1-1 0,1 1 1,-1-1-1,0 2 0,0-1-66,1 0 0,-1-1 0,1 1-1,-1 0 1,0 0 0,1 0 0,0 0-1,-1 0 1,1 0 0,0 0 0,-1 0-1,1 0 1,0 0 0,0 0 0,0 0-1,0 1 1,0 8 388,1-3-223,-1 0 1,-1 0-1,1 0 0,-2 7 0,0-7-76,0-1 0,0 1-1,1 0 1,0 0 0,0-1-1,1 10 1,-1 15 566,0-16-300,1-1 0,0 1 0,4 19 0,0-20-137,-3-10-206,0 0 0,0 0 0,0-1 0,-1 1 0,1 6 0,-1-7-24,0 0 0,1 0 0,-1 1 0,1-1 0,0 0 0,1 4 0,-1-3 35,0-1-1,0 0 1,0 1-1,0 0 1,-1-1-1,1 6 1,-1-6-35,1 0 1,-1 0-1,1 0 0,0 0 1,0 0-1,0 0 0,0 0 0,1 0 1,1 3-1,6 13 332,-8-16-368,-1-1-1,1 1 1,0-1-1,0 1 1,0-1-1,1 0 1,-1 1 0,0-1-1,1 0 1,-1 0-1,1 0 1,0 0-1,0 0 1,3 2-1,-4-3-49,12 16 295,-12-15-272,0 0-1,1 0 0,-1 1 1,1-1-1,-1 0 1,1 0-1,0-1 0,0 1 1,0 0-1,0 0 1,0-1-1,0 0 0,1 1 1,3 1-1,-2-2 12,0 0 0,0 0 0,0 0 0,0 0 0,0-1 0,0 0-1,8 0 1,-9 0-30,-1-1 0,1 0 0,0 1 0,-1-1 0,1-1-1,0 1 1,-1 0 0,1-1 0,-1 1 0,0-1 0,1 0-1,3-3 1,7-9 2,-1 0-1,0 0 1,0-1-1,16-30 0,-26 38-20,0 1 0,0-1-1,0 0 1,0 0-1,-1-1 1,-1 1 0,1 0-1,-1 0 1,-1-13 0,1-1 1,-1 16 1,0 1 0,0-1 0,0 1 0,-1-1 0,1 1 0,-1 0 0,0 0 0,0-1 0,-1 2 0,1-1 0,-1 0 0,-5-6 0,-7-11-39,10 14 3,-1 2 0,1-1 0,-1 1 0,0 0 0,0 0 0,-1 1 1,1-1-1,-9-3 0,-2-2-155,13 8 128,0 0 0,-1 1 1,1 0-1,0-1 0,-5 1 0,-12-5-193,-7-2-33,10 4 105,12 3 122,1 0 0,-1 0 0,1 1 0,-1 0 0,-6 1 0,-1-1-10,11 0 57,-7 0 14,10 0-4,-1 0 6,1 1 0,-1-1-1,0 0 1,0 0 0,1 0 0,-1 0-1,0 0 1,1 0 0,-1 0-1,0 0 1,0-1 0,1 1-1,-1 0 1,0 0 0,0 0-1,1 0 1,-1 0 0,0 0-1,0 0 1,1-1 0,-1 1 0,0 0-1,0 0 1,0 0 0,1-1-1,-1 1 1,0 0 0,0 0-1,0 0 1,0-1 0,1 1-1,-1 0 1,0 0 0,0-1-1,0 1 1,0 0 0,0-1 0,0 1-1,0 0 1,0 0 0,0-1-1,0 1 1,0 0 0,0 0-1,0-1 1,0 1 0,0-1-1,0 1 0,0 0-1,0 0 0,0-1 0,0 1 0,0 0 0,0 0 1,0-1-1,0 1 0,0 0 0,1 0 0,-1-1 1,0 1-1,0 0 0,0 0 0,0 0 0,0-1 0,1 1 1,-1 0-1,0 0 0,0 0 0,0 0 0,1-1 0,-1 1 1,0 0-1,0 0 0,0 0 0,1 0 0,-1 0 1,1-1-7,0 1 1,-1 0 0,1-1 0,0 1 0,-1-1 0,1 1 0,-1-1 0,1 1 0,-1-1-1,1 1 1,-1-1 0,1 0 0,0 0 0,2-3-5,1 0-1,0 0 1,0 1-1,1 0 1,-1-1 0,1 2-1,-1-1 1,1 0 0,9-2-1,7-6-7,19-9 4,-23 12 18,-1 3 7,0 0 0,24-5 0,-37 10-5,4-1-2,0 0 1,-1 1-1,1 0 0,0 1 0,0-1 1,0 1-1,12 4 0,-9-3-2,-6-1 12,0 0 0,-1 1 1,1 0-1,0-1 0,-1 1 1,1 1-1,-1-1 0,1 0 1,-1 1-1,0 0 0,0 0 1,0 0-1,-1 0 0,1 0 1,-1 1-1,4 6 0,13 10 71,6 28 40,-17-36-100,-7-11-27,1 1 1,-1 0 0,0 0 0,0 0-1,0 0 1,0 0 0,0 0 0,0 0-1,0 0 1,-1 0 0,1 4-1,10-3-49,-12 0 68,4-9-12,-1 4-11,1-1-1,-1 0 0,0 1 0,-1-1 1,1 0-1,0 0 0,-1 0 0,0 0 1,0-1-1,0 1 0,0 0 0,1-5 0,8-23-109,-5 22 80,-2 0 0,1 0 1,-1 0-1,4-19 0,-5 18 14,0 3 10,1 0 0,0 0 0,0 0 0,0 1 0,5-7-1,-4 6 14,0 0-1,0 0 1,2-8-1,-4 11 8,0 0 0,-1 0-1,1 0 1,4-5 0,3-8 18,-6 10-10,-3 6-10,0 1 0,0-1 0,1 0 0,-1 0 0,0 0 0,1 0 0,-1 1 0,1-1 0,-1 0 0,1 0 0,-1 1 0,1-1 0,0 0 0,-1 1 0,1-1 0,0 1 1,-1-1-1,2 0 0,7-6 1,-9 6-3,1 1 0,-1-1 0,1 1 0,-1-1 0,1 1 0,-1-1 0,1 1 0,-1 0 0,1-1 0,0 1 0,-1 0 0,1-1 0,0 1 0,-1 0 0,1 0 0,0 0 0,0-1 0,3-4-93,-4 5 93,1-1 0,-1 1-1,1 0 1,-1 0 0,1 0 0,-1 0-1,0 0 1,1 0 0,-1 0-1,1 0 1,-1 0 0,1 0-1,-1 1 1,0-1 0,1 0 0,-1 0-1,1 0 1,-1 0 0,0 1-1,1-1 1,-1 0 0,0 0 0,1 1-1,7 2 0,-6-2 21,0 0-1,-1 0 1,1 0-1,-1 0 1,1 0-1,-1 0 1,0 1-1,1-1 1,-1 0 0,0 1-1,0-1 1,0 1-1,0-1 1,0 1-1,0-1 1,0 1 0,0 0-1,0 2 1,-1-3-10,0-1 0,0 1 0,0 0 0,0 0 0,0-1 0,0 1 0,1 0 1,-1-1-1,0 1 0,0 0 0,1-1 0,-1 1 0,0 0 0,1-1 0,-1 1 1,1-1-1,-1 1 0,1 0 0,0 0 2,-1 0-1,1-1 1,0 1 0,-1-1 0,0 1 0,1 0-1,-1 0 1,1-1 0,-1 1 0,0 0-1,0 0 1,1-1 0,-1 1 0,0 0 0,0 0-1,0 0 1,0-1 0,0 3 0,0-2 15,0 1 0,1 0 1,-1 0-1,1 0 0,-1 0 0,1 0 1,-1-1-1,2 3 0,-1-2 6,0 0-1,0 0 0,0 0 1,-1 0-1,1 0 1,-1 0-1,1 1 1,-1 2-1,0-3-1,0 0 1,1 0-1,-1 0 1,0 0-1,1 0 0,0-1 1,-1 1-1,3 3 0,-3-3-3,1 0-1,0 0 0,0 0 1,-1 0-1,1-1 0,-1 1 1,1 0-1,-1 4 0,0-5-13,0 1 0,0-1-1,1 0 1,-1 1 0,0-1 0,1 1-1,-1-1 1,1 0 0,-1 1-1,1-1 1,1 1 0,-2 0-4,1-1 0,0 0 1,-1 0-1,1 0 0,-1 1 0,1-1 0,-1 0 1,0 1-1,1-1 0,-1 0 0,0 2 1,0-2-8,0 0 0,0-1 0,0 1 1,0 0-1,0 0 0,1-1 0,-1 1 1,0 0-1,0 0 0,1-1 1,-1 1-1,0 0 0,1-1 0,-1 1 1,1 0-1,-1-1 0,2 2 1,-2-2-3,1 1 1,-1 0 0,1-1 0,-1 1 0,0-1 0,1 1 0,-1 0 0,1-1-1,-1 1 1,0 0 0,0 0 0,1-1 0,-1 1 0,0 0 0,0 0-1,0-1 1,0 3 0,0-3-3,1 1 0,-1 0-1,1 0 1,-1 0 0,1-1 0,-1 1 0,1 0-1,0-1 1,-1 1 0,1 0 0,0-1-1,-1 1 1,1-1 0,0 1 0,0-1 0,-1 1-1,1-1 1,0 0 0,0 1 0,0-1-1,1 1 1,-1-1-36,1 1 1,-1-1-1,1 0 0,-1 1 0,0-1 0,1 0 1,-1 0-1,1 0 0,-1 0 0,0 0 1,1 0-1,-1 0 0,1-1 0,-1 1 0,0 0 1,3-2-1,-1 1-347,-1-1 0,0 1 0,1-1 0,-1 1 1,0-1-1,0 0 0,0 0 0,0 0 0,-1 0 0,1-1 0,0 1 1,-1 0-1,0-1 0,1 1 0,-1-1 0,0 1 0,0-1 1,0 0-1,-1 1 0,1-1 0,-1 0 0,1-4 0,-1 4 11,0 1 0,1-1 0,0 0 1,-1 0-1,1 1 0,2-6 0,0 0-516,-1-7-1382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56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90 439 76,'-2'-1'2972,"-16"-5"7440,18 6-10362,0 0 0,0 0 1,1 0-1,-1 0 0,0 0 1,1 0-1,-1 0 0,0 0 0,1 0 1,-1 0-1,0 0 0,0 0 1,1 0-1,-1 0 0,0 0 0,1 0 1,-1 0-1,0 0 0,4-7 5480,-4 15-5265,0 3-108,1-7-116,-1 0 0,0 0 0,0 0 1,0 0-1,-1 0 0,1 0 0,-2 4 0,-5 13 101,-6 13 43,9-26-138,1 0 0,0 0 1,1 1-1,-3 14 0,2-5 13,-1 32 120,-25 66 62,27-107-235,1 0 1,1 0-1,-1 0 0,2 11 0,0-1-11,-1-17 1,0 0 0,0 0-1,1 0 1,-1 0 0,1 0-1,-1 0 1,1 0 0,0 0-1,0 2 1,0-2 1,0 0-1,0-1 1,0 1 0,-1 0 0,1 0 0,-1 0-1,0 0 1,1 3 0,-1-2 3,1-1 1,-1 1-1,1-1 0,-1 0 1,1 1-1,0-1 0,0 0 1,1 1-1,-1-1 0,3 4 0,17 18 70,-19-22-67,0-1-1,0 1 1,0-1 0,1 0 0,-1 0 0,0 1 0,1-1-1,-1-1 1,1 1 0,-1 0 0,5 0 0,14 6 14,-21-7-18,0 0 1,0 0-1,1 0 1,-1 0 0,0 0-1,0 0 1,1 0-1,-1 0 1,0 0 0,0 0-1,0 0 1,1 0-1,-1 0 1,0 0 0,0 0-1,1 0 1,-1 0-1,0 0 1,0 0 0,0 0-1,1 0 1,-1 0-1,0 0 1,0 0 0,0 0-1,1-1 1,-1 1-1,0 0 1,0 0-1,0 0 1,0 0 0,1 0-1,-1-1 1,0 1-1,0 0 1,7-4 22,-4 4-18,-1-1 0,1 1 0,-1-1 0,0 1 0,0-1 0,1 0 0,-1 0 0,0 0 0,0 0 0,0 0 1,4-3-1,22-21 33,-22 19-40,16-27 10,-20 30-9,0-1 0,0 1 0,0-1 0,0 0 0,-1 0 0,3-7 1,1-4-19,-4 12 14,-1 1 0,1-1 1,-1 0-1,1 0 0,-1 0 1,0 0-1,0 0 1,-1-4-1,1-3-7,0-7-19,-1 0-1,0 0 1,-2 0-1,-5-26 1,-1 4-9,6 24 33,0 0 1,-1 0-1,-8-19 0,4 10 10,7 19-1,-1 0-1,1 0 1,-1 0 0,0 0-1,-4-8 1,-13-23 8,16 29-13,0 1 0,0-1 1,-1 1-1,0-1 1,0 1-1,0 1 1,-7-8-1,-2-2-27,11 12 27,1 1 1,-1-1-1,-1 1 0,1 0 0,0 0 1,0-1-1,-4-1 0,-7-3 13,9 5-7,0-1 0,-1 1-1,1-1 1,1 0 0,-6-4-1,8 6 7,0 0-1,0 0 0,0 0 0,0 0 1,0 1-1,0-1 0,0 0 1,-1 1-1,1-1 0,0 1 1,-1-1-1,-6-3-1,6 3-6,2 0-29,-1 0-1,1 0 0,0 0 0,0 0 1,0 0-1,0 0 0,0 0 0,1 0 0,-1 0 1,0 0-1,0 0 0,1 0 0,0-1 1,-1 2 11,0-1 12,1 1 0,-1 0 0,0 0 0,0 0 0,0 0 0,0-1 0,0 1-1,0 0 1,0 0 0,1 0 0,-1 0 0,0 0 0,0 0 0,0-1 0,0 1-1,0 0 1,1 0 0,-1 0 0,0 0 0,0 0 0,0 0 0,1 0 0,-1 0-1,0 0 1,0 0 0,0 0 0,0 0 0,1 0 0,-1 0 0,0 0 0,0 0-1,0 0 1,1 0 0,-1 0 0,0 0 0,0 0 0,0 0 0,0 0 0,1 0-1,-1 0 1,0 0 0,0 1 0,0-1 0,0 0 0,1 0 0,-1 0 0,0 0 0,0 0-1,0 1 1,0-1 0,0 0 0,0 0 0,0 0 0,1 0 0,-1 1 0,0-1-1,0 0 1,11 1-388,10-1 141,0-1 0,0-2 0,-1 0 1,1-1-1,-1-1 0,33-12 0,0 0-161,-31 11 247,1-2 0,22-10 0,-32 12 127,0-1-12,1 0 0,21-16 0,-8 6 33,-21 14 23,0-1-1,0 0 0,0-1 1,0 1-1,5-7 0,-3 5 2,-1-1 0,2 1 0,10-7-1,-11 9 5,0-1-1,0-1 1,-1 1-1,0-1 0,9-10 1,-10 9 59,1-1 0,0 2 0,1-1 0,-1 1 0,13-8 0,-18 13-36,-2 1-15,1-1-1,-1 1 0,1 0 1,-1 0-1,1-1 0,-1 1 0,1 0 1,-1-1-1,1 1 0,-1-1 1,1 1-1,-1-1 0,0 1 1,1-1-1,-1 1 0,0-1 0,1 1 1,-1-1-1,0 1 0,0-1 1,1 0-1,-1 1 0,0-1 0,0 1 1,0-2-1,0 2-5,0 0 1,0-1-1,0 1 0,0 0 0,0 0 0,0-1 1,0 1-1,0 0 0,0-1 0,0 1 1,1 0-1,-1 0 0,0-1 0,0 1 1,0 0-1,0 0 0,0-1 0,1 1 0,-1 0 1,0 0-1,0 0 0,0-1 0,1 1 1,-1 0-1,0 0 0,0 0 0,1 0 0,-1 0 1,0 0-1,0-1 0,1 1 0,-1 0 1,0 0-1,0 0 0,1 0 0,-1 0 1,0 0-1,1 0 0,-1 0 0,0 0 0,0 0 1,1 0-1,-1 0 0,1 0 14,1-3 322,-2 1 232,0 2-577,0 0 1,0 0-1,0 0 0,0 1 0,0-1 0,0 0 0,0 0 0,0 1 1,0-1-1,0 0 0,0 0 0,-1 0 0,1 0 0,0 1 1,0-1-1,0 0 0,0 0 0,0 0 0,0 0 0,-1 1 1,1-1-1,0 0 0,0 0 0,0 0 0,0 0 0,-1 0 1,1 0-1,0 1 0,0-1 0,0 0 0,-1 0 0,1 0 1,0 0-1,0 0 0,-5 3 58,4-2-49,1 0 0,-1 0 0,1 1 1,0-1-1,-1 0 0,1 1 0,0-1 1,0 0-1,0 1 0,0-1 0,0 0 1,0 3-1,-1 17 142,-52 131 741,49-138-753,-2 23 1,3-21 36,-6 25 1,-26 83 583,26-91-572,3-7 47,-3 37-1,6-28 30,-12 47 0,4-44-115,4-16 5,-6 36 0,11-41-99,1-8-9,0 1-1,-1-1 1,-5 15-1,5-17-24,0 1-1,0-1 0,0 1 0,1-1 0,0 1 1,0 8-1,1-6 1,-1 1 0,-3 12 0,2-13-14,0 0-1,0 14 1,2 24-14,0-47-10,2-1-70,-1 0 140,-1 0-80,0 0 0,1 0 1,-1 0-1,0 0 0,1 0 1,-1 0-1,0 0 0,0 0 1,1 0-1,-1 0 0,0 0 1,0 0-1,1 0 0,-1 0 1,0 0-1,0 0 0,1 0 1,-1 0-1,0 0 1,0-1-1,1 1 0,-1 0 1,0 0-1,0 0 0,0 0 1,1-1-1,-1 1 0,0 0 1,0 0-1,0 0 0,0-1 1,1 1-1,-1 0 0,0 0 1,0-1-1,0 1 0,0 0 1,0 0-1,0-1 0,0 1 1,0 0-1,0-1 0,0 0-495,0-7-1220,1-1 287,0-1-1,0 1 1,1-1 0,1 1 0,3-10-1,4-18-4736,-1 11 2344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5:38:56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78 244 2712,'0'7'2885,"1"12"3253,-1-18-6004,0 0-1,0 0 0,0-1 0,1 1 0,-1 0 0,0 0 0,1 0 1,-1-1-1,0 1 0,1 0 0,-1-1 0,1 1 0,-1 0 0,1-1 1,0 1-1,-1-1 0,2 2 0,1 4 1938,-2-3-1692,1 1-87,-1-3-120,0 1 0,0-1 0,-1 1 0,1-1 0,0 1 0,-1 0 0,1-1 0,-1 1 0,0 0 0,1-1 0,-1 1 0,0 2 0,0 1 39,1 0 0,0-1 0,0 1 0,1-1 0,-1 0 0,4 7 0,4 12 296,0 9 100,-3-11-211,0 1 1,-1-1 0,-1 1 0,1 25 0,-5-37-203,1 1 0,3 13 0,-2-14-37,0 0 1,0 13-1,-2-11 25,1 0 1,3 15 0,-2-16-59,0-1 1,0 14 0,-2 279 1885,9-310-1899,-9 6-102,1 0 1,-1-1 0,1 1-1,-1-1 1,0 1 0,1-1-1,-1 0 1,0 1-1,0-1 1,0 1 0,0-1-1,-1-2 1,1-2 4,0-371-367,1 344 222,7-42 0,-5 53 67,16-61-169,-14 41 109,-2 12-29,13-54 0,-5 35 18,-8 35 87,0-1 0,1 1 0,8-18 0,11-23-73,-19 48 110,0 1 0,0-1 0,0 1-1,1 0 1,0 0 0,0 0 0,6-5 0,-8 9 3,-1 0-1,1 1 1,-1-1 0,1 0 0,-1 1 0,1 0 0,0 0 0,0 0 0,0 0-1,-1 0 1,1 0 0,0 1 0,0-1 0,0 1 0,0 0 0,0 0-1,0 0 1,0 0 0,0 0 0,5 2 0,-3-1-8,-1 0 0,0 1 1,1-1-1,-1 1 0,0 0 0,0 0 1,0 1-1,-1-1 0,1 1 0,0 0 1,-1 0-1,0 0 0,3 4 0,11 12-28,16 22-35,-31-39 71,0 2-1,0-1 1,0 0 0,-1 0 0,1 0-1,-1 1 1,0-1 0,0 1-1,0-1 1,-1 1 0,1 4 0,7 32-40,-16 2 28,8-31 24,-2 0 0,1 0-1,-1 0 1,-1 0 0,0 0-1,0 0 1,-1-1 0,-1 0-1,1 0 1,-2 0 0,-7 11-1,-2-2 15,-19 19 0,19-22-9,6-7-2,-1 1 0,0-2-1,-16 11 1,3-2 5,8-6-81,-1 0 0,0-1 0,0 0 0,-1-2 0,0 0 0,-29 9 0,13-7-730,23-6 339,-1-1 1,1 0 0,-1-1 0,-21 2 0,29-4-84,-1 0 0,0-1 0,1 1 0,-1-1 0,0 1 0,1-1 0,-7-3 0,6 2-303,1 1 0,0-1 0,0-1-1,0 1 1,0 0 0,0-1 0,0 1 0,1-1 0,-3-3 0,-6-7-3326,0-1 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12T16:40:56.0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25875 8486 92 0,'0'0'285'0,"0"0"-63"0,0 0-61 16,0 0-56-16,0 0-34 0,0 0-23 0,0 0-12 15,0 0-5-15,0 0-4 0,6 0-2 0,-6 0 1 0,0 0 3 16,0 0 0-16,0 0 0 0,0 0 1 0,0 5 1 0,7-5-3 16,-7 0-1-16,0 0 0 0,-7 0 1 0,7 0 0 15,0 4-1-15,0-4 3 0,0 0 0 0,0 0 1 0,0 0 0 16,0 0 1-16,0 0 4 0,0 0 2 0,0 0 1 15,0 0 4-15,0 0 3 0,0 0 2 0,0 0 1 0,0 0 4 16,0 0 5-16,0 0 1 0,0 0 4 0,0 0 8 16,0 0 9-16,0 0 10 0,0 0 11 0,0 0 16 0,0 0 12 15,0 0 15-15,0-4 18 0,0 4 15 0,0 0 13 16,0 0 4-16,0 0 3 0,0 0-2 0,0 0-11 0,0 0-11 16,0 0-17-16,0 0-14 0,0 0-24 0,0 0-22 0,0 0-22 15,0-5-20-15,0 5-15 0,0 0-11 0,0 0-3 16,0 0-1-16,0 0-2 0,0 0-1 0,0 0 2 0,0 0 0 15,0 0-2-15,0-4 2 0,0 4-1 0,0 0 0 16,0 0 4-16,0 0 1 0,0 0 3 0,0 0 2 0,0 0 2 16,0 0 1-16,0-3 4 0,0 3 0 0,0 0 2 0,0 0-2 15,0-5 3-15,0 5-2 0,7 0-5 0,-7-4 0 16,0 4-2-16,0 0-1 0,0-3-3 0,0 3-1 0,0 0 1 16,0 0-2-16,0 0 0 0,0 0-2 0,0 3-1 15,0-3 2-15,0 0-2 0,0 0-11 0,0 0 4 0,0 4 2 16,-7-4 1-16,7 0 13 0,0 0-9 0,0 0 6 15,0 0-5-15,0 0-5 0,0 5-4 0,0-5-12 0,0 0 21 16,0 3-6-16,0-3-5 0,-6 4-3 0,6-4-1 16,0 5 0-16,0-1-11 0,0 0 6 0,0 5 4 0,-7-2 2 15,7-3-1-15,0 4 2 0,0 1-6 0,0-2 2 16,0 2 4-16,-6-1 1 0,6 0 3 0,0 0-1 0,-6 4 1 16,6-3 0-16,0-2 0 0,-7 6-1 0,7-5-1 0,-7 0 4 15,7 4-2-15,0-3 0 0,-6-2 0 0,6-2-1 16,-6 3 3-16,6-5-7 0,0 2-2 0,0 0-2 0,0-2-2 15,-8-3-2-15,8 0-5 0,0 4 3 0,0-4-1 16,0 0 7-16,0 0-2 0,0 0 2 0,0 0 0 0,0 0 0 16,0 0 2-16,0 0-4 0,8-4-1 0,-8 4 1 0,0 0 0 15,0 0 1-15,0 0 7 0,0 0-4 0,0 0-2 16,0-3-2-16,0 3-2 0,0 0-3 0,0 0-6 0,0 0 3 16,0 0 2-16,0-5-2 0,0 5-2 0,6 0-4 15,-6 0-8-15,0-5-12 0,0 5-21 0,0-3-23 0,-6-1-31 16,6 0-28-16,0-1-26 0,0 2-25 0,-8-1-23 0,8 4-58 15,-6-5-97-15,6 1-116 0,-6 1-94 0,6-2-105 16,-7-3-148-16,7 4-116 0,0-4 12 0</inkml:trace>
  <inkml:trace contextRef="#ctx0" brushRef="#br0" timeOffset="766.55">25998 8304 177 0,'0'-9'508'0,"0"1"-147"0,7-5-119 16,-7 2-62-16,0 2-34 0,0 1-12 0,0-4-12 15,7 4 9-15,-7 0 11 0,0 0 19 0,0 3 23 0,0-2 16 16,0 2 11-16,0 1 14 0,-7 1 2 0,7-2-65 0,-7 1 13 16,7 1 3-16,-6-2-6 0,0 1-10 0,0 0-12 15,-8 0 41-15,8 4-44 0,-1-4-33 0,-6 4-20 16,6 0-21-16,1-5-16 0,-7 5-11 0,6 0-7 0,-5-3 2 15,5 3-4-15,0 0-8 0,1 0 3 0,-1 3 0 0,1-3-1 16,0 0-5-16,-1 5-4 0,0-1 4 0,-5 0-4 16,-2 4-2-16,1 0 1 0,7 1 0 0,-7 3 1 0,0 0-2 15,-1 0 0-15,2-4 0 0,5 8-1 0,-6-3-1 16,7-1 0-16,-1 0-3 0,-6 0 3 0,6 0 0 0,1 1 0 16,0 0 2-16,-1-2-3 0,0 1 3 0,1 0-2 0,0 0-2 15,-1 1-2-15,7 3 0 0,-6-4 4 0,6 5-1 16,0-5-1-16,-7 5 2 0,7-5-2 0,0 4-3 0,0-3-4 15,-7 3 1-15,7 0-2 0,0-4-1 0,7 0 3 16,-7 5 3-16,0-6 0 0,0 1 0 0,0 5 0 0,7-5-32 16,-7 0 14-16,0 1 10 0,6-1 3 0,1 0 5 15,-7-4 0-15,6 4 32 0,0-4-17 0,-6 0-9 0,7 1 1 16,0-1-7-16,-1 0-4 0,0 0-1 0,1 0-1 0,0 0-1 16,-1-3-6-16,-6 3 1 0,7-4 4 0,-1-1 1 15,7 6 0-15,-6-5 1 0,-1 1 2 0,0-2-1 0,2 1 1 16,-2 1-7-16,-6-2 6 0,6-3 5 0,1 4 2 0,-1-4-7 15,7 0 7-15,-6 5 13 0,-1-5-6 0,0 0-4 16,2 0-4-16,4-5 10 0,-5 5-5 0,6 0-4 0,0-4-1 16,0 1 2-16,0-6-1 0,7 6 0 0,-8-6 3 15,1 5 2-15,7-4 3 0,-6 0 3 0,4-1 6 0,-4 1 2 16,5-4 2-16,-5 4-1 0,-2-1 1 0,2 2 1 16,-2-6 4-16,-5 9 5 0,-1-3 6 0,1 2 0 0,0-2 1 15,-1 2-3-15,0-3-4 0,1 4-10 0,0-5-8 16,-1 2-5-16,0-2-2 0,1 1-4 0,-7 0-1 0,6-4-2 15,1 4-1-15,0-4-3 0,-1-1 20 0,-6 1-11 0,6-5-6 16,2 5-5-16,-8-4 2 0,6 4 5 0,0-1-20 16,-6 2 13-16,0-1 6 0,0 0 7 0,0-5 0 0,0 5-1 15,-6-5-2-15,0 5-2 0,-2-4 0 0,2 3-2 16,0 1-3-16,-1-4-1 0,-6 4 0 0,6 0 0 0,1-5-2 16,-7 6-2-16,0-2-4 0,0 0 1 0,0 2-3 15,6-2-3-15,-5 1-2 0,-2 4 1 0,2 0-3 0,4 0-12 16,-4-1-16-16,-1 2-23 0,-7 2-26 0,8 1-31 15,-8 1-32-15,6 3-32 0,-5 0-33 0,-1 0-35 0,1 0-39 16,-1 3-81-16,1 1-161 0,0-4-141 0,5 5-202 0,1-1-186 16,0-1-76-16,7 2 36 0</inkml:trace>
  <inkml:trace contextRef="#ctx0" brushRef="#br0" timeOffset="12831.49">23725 11613 53 0,'0'4'325'0,"0"-4"-59"0,8 4-71 0,-8-4-57 15,0 4-35-15,0-4-26 0,0 0-10 0,0 0-7 16,0 0-4-16,0 0-3 0,0 0-7 0,6 0-2 0,-6 0-3 15,0 0-2-15,0 0 0 0,0 0-1 0,0 0 1 16,0 0 0-16,0 0 0 0,-6 0 0 0,6 0 4 0,0 0-2 16,0 0-2-16,0 0 2 0,0 0 0 0,0 0-3 15,0 0-1-15,0 0 2 0,0 0 1 0,0 0 1 0,6 0 4 16,-6 0 8-16,0 0 5 0,0 0 6 0,0 0 8 16,0 0 9-16,0 5 9 0,0-5 9 0,0 0 3 0,0 0 17 15,0 0-3-15,0 0-5 0,0-5-6 0,0 5-9 0,0 0 2 16,0 0-19-16,0 0 13 0,0 0-8 0,0 0-6 15,0-4-4-15,0 4-8 0,0 0 2 0,0-4-3 0,0 4 17 16,0 0 6-16,0 0 7 0,0 0 9 0,0 0 6 16,0 0-6-16,6 0-14 0,-6-4-7 0,0 4-8 0,0-4-14 15,0 4-12-15,0-5-6 0,0 5-6 0,0-3-3 0,0 3-6 16,7-4-4-16,-7 4-6 0,0-5-7 0,6-3-1 16,-6 4-5-16,7 0 0 0,-1 1-1 0,-6-6 0 0,7 5 0 15,-1-1-3-15,0-2 2 0,2 2-2 0,4-3 0 16,-5 4 0-16,0-3 3 0,5 2-1 0,-5 1 3 0,-1 0 7 15,8 0 1-15,-8-1 0 0,0 1 0 0,1-3 0 16,0 7 1-16,-1-5-9 0,0 2 2 0,1 3-1 0,0 0 0 16,-7-5 1-16,6 5-2 0,1 0 1 0,-7 0-3 15,6 0-2-15,0 0-1 0,-6 0-1 0,8 0-5 0,-8 5 1 16,6-5 11-16,-6 3-7 0,0 2 0 0,6 2 2 0,-6 2 5 16,6-1 3-16,-6 1-11 0,7 2 8 0,-7-3 2 15,0 9 3-15,0-4 0 0,0 2 2 0,0 1-1 0,-7-3 0 16,7 3 3-16,0 0-1 0,-6 1-1 0,6-1 0 15,0-4 2-15,-6 4 0 0,6-3-2 0,-6 3-1 0,6-4 0 16,-8 0 5-16,2 1 1 0,6-1 2 0,-6 0 3 16,-1 0 3-16,1-4 4 0,-1 5 1 0,-6-1-1 0,7 0 1 15,-8 0 1-15,2 0-3 0,-2 0-6 0,8 1-4 0,-7-1-2 16,0 0-4-16,0 0-4 0,-1 1-2 0,2-4-3 16,5 2 0-16,-6-3-2 0,7 0 0 0,-7 0-2 0,7 1-1 15,-2-2 1-15,-4 2 1 0,5-1-1 0,1 0 0 0,-1 0 0 16,0 0-3-16,7 1 2 0,-6-6 0 0,0 6 0 15,6-5-1-15,-7 1 1 0,7-2 3 0,0 1-3 0,0 0-1 16,0-4-2-16,0 4 8 0,0-4-4 0,0 0 1 16,0 0 3-16,7 0-2 0,-1 0 3 0,0-4-6 0,8 0 2 15,-1 0-3-15,-1 1-2 0,2-2-3 0,-1-3-4 16,0 3-5-16,6-3-3 0,-5-4-3 0,5 4 3 0,0-5-1 16,1 6-1-16,-1-5 3 0,1 0 1 0,0-1 3 15,-1 1-2-15,1 5 3 0,-1-6 3 0,1 4 2 0,0 1 2 16,-8 0 2-16,2 0 2 0,-2 4 1 0,-5 0 1 15,-1 0 0-15,1 0 0 0,6 0-1 0,-13-1 0 0,6 5 3 16,0-3-2-16,-6 3-1 0,8 0 0 0,-8 0-2 0,0-5-2 16,0 5-5-16,6 0-9 0,-6 0-2 0,0 0-3 15,0 0-6-15,0 0 4 0,-6 0-9 0,6 0-8 0,0-4-13 16,0 4-17-16,0 0-26 0,0 0-65 0,0-3-98 16,-8 3-121-16,8-4-112 0,-6-1-119 0,0 1-175 0,0 0-146 15,-1 0-3-15,0 4 86 0</inkml:trace>
  <inkml:trace contextRef="#ctx0" brushRef="#br0" timeOffset="13609.63">24071 11470 332 0,'7'-8'536'0,"-7"4"-148"0,0-4-109 0,0 3-56 15,0-2-26-15,0 3-4 0,0-1-3 0,0 2 6 0,0-1-4 16,0-1 1-16,0-2-6 0,-7 2-3 0,7-3-3 16,0 4-8-16,0 0-9 0,-7-5-17 0,7 6-6 0,0-2-12 15,0-2-6-15,-6 2-12 0,6-3-9 0,-7 5-8 16,1-6-9-16,0 5-9 0,-2-5-18 0,-4 5-9 0,6-3-13 15,-2 2-9-15,-4-2-3 0,5 2-1 0,-6 1-5 16,0 1-1-16,1-2 6 0,-2 1-3 0,1 4-1 0,0 0-1 16,-6 0 7-16,-1 0 1 0,0 0-6 0,7 0 0 0,-6 4 0 15,0 1-3-15,-8 2-3 0,8-2-3 0,0 2 1 16,-1 2-4-16,0 3 2 0,-6 0-3 0,7 0 0 0,-8 4 2 16,1 5 3-16,0-1 1 0,0 1-3 0,7 3 1 0,-7 4-1 15,0 1-2-15,7-1-4 0,-8 2 1 0,8 1 3 16,-1 2-2-16,7 0 2 0,-7 3-1 0,8 1 1 0,-2-1-1 15,8 2-2-15,-7 2 3 0,7-4-1 0,6 1 0 16,-8 0 0-16,8 0 1 0,0-1-1 0,8 1-1 0,-2 0-1 16,0-5 1-16,1-4-2 0,6 5-3 0,0-4 1 0,0-1 0 15,6-3 2-15,-5-6-4 0,5 3 1 0,1-3 3 16,6-3 0-16,0-3 0 0,-7-4-3 0,7-2 5 16,7 2 1-16,-1-9-3 0,1 0 0 0,-1 0 0 0,8-9 0 15,-7 2-2-15,12-6-1 0,-6 0 2 0,0-2-2 0,0-1 1 16,0-6 0-16,-7 3 4 0,1-2 1 0,-1 1 4 15,1-5 4-15,-7 1 3 0,-6-4 3 0,6-1 2 0,-7 1 1 16,1-9-4-16,-7 0-2 0,0-4-2 0,0-3-4 0,1-1-6 16,-8-4-4-16,0-4-2 0,0 1 2 0,-6-2 1 15,-6 1 6-15,0 5 0 0,-8 2 4 0,2 6 1 0,-1-1 1 16,-7 9-2-16,0 3-5 0,-6 1-1 0,1 8-3 16,-1-1-3-16,-7 4-5 0,1 6-7 0,-1 2-12 0,1 6-18 15,-1-2-20-15,0 5-23 0,-6 5-27 0,6 2-41 16,1 2-75-16,6 3-116 0,-1-4-111 0,2 4-93 0,5-4-120 15,0 4-198-15,8-4-70 0,5 1 42 0</inkml:trace>
  <inkml:trace contextRef="#ctx0" brushRef="#br0" timeOffset="15086.83">23680 13297 118 0,'0'0'559'15,"0"0"-130"-15,0-3-128 0,0 3-82 0,0 0-46 0,0 0-27 16,0 3-15-16,0-3-16 0,0 0-4 0,0 0-7 15,0 0-5-15,0 5 0 0,-6-5 6 0,6 0 9 0,0 0 0 16,0 0 9-16,0 0 8 0,0 0 6 0,0 0 5 16,6 0 1-16,-6 0 2 0,0 0 32 0,0 0-22 0,0 0-18 15,0 0-12-15,0 0-4 0,6-5-1 0,-6 5-48 16,7-3 10-16,0 3-4 0,-1-4-10 0,7 4-15 0,-7-5-20 16,2 2-10-16,4-2-1 0,1 2-10 0,-6-2-5 0,6 2-3 15,-1-2-1-15,-4 1-2 0,4 1-11 0,-5 3 3 16,0-5 1-16,-1 5 2 0,0 0 8 0,1 0-6 0,-7 0 0 15,6 0 0-15,-6 0 2 0,0 5-2 0,7-5-6 16,-7 3 10-16,-7 1 5 0,7 4 4 0,-6-3 2 0,6 3 4 16,-7 4-3-16,-5-4-1 0,5 5 2 0,-6-2-2 15,7 2-1-15,-8-1-3 0,8 4 5 0,-7-4-3 0,0-4-7 16,0 5 0-16,7-1-2 0,-8-4-1 0,8 1-1 0,-1-2 2 16,1-2 1-16,6 2 0 0,-7-2-1 0,7-1-2 0,-7-4-1 15,7 3-1-15,0-3 1 0,0 0-2 0,0 5 1 16,7-5 2-16,0 4 4 0,-7-4-2 0,6 0-1 15,1 4 2-15,-1-4 2 0,0 0 0 0,2 4 0 0,4-4-3 16,-5 0-2-16,-1 0 1 0,1 0-2 0,-1 0 0 16,1 0 1-16,-1 4-1 0,-6-4 2 0,6 0-3 0,2 0 3 15,-8 4-4-15,0 1 2 0,6-5 1 0,-6 3-1 0,6 1 3 16,-6 1-2-16,0-2 1 0,0 1 1 0,0 1 3 16,0-1 3-16,0 0 1 0,0 5 2 0,-6-2 4 0,6-3-2 15,-6 4-1-15,6 1 0 0,-8-5-2 0,8 4 2 0,-6-1-2 16,0-3 1-16,-1 5 3 0,1-5-1 0,-7 0-2 15,6 4-1-15,-5-4-3 0,4 0-2 0,-4 1-1 0,-1-2-1 16,-1 2-6-16,2-1 2 0,5-1 2 0,-6 2 1 16,0-5 1-16,6 4-1 0,-6-4 7 0,1-4-7 0,5 4-19 15,-6-5-7-15,7 2-12 0,-8-1-13 0,8-1-22 16,-1 5-31-16,1-3-32 0,-1-2-63 0,1-3-85 16,6 5-79-16,0-2-57 0,-7-3-34 0,7 4-9 0,7-5 11 15,-7 2 19-15,6-1 2 0,7-5-26 0,-6 1-64 0</inkml:trace>
  <inkml:trace contextRef="#ctx0" brushRef="#br0" timeOffset="15642.07">23784 13306 218 0,'6'-21'543'0,"2"5"-101"0,-2 1-101 15,0-2-56-15,1 1-23 0,-7-1-12 0,7 5 2 0,-7-4 2 16,0 4 0-16,6-1-10 0,-6 2-15 0,-6-7-19 0,6 6-23 16,0 1-21-16,-7-2-18 0,0 1-14 0,7 4-9 15,-6-5-12-15,0 1-11 0,-8 5-14 0,8 2-17 0,-7-2-12 16,0-2-10-16,0 5-12 0,-1 1-4 0,2-2-3 0,-1 5-4 15,-1-5-2-15,2 5-4 0,-8 5 6 0,7-5-4 16,0 5-1-16,-6-2-6 0,5 6-1 0,-5-2 0 16,-1 2-5-16,7-2 1 0,-6 5 1 0,5 1 6 0,2 3 0 15,-8 1 1-15,7 3 0 0,1 4-3 0,-2 5-2 0,1-1-2 16,0 0 0-16,0 5-5 0,0 0-2 0,6-1 0 16,1-2 1-16,0 1 0 0,-1 2-2 0,7 0-1 0,-7-5-1 15,7 5 1-15,0-5 1 0,0 1 3 0,0-1 1 0,7-4 3 16,-7 1 2-16,7-1 1 0,5 1-2 0,-5 0-1 15,0-6-1-15,6 6 9 0,-1-9-3 0,2 5-4 16,-2-5-3-16,8-4 1 0,-7 0-1 0,7 4-9 0,0-6-1 16,-1 1 6-16,7-6 4 0,0 2-1 0,-6-2 4 0,5-5 2 15,1 0 5-15,-6-5 3 0,6-2 4 0,1 2 4 16,-8-6-1-16,7 1 0 0,0-2 3 0,-6 1 3 0,5-6 1 16,-5 1 5-16,0-1 6 0,-1 1 8 0,1-4 2 15,0 4 0-15,-8-5 3 0,8 1 1 0,-7 4-1 0,-1-9-5 16,2 5 2-16,-2-5 0 0,-4 0 0 0,4 2 0 0,-5-5-2 15,-1 2 6-15,1-2 3 0,0-1-1 0,-7 1 1 16,0-1 3-16,0 5 6 0,0-4-3 0,-7-1-4 0,0 1-2 16,1 0-4-16,-7 2-8 0,-1-2-8 0,2 4-6 15,-2 3-6-15,-5-3-8 0,-1 3-3 0,2 5-4 0,-2 0-8 16,0 0-4-16,-6 0-2 0,7 4-1 0,-1 0-2 0,-6 3-1 16,7-3 0-16,-1 4 0 0,0-1-2 0,1 2 1 15,-1-2-4-15,7 5-10 0,-7-4-17 0,1 4-17 16,6-4-14-16,-7 4-23 0,7 0-22 0,-6 0-19 0,6 0-20 15,7 4-22-15,-14-5-31 0,13 5-31 0,-12 0-38 0,12 0-85 16,-5 5-146-16,-2-1-134 0,1-4-171 0,7 4-202 16,-1 4-83-16,1 0 39 0</inkml:trace>
  <inkml:trace contextRef="#ctx0" brushRef="#br0" timeOffset="31617.83">3001 586 221 0,'8'0'387'0,"-8"0"-131"0,0 0-93 0,0 0-53 15,0 0-32-15,0 5-14 0,6-5-7 0,-6 0-5 0,0 0 2 16,6 0 1-16,1 0 7 0,-7 0 6 0,7 0 6 16,-7 0 7-16,6 0 6 0,1 0 11 0,-7 0 10 0,6 0 12 15,-6 0 16-15,6 0 15 0,1 0 6 0,-7 0 5 16,0 3 6-16,7-3 6 0,-7 0 5 0,0 0 5 0,0-3 13 16,0 3 6-16,0 0 7 0,0 0-6 0,0 0-16 15,0 0 8-15,0 3-42 0,0-3-34 0,0 0-34 0,0 0-24 16,0 0-12-16,0 0-37 0,0 0 7 0,0 0 4 0,0 0 2 15,0 0 1-15,0 0 0 0,0 0-1 0,0 0 0 16,0 0-1-16,0 0 1 0,0 0-3 0,0 0-4 0,0 0 1 16,0 0-2-16,0 0-2 0,0 0-1 0,0 0 1 15,0 0 4-15,0 4-4 0,0-4 1 0,0 0 2 0,0 0 3 16,0 0 1-16,0 0-2 0,0 3 3 0,0-3 0 0,0 0-1 16,0 0-1-16,-7 5-2 0,7-1-3 0,-7 5 1 15,1-1 0-15,0-1 2 0,-1 6 2 0,1 3 2 16,-1-3 1-16,-6 2 0 0,7-2-4 0,-8 3-4 0,8 0-3 15,0 1-2-15,-1-4-5 0,-6 2-2 0,6 1-2 0,1 0 1 16,-8 1-1-16,2-5 0 0,6 0 0 0,-1 1 3 16,-6-1 0-16,13-4 3 0,-7 0-2 0,1 0-3 0,-1 0 1 15,7-4-2-15,-7 0-1 0,7 1-4 0,0-5 2 0,0 0 2 16,0 0-2-16,0 0 2 0,0 0 2 0,0 0 1 16,0 0 0-16,0 0 0 0,0 0 0 0,0 0-1 15,7 0 0-15,-7 0-3 0,0 0 1 0,7-5 0 0,-1 5 0 16,1 0-1-16,6-4-3 0,-6 0-5 0,5 4-5 0,-6-3-9 15,8-2-12-15,-8 1-11 0,1 0-13 0,6-4-15 16,-6 3-14-16,5 2-10 0,-6-1-9 0,2-1-6 0,4 2-6 16,-5-1-17-16,0-5-24 0,6 6-30 0,-7-6-36 15,0 2-33-15,1 2-24 0,0-3 1 0,-1 4 13 0,0 4 24 16,-6-5 34-16,0 1 32 0,7 1 32 0,-7-2 25 0,0 1 23 16,0-4 21-16,7 4 21 0,-7-4 21 0,6 4 12 15,-6 0 14-15,0 1 10 0,7-6 13 0,-7 5 16 0,0-1 19 16,0 2 27-16,0-6 30 0,6 9 31 0,-6-8 23 15,0 4-8-15,0 0 24 0,0 0 14 0,6 0 4 0,-6 4 6 16,0-5 5-16,0 2 22 0,0 3-24 0,0 0-26 16,-6 0-27-16,6 0-30 0,0 0-30 0,0 0-22 0,6 0-10 15,-6 0-12-15,0 0-8 0,0 0-3 0,0 3-5 16,0-3-3-16,0 5-3 0,0-5 3 0,0 8 5 0,0-4 3 16,0 5 5-16,0-2 4 0,7 6 1 0,-7 0-1 0,0-2-1 15,-7 1-1-15,7 5 1 0,0-5-2 0,-6 8-3 16,6-4 0-16,-6 5 0 0,6-4-2 0,-7 2-3 0,1-2-1 15,-1 3 0-15,7-3 0 0,-7 3-2 0,7-4-3 16,-6 0-3-16,6-4-3 0,-6 4-2 0,6-3-4 0,-7-1-3 16,7 1-2-16,0-2-2 0,-7-2-2 0,7-1 1 0,0 0-2 15,0-4-2-15,0 0-1 0,-6 1 1 0,6-5-1 16,0 3-3-16,0-3 2 0,0 0 0 0,0 0-2 0,0-3-13 16,0 3-3-16,0 0-13 0,-6 0-23 0,6-5-28 15,-7 5-31-15,1-4-19 0,-1 0-39 0,0-1-44 0,-5 2-66 16,4-1-106-16,-4-4-102 0,-1-1-92 0,6 2-101 15,1-2-142-15,-1 1-95 0,1-4 30 0</inkml:trace>
  <inkml:trace contextRef="#ctx0" brushRef="#br0" timeOffset="32162.29">3093 565 291 0,'0'-16'593'16,"0"4"-142"-16,0 0-95 0,0 0-40 0,-7 0-13 15,1-1 8-15,0 5 8 0,-8-4-11 0,8 3-18 0,-7 2-25 16,0-1-23-16,0-1-31 0,-7 5-29 0,1-1-29 16,-1 2-28-16,0 3-25 0,2-4-18 0,-9 4-17 0,7 4-10 15,1-4-9-15,-7 3-6 0,6 6-3 0,0-5-5 0,2 4-6 16,-9 1-8-16,7 3-1 0,2 0-1 0,-2 4-2 16,0 1-2-16,7 2 3 0,-7-2-2 0,8 7-1 0,-1 1 6 15,-1-1-1-15,2 5 1 0,-2-1 0 0,2 5 1 0,5 0 1 16,0-1-6-16,1 4 0 0,-1 2 5 0,7-2-3 15,0-4-2-15,0 5 3 0,7 0 0 0,-1-4 2 0,1-1-4 16,0 0 0-16,5 1 0 0,-4-5-2 0,4 5 1 16,1-4-5-16,0-6 0 0,6 2 2 0,-5-4 2 0,-2-1-1 15,8 0-1-15,0-3 4 0,-1-5 3 0,1 1-4 16,-1-6 0-16,1 1 2 0,6-4 1 0,-6-4-1 0,5-4-2 16,1 1 0-16,1-6 1 0,-1 1 0 0,0-3-1 15,0-2-2-15,-1-3-3 0,2 4 2 0,5-5-3 0,-6-4 3 16,1 5 2-16,-1-4 2 0,6 0 0 0,-6-1 4 0,1 2 2 15,-1-3 4-15,-7-2 1 0,7 4 3 0,-6-4 5 16,-1 3 2-16,-6-3 3 0,0 0 2 0,7-2-1 0,-7 3-1 16,-7-3 4-16,7 2 1 0,-6-4-1 0,-7-1-3 15,6 6 5-15,-6-11 2 0,6 6-5 0,-12 0-6 0,6-5 7 16,-6 4-2-16,-1 1-7 0,1 0-4 0,-7 2 2 16,6 3-1-16,-5-2-6 0,-2 4-3 0,1 5-1 0,-7 1-5 15,8 2-5-15,-8 1-19 0,0-1 2 0,1 2 1 0,-1 3 3 16,0-1-2-16,-5 0 2 0,-1 6 11 0,0 6-7 15,-7 2-7-15,1 3-5 0,-7 0-15 0,-1 1-28 0,8 3-16 16,-7 0-25-16,6 0-26 0,-6 4-30 0,7 1-23 0,-2-1-17 16,9 1-37-16,-1-2-63 0,6-2-115 0,1 2-136 15,6-6-130-15,0 0-202 0,-1-6-161 0,8 2-25 0</inkml:trace>
  <inkml:trace contextRef="#ctx0" brushRef="#br0" timeOffset="40771.8">11501 4811 122 0,'-7'-4'616'0,"7"0"-196"16,0-1-129-16,-6 2-59 0,6 3-28 0,-6-4-7 0,6 4-1 16,0 0 1-16,0 0 5 0,0 0 4 0,0 0 0 15,0 0-6-15,0 0-9 0,0 0-16 0,0 0-27 0,0 4-25 16,0-4-24-16,0 0-20 0,0 0-19 0,0 3-14 16,-7-3-8-16,7 5 2 0,0-1-1 0,-7 0 16 0,1 5 20 15,0-2 16-15,-1 2 8 0,-6 3-8 0,6 0-6 0,-5 5-15 16,-2-6-21-16,8 6-17 0,-7-1-7 0,6-4-10 0,1 5-4 15,-1-5-7-15,7 4-1 0,-6-4-2 0,6 0-1 16,0 0 0-16,0 0 3 0,0 1 1 0,0-5-3 16,6 4 0-16,-6-3 2 0,7-1 2 0,-7-1-1 0,6 2 1 15,1-5-1-15,0-1 1 0,-1 2 1 0,0-1-2 0,8-4 0 16,-8 0 1-16,0 0-1 0,8 0-3 0,-1-4 0 16,-1 4 4-16,-5-5-2 0,6 2-5 0,0-5-2 0,-6 0 0 15,6 4-2-15,-7-9-4 0,0 5 2 0,1 0 0 16,-7 0 2-16,7-1 0 0,-7-2 0 0,0 3-1 0,6-5 1 15,-6 5 4-15,-6-4-2 0,6-1 1 0,0 5 2 0,-7-4 1 16,7 0 1-16,-13 3-1 0,7-2-2 0,-7 3 0 16,-1-1 1-16,2 1-1 0,-8 0-2 0,7 0 1 0,0 0 3 15,0 4 0-15,-7-5-1 0,8 6 1 0,-2 3-2 16,1-4 2-16,1-1 0 0,4 5 1 0,2-3-1 0,0 3 1 16,0-4 0-16,-1 4-2 0,7 0-3 0,0 0-2 15,0 0-1-15,0-5-6 0,0 5-9 0,7 0-4 0,-7-4-6 16,12 4 3-16,2-3-6 0,-2-2-7 0,8 1-2 15,-1 0-3-15,7-5-3 0,1 2-11 0,-1 3-3 0,0-5 6 16,-1-3-3-16,1 4-1 0,1 0 3 0,-1-4 2 0,0-1 9 16,-6 6 2-16,5-2 15 0,-11-3 11 0,5 4 7 15,-6-1 6-15,0 2 7 0,0-2 6 0,-6 2 11 0,-1-2 9 16,0 6 25-16,2-2 32 0,-8 1 27 0,0 0 15 16,0 4 3-16,0-4 3 0,0 4-17 0,0 0-27 0,0 0-22 15,0 0-18-15,0 4-10 0,0-4-13 0,0 4-5 0,0 0-6 16,-8-4-3-16,8 5 3 0,0 2 3 0,-6 1 6 15,6 5 1-15,-6 3 3 0,-1 0 2 0,7 4-2 0,-7 1-1 16,1-1-2-16,0 5 1 0,6-1 1 0,-7 0 0 16,1 5-1-16,-1-4 0 0,0 3-3 0,7-4-1 0,-6 1-2 15,6-9-9-15,-6 4-2 0,6-3-1 0,0-5-5 0,0 5 0 16,0-6-1-16,0 2 5 0,0-6-2 0,0 2-3 16,0-2 2-16,0-2 0 0,0-1 1 0,0 0 1 0,0-4 1 15,0 4 3-15,0-4 0 0,6 0-1 0,-6 0 3 16,0-4 0-16,0 4-9 0,0 0-5 0,0 0-12 0,0 0-14 15,0-4-20-15,0 0-20 0,0-1-20 0,6 2-35 16,-12-1-55-16,6-5-88 0,0 6-92 0,0-6-85 0,6 1-67 16,-6 4-56-16,0-3-81 0,7-2-134 0,-7 1-11 15</inkml:trace>
  <inkml:trace contextRef="#ctx0" brushRef="#br0" timeOffset="44750.01">11989 4836 147 0,'0'-4'396'0,"0"4"-110"0,0-5-95 0,8 1-60 15,-8 4-26-15,0-3-12 0,0 3-12 0,0 0 0 0,0-5-2 16,0 5 6-16,0 0 0 0,0 0-3 0,0 0-1 0,0 0-2 15,-8 0-2-15,8 0 1 0,0 0-2 0,0 0 5 16,0 0 2-16,0 0 6 0,0 0 8 0,0 0 4 0,0 0 8 16,0 0 2-16,0 0-1 0,0 0-5 0,0 0-4 15,0 0-6-15,0 0-11 0,0 5-9 0,0-5-6 0,0 0-4 16,0 0-12-16,0 0-8 0,0 0-7 0,0 3-5 0,-6-3-7 16,6 0-6-16,0 4 3 0,0-4-2 0,-6 5 10 15,6 2 6-15,0-2 17 0,0 2 19 0,-7 2 13 0,7 3 13 16,0 0-4-16,-7 0 1 0,7 0-6 0,0 4-3 15,0-3-6-15,0 4-10 0,0-1-8 0,-6-4-8 0,6 4-12 16,0-3-17-16,0 2-4 0,-7 2-5 0,7-5-1 16,0 1 2-16,0-1-5 0,0-4-1 0,0 3-5 0,-6-2-2 15,6 3 1-15,0-3-7 0,0-6 4 0,0 2 0 16,0-1 2-16,0 0-3 0,0 0 4 0,0-4 1 0,0 0-2 16,0 0 1-16,0 0 1 0,0 0 1 0,0 0-3 0,0-4 1 15,0 4-6-15,6-4-12 0,-6 0-27 0,0-4-38 16,0-1-55-16,0-3-86 0,0 0-91 0,0-1-76 0,0 1-45 15,7 0-23-15,-7 0-2 0,0 4 15 0,6-5-19 16,-12 6-93-16,6-1-76 0</inkml:trace>
  <inkml:trace contextRef="#ctx0" brushRef="#br0" timeOffset="45093.98">11957 4848 294 0,'0'-9'431'0,"0"-3"-148"0,0 5-87 16,0-6-42-16,0 4-18 0,0 2 1 0,0-2 3 15,0 1 8-15,0 0 12 0,0 0 8 0,0 0 0 0,6 0-3 16,-6 4-8-16,0-4-14 0,7-1-18 0,0 2-17 0,-1-2-13 16,0 1-18-16,2 0-15 0,-2-1-11 0,6 2-10 15,-5 3-8-15,0-5-9 0,6 6-2 0,-7-6-5 0,8 6-3 16,-2-2-7-16,-6 1 0 0,8 0-2 0,-1 4-3 16,0-4 2-16,-6 4-5 0,5 4 1 0,-5-4-3 0,6 4 0 15,-7 0-1-15,7 1-2 0,-6-5 2 0,0 7 1 16,-1-2 2-16,0 2-4 0,2-2 1 0,-2 2 2 0,-6 2 4 15,0-2 3-15,0 2 2 0,0-1 4 0,0 1 3 0,0-2 6 16,-6 6 2-16,-2-5 13 0,-4 4 14 0,5-4 7 16,-6 4 4-16,0 1-5 0,0-6-2 0,0 2-16 0,0 4-11 15,-7-6-12-15,0 2-2 0,8-1-3 0,-2-1 0 16,2-3-2-16,-1 1-3 0,-1 3-3 0,2-4-8 0,6-4-20 16,-8 5-37-16,8-2-48 0,-8-3-59 0,8 4-61 15,-7 0-49-15,0 1-34 0,6-2-20 0,-5 1-24 0,5 4-69 16,0-3-173-16,1-1-67 0</inkml:trace>
  <inkml:trace contextRef="#ctx0" brushRef="#br0" timeOffset="69446.25">17031 7371 23 0,'0'0'413'0,"0"0"-107"0,0 4-117 16,0-4-84-16,0 0-49 0,6 5-23 0,-6-5-17 0,0 3-11 16,0 1-13-16,0 5-5 0,0-5-6 0,0 4 0 15,0 0 0-15,-6 1 5 0,6-2 9 0,0-2 0 0,0 2 3 16,-7 2-5-16,7-5-13 0,0-1-22 0,0 6-37 16,0-5-52-16,0-4-73 0,0 0-95 0</inkml:trace>
  <inkml:trace contextRef="#ctx0" brushRef="#br0" timeOffset="74801.17">6590 1213 116 0,'-6'0'315'16,"6"0"-79"-16,0-5-74 0,-6 5-57 0,6 0-31 15,0-4-15-15,0 4-6 0,0 0-4 0,0 0-3 0,0-3-1 16,0 3 1-16,0 0 4 0,0 0 2 0,0-5 7 0,0 5 8 15,0 0 9-15,0 0 8 0,0-4 7 0,0 4 9 16,0 0 7-16,0 0 5 0,0 0 7 0,0 0 6 0,-7 0 7 16,7 0 3-16,0 0-3 0,0 0-3 0,0 0-9 15,-7 0-15-15,7 0-13 0,-6-3 0 0,6 3 10 0,-6 0 5 16,6-5 1-16,0 5 0 0,0 0-5 0,-7 0-21 0,7 0-19 16,0-4-22-16,0 4-15 0,-7 0-11 0,7 0 0 15,0 0 3-15,0 0-2 0,0 0 9 0,0 0 5 0,-6 0 9 16,12 0 6-16,-6 0 1 0,0 0 4 0,0 0 2 15,0 0 7-15,0 0 1 0,0 4 0 0,-6-4-3 0,6 0-8 16,0 0-9-16,0 5-12 0,0-5-10 0,0 0-7 16,0 0-6-16,0 3-1 0,0-3-2 0,0 0 3 0,0 0 0 15,0 0-2-15,0 4 0 0,6 4-2 0,-6-4 1 0,0 5-2 16,7-1-1-16,-7-4 0 0,0 3 1 0,7 3 1 16,-7-3-1-16,0 1 1 0,0 0 0 0,6 0-1 0,-6-3-2 15,0 3 3-15,6 0 5 0,-6 1-3 0,0-6-4 16,0 6 2-16,0-6 3 0,0 1-3 0,7 1-4 0,-7-1-24 15,0-4 38-15,0 4-4 0,0-4-4 0,0 3-2 0,0-3-2 16,0 6 25-16,0-6-46 0,7 0 10 0,-7 0 7 16,0 0 4-16,0 0 3 0,0 0 0 0,0-6 13 15,0 6-2-15,0 0-1 0,0-3-3 0,0 3 0 0,6 0 1 16,-6 0-2-16,0-4-1 0,0 4-6 0,0 0 2 0,0 0 0 16,0 0 1-16,0 0 0 0,0 0 0 0,0 0 2 15,0-4-2-15,0 4-1 0,0 0-2 0,0 0-1 0,0-5 2 16,6 5 2-16,-6 0-5 0,7-4 1 0,-1-3 2 0,1 2 1 15,6-3-3-15,0 0-1 0,6 0 3 0,1-1-2 16,-1-7 0-16,7 1-2 0,1-6-1 0,5 0-3 0,1 1 2 16,-7-4 2-16,6 4-4 0,1-6-47 0,-7 6-52 15,0 0-104-15,1 0-127 0,-15 4-113 0,2-1-121 0,-2 1-159 16,-5 4-152-16,-1 0-14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33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21 1092,'0'0'2953,"0"0"-2883,0 0 0,0-1 1,0 1-1,0 0 0,0 0 0,0 0 1,0-1-1,0 1 0,0 0 0,0 0 0,0-1 1,0 1-1,0 0 0,0 0 0,0-1 0,0 1 1,0 0-1,0 0 0,0 0 0,0-1 1,0 1-1,1 0 0,-1 0 0,0 0 0,0-1 1,0 1-1,0 0 0,0 0 0,1 0 0,-1 0 1,0-1-1,1 1-75,-1 0 38,1 0-1,-1 0 1,0 1 0,0-1-1,1 0 1,-1 0 0,0 0-1,0 0 1,1 0 0,-1 0-1,0 0 1,0 0 0,1-1-1,-1 1 1,0 0 0,1 0-1,-1 0 1,0 0 0,0 0-1,0 0 1,1 0 0,-1-1-1,0 1 1,0 0 0,1 0-1,-1 0 1,0 0-1,0-1 1,0 1 0,0 0-1,0 0 1,1-1 0,-1 1-1,0 0 1,0 0 0,0-1-1,0 1 1,0 0 0,0 0-1,0-1 1,0 1 0,0 0-1,13-2 1245,-13 2-1252,1 1 0,-1-1 0,0 0-1,1 0 1,-1 0 0,0 0 0,1 0-1,-1 0 1,0 0 0,0 0 0,1 0 0,-1 0-1,0-1 1,1 1 0,-1 0 0,0 0 0,1 0-1,-1 0 1,0 0 0,0 0 0,1-1-1,-1 1 1,0 0 0,0 0 0,0 0 0,1-1-1,-1 1 1,0 0 0,0 0 0,0-1 0,1 1-1,-1 0 1,0 0 0,0-1 0,0 1 0,0 0-1,0-1 1,0 1 0,8-1 1627,-8 1-1616,0 0 0,0 0 1,0 0-1,0 0 0,0 0 0,-1 0 0,1 0 0,0 0 0,0 0 0,0 1 0,0-1 0,0 0 1,0 0-1,0 0 0,0 0 0,0 0 0,0 0 0,0 0 0,0 0 0,-1 1 0,1-1 0,0 0 1,0 0-1,0 0 0,0 0 0,0 0 0,0 0 0,0 0 0,0 1 0,0-1 0,0 0 0,0 0 1,0 0-1,0 0 0,0 0 0,0 0 0,1 1 0,-1-1 0,0 0 0,0 0 0,0 0 1,0 0-1,0 0 0,0 0 0,0 0 0,0 0 0,0 1 0,0-1 0,0 0 0,1 0 0,-1 0 1,0 0-1,0 0 0,0 0 0,0 0 0,0 0 0,0 0 0,0 0 0,1 0 0,-1 0 0,0 0 1,0 0-1,0 0 0,0 0 0,0 0 0,-4 2 251,0 1 190,3 9 910,1-7-1106,-1-1 0,0 1 0,0-1 0,-3 7 0,-1 6 299,3-12-408,0 0 1,0-1-1,-1 1 0,1-1 0,-4 5 0,-9 15 417,4 2-233,-56 113 784,58-123-1054,-48 99 468,16-40-264,30-47-186,5-13-21,-11 22 0,-10 11 57,3 0 1,-24 69-1,5-16-3,11-29-38,31-64-89,1-7-9,0-1 0,0 1 0,0 0 0,0-1 0,0 1 0,0 0 0,0-1 0,-1 1 0,1 0 0,0 0-1,0-1 1,-1 1 0,1-1 0,0 1 0,-1 0 0,1-1-1,-1 0 0,1 0 0,0 0 0,-1 0 0,1 0 0,0 0 0,-1 0 0,1 0 0,0 0 0,-1 0 0,1 1 0,0-1 0,-1 0 0,1 0 0,0 0 0,0 0 0,-1 0 0,1 1 0,0-1 0,-1 0 0,1 0 0,0 1 0,0-1 0,0 0 0,-1 0 0,1 1 0,0-1 0,0 0 0,0 1 0,-1-1 0,1 0 0,0 0 0,0 1 0,0-1-1,0 1 1,0-1-3,0 0-1,1 1 0,-1-1 1,0 0-1,1 0 0,-1 0 0,0 0 1,0 0-1,1 0 0,-1 0 1,0 0-1,1 0 0,-1 0 0,0 0 1,1 0-1,-1 0 0,0 0 1,1 0-1,-1 0 0,0 0 0,0 0 1,1 0-1,-1 0 0,0 0 1,1-1-1,0 1-24,3-14-904,7-11-878,11-19-2412,25-49-5375,-43 85 8599,9-26-2968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3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1 275 3028,'0'-3'5986,"2"13"-3996,0-8-1881,1 2 328,0 0-1,0 0 0,0 1 0,0-1 0,2 7 1,14 17 1297,-15-18-979,1 1 1,9 15 0,-8-16-415,-2 1 1,0 0-1,0 0 1,-1 0-1,4 20 1,-4-13-140,1 31 223,0-30-289,-2 1-1,1 29 1,-2-28-61,1 1 0,4 24 1,-3-26-25,-2-1 0,-2 40 0,0-18-18,1-23-29,-1-11-1,1-1 0,0 1 0,0 0 0,1 0 0,1 8 0,0-8-1,0-3 5,-1 0 0,0 0 0,0 1 0,0-1 0,0 0 0,-1 5 0,0-8-5,0-1 0,0 1 0,0 0 0,0-1-1,0 1 1,0-1 0,1 1 0,-1-1 0,0 1 0,0-1 0,0 1 0,1-1 0,-1 1 0,0-1 0,0 1-1,1-1 1,-1 1 0,0-1 0,1 0 0,-1 1 0,1-1 0,-1 1 0,1-1 0,0 1-1,-1-1 0,0 0 0,1 0 0,-1 1 1,0-1-1,1 0 0,-1 0 0,0 1 0,0-1 0,1 0 1,-1 1-1,0-1 0,0 0 0,0 1 0,1-1 1,-1 1-1,0-1 0,0 0 0,0 1 0,0-1 0,0 1 1,0-1-1,0 1 0,1-1 3,1 1 0,-1-1 1,0 0-1,0 0 0,1 0 0,-1 0 0,0 0 1,1 0-1,-1 0 0,0 0 0,0 0 1,2-1-1,-1 1 4,13-14 8,-8 9-13,0-1 0,0 0 1,-1 0-1,0-1 0,7-9 0,25-40 14,-3-5 17,-27 47 16,11-27-1,-12 26-25,14-25 1,-9 18-48,-1-1 0,-1 0 0,-1-1 1,9-40-1,-1 7-76,0-5 77,11-81 0,-20 95 37,-7 39-13,0 1 1,-1-1-1,-1-12 0,0 14-4,1 0-1,0 0 1,0 0 0,1 0-1,2-8 1,-1 3 2,1 1 1,-1-1 0,-1 1-1,0-20 1,-1-29-519,0 59 132,-2 2-1087,1 0 1335,1-1 0,-1 1 0,1-1 1,0 0-1,-1 1 0,1-1 0,-1 1 1,1-1-1,0 1 0,-1-1 0,1 1 1,0-1-1,0 1 0,-1 0 0,1-1 1,0 1-1,0-1 0,0 1 0,0 0 1,0-1-1,0 1 0,0-1 0,0 1 1,0 0-1,0-1 0,0 1 0,0-1 0,0 1 1,0 0-1,1-1 0,-1 1 0,0-1 1,0 1-1,1-1 0,-1 1 0,0-1 1,1 1-1,-1-1 0,0 1 0,1-1 1,-1 1-1,1-1 0,-1 0 0,1 1 1,-1-1-1,1 0 0,-1 1 0,1-1 1,1 1-1,1-1-736,5 2-3973,1 4 1542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34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84 688,'-1'2'358,"1"1"-1,-1-1 1,1 0 0,-1 1-1,0-1 1,1 0-1,-1 0 1,0 0 0,-1 0-1,1 0 1,-2 2-1,2-2-260,0 0 0,0 0 0,-1-1 0,1 1 0,1 0 0,-1 0 0,0 0 0,0 0 0,1 1 0,-1 3 0,1-5-53,0 1 1,-1-1-1,1 1 0,0-1 1,0 0-1,-1 1 1,1-1-1,-1 0 0,1 1 1,-1-1-1,-1 2 1,1-2-27,1 1 1,-1-1-1,0 0 1,1 0-1,-1 0 1,1 1-1,0-1 1,-1 0-1,1 1 1,0-1-1,0 2 1,0 1 3,0-1 0,0 0-1,-1 1 1,1-1 0,-1 0 0,0 0 0,0 1 0,0-1 0,0 0 0,-2 4 0,2-5-15,1-1-1,-1 0 1,1 0 0,-1 0 0,1 1-1,0-1 1,0 0 0,0 0 0,0 1-1,0-1 1,0 2 0,-1 8 22,-4-3-8,3-5 6,7 1-5,-3-3-19,5 5 21,-7-5-22,1-1 0,0 1 1,-1-1-1,1 1 0,0-1 0,-1 1 1,1-1-1,0 1 0,0-1 0,-1 0 1,1 1-1,0-1 0,0 0 0,0 0 1,-1 1-1,1-1 0,0 0 0,0 0 1,0 0-1,0 0 0,0 0 0,0-1 1,1 2 1,-1-1-1,1 0 1,-1 0 0,1 0 0,-1 0 0,0 0 0,1 0 0,-1-1-1,1 1 1,-1 0 0,0-1 0,1 1 0,-1-1 0,0 1 0,0-1 0,1 0-1,-1 0 1,0 0 0,0 1 0,0-1 0,0 0 0,0 0 0,0 0-1,1-2 1,18-13 91,-16 14-61,-1-1 1,1 0-1,-1 1 1,6-7 0,0-7 148,-8 14-123,0 0-1,0 0 0,0 0 1,0 0-1,1 0 1,-1 0-1,4-3 0,-4 3 7,0 0 0,1 0 0,-1 0 0,0 0 0,0 0 0,0 0 0,0 0 0,0 0 0,-1-1 0,1 1 0,-1 0 0,1-1 0,-1 1 0,0-3 0,-1-40 925,1 24-493,0 17-386,0 2-52,0 0-1,0 0 1,0-1-1,0 1 1,0 0 0,0 0-1,-1 0 1,1 0 0,-1-1-1,1 1 1,-1 0 0,0 0-1,0 0 1,0 0-1,0 0 1,-2-2 0,0-10 470,1 13-466,1 0 1,-1 0-1,0 0 1,1 0 0,-1 0-1,0 1 1,0-1-1,-3 0 1,-6-3 114,11 4-169,-1-1 0,0 1 1,1 0-1,-1 1 0,1-1 1,-1 0-1,0 0 0,1 0 0,-1 0 1,0 0-1,1 1 0,-1-1 1,1 0-1,-1 1 0,1-1 1,-1 0-1,1 1 0,-1 0 0,0-1 17,-4 2 10,3-2-30,1 0 0,0 1 0,0-1 1,0 0-1,0 1 0,0-1 0,0 1 0,0 0 0,0-1 0,0 1 1,0 0-1,0-1 0,0 1 0,0 0 0,1 0 0,-1 0 0,0 0 0,0 1 1,-32 25 136,25-20-91,5-5-23,0 0-1,0 0 0,1 0 0,-1 1 1,1-1-1,-1 1 0,-1 3 1,-16 18 208,16-20-180,0 0 0,0 0 0,0 1 0,-4 8 0,-4 6 67,8-14-99,1 0 0,0 0 0,0 0 1,-3 11-1,3-5 3,-1 0 0,0-1 0,-9 20 0,11-27-26,1 0 1,0 1-1,-1-1 1,1 1-1,1-1 1,-1 1-1,0-1 1,1 1-1,0 4 1,-4 21-95,0-18 53,3-9 31,0 1 0,1-1 0,-1 1 0,0-1 0,1 1 0,-1 0 0,1 4 0,0 0 32,1 1 0,0-1 0,1 0 0,0 1 0,0-1 0,0 0 0,1 0 0,0 0 0,5 8 0,-7-14-23,0 1-1,0-1 1,1 1 0,-1-1 0,1 1 0,-1-1 0,1 0 0,0 0 0,-1 0 0,1 0-1,0 0 1,0 0 0,-1-1 0,1 1 0,0 0 0,0-1 0,0 0 0,2 1 0,36 2 16,-38-3-18,22-2 6,1 0 1,0-1-1,-1-1 1,43-14-1,-39 7-12,50-27 0,-43 19 18,-29 16 7,1-1 1,-1-1-1,8-6 1,9-7 20,-15 12-24,-1 0-1,0-1 0,-1 1 0,0-2 0,0 1 1,0-1-1,7-14 0,-6 11 37,14-29 625,-11 18 3,-9 19-438,0 0 1,0 0 0,-1-1 0,1 1 0,-1 0 0,0 0 0,0-1 0,0 1-1,-1-5 1,0-3 432,1 10-289,-5 0-345,4 1-14,1 1-28,1-1 1,-1 0 0,0 0-1,1 0 1,-1 0-1,0 0 1,1 1-1,-1-1 1,0 0-1,0 0 1,1 1-1,-1-1 1,0 0-1,0 0 1,1 1-1,-1-1 1,0 0-1,0 1 1,1-1-1,-1 0 1,0 1-1,0 0 1,0 0-9,-2 6-20,-5 1 31,3-4 0,1 0 0,0 1 0,0-1 0,0 0 0,-3 8 0,-27 63-12,29-47 11,1-21-4,2-6 1,0 1 0,1-1 0,-1 1 0,0 0 0,1-1 0,-1 1 0,1 0 0,0-1-1,-1 1 1,1 0 0,0 2 0,0-2-11,0 0 27,0-1 0,-1 1-1,1 0 1,0 0 0,0 0-1,1-1 1,-1 1 0,0 0-1,0 0 1,2 3 0,2-4-4,-4-1-9,0 0-1,1 0 1,-1 0-1,0 0 0,0 0 1,1 0-1,-1 0 1,0 1-1,0-1 0,0 0 1,1 0-1,-1 0 1,0 0-1,0 0 1,0 0-1,0 0 0,1 1 1,-1-1-1,0 0 1,0 0-1,0 0 1,0 0-1,0 1 0,1-1 1,-1 0-1,0 0 1,0 0-1,0 1 1,0-1-1,0 0 0,0 0 1,0 1-1,0-1 1,0 0-1,0 1 1,2-1-22,0 0 1,0 1 0,0-1-1,0 0 1,0 0 0,0 0-1,-1 0 1,1-1-1,2 1 1,-3 0 22,10-4-41,0-1 0,0 1-1,17-11 1,-22 11 30,0 0 0,-1 0 0,0 0 0,0-1 0,0 0 0,0 0 0,7-10 0,-10 12 9,0 0-1,1 1 0,-1-1 0,1 0 0,0 1 0,-1-1 0,5-1 0,13-15 19,11-29 25,-30 47-44,-1 0 0,1 0 0,-1 0-1,0-1 1,1 1 0,-1 0 0,0 0 0,0 0 0,0-1 0,0 1 0,0-2 0,-1 1-21,1 13-25,0-9 44,0 1 0,-1-1 0,1 0 0,-1 0-1,1 0 1,-1 1 0,0-1 0,0 0-1,0 0 1,0 0 0,0 0 0,-2 3-1,-6 11 0,6-7-1,0 0 1,1 0 0,0 0-1,1 0 1,-1 15 0,2-22 2,0 1 0,-1-1 0,1 0 1,-1 1-1,1-1 0,-1 0 0,-2 5 0,3-6 2,-1 0 0,0 1 0,1-1 0,-1 0-1,1 1 1,0-1 0,-1 0 0,1 1 0,0-1-1,0 1 1,0-1 0,0 1 0,0-1-1,0 0 1,0 1 0,1 1 0,1 3 1,0-1 5,-1-1 0,0 0 1,0 0-1,0 0 0,-1 1 1,1 4-1,0-7-3,-1 1-1,1-1 1,0 0-1,0 1 1,0-1-1,1 0 1,-1 0-1,0 0 1,1 0-1,0 0 1,-1 0-1,1-1 1,0 1-1,0 0 1,0-1-1,2 2 1,3 3-3,-6-5 1,1 0 0,0 0 0,-1 0 0,1 0 0,0 0 1,-1 0-1,1-1 0,0 1 0,0 0 0,0-1 0,-1 0 0,1 1 1,2-1-1,29-1 4,-13 0 0,-13 1-2,0-1 0,1 0 0,-1 0 0,0-1 0,11-4 0,38-18 13,-25 11-5,-10 5-8,-11 4 2,0 0 1,-1 0-1,0-1 1,0 0-1,11-7 0,2-5-38,-11 9-2,0 0 0,-1 0-1,0-1 1,0 0-1,14-19 1,-13 12-19,-8 13 51,-1-1-1,0 1 1,1 0 0,-1-1 0,-1 1 0,1-1-1,0 0 1,-1 1 0,0-1 0,0 0-1,0 0 1,-1 0 0,1 0 0,-1-7-1,0 7 2,1-1 2,-1 0 0,0 0 0,0-1 0,-1 1 0,0 0 0,0 0 0,0 0 0,0 0 0,-1 0 0,-3-6 0,-25-29 150,16 23-72,12 15-61,-1-1 1,-1 0-1,1 0 1,0 1-1,-1 0 0,1 0 1,-1 0-1,0 0 1,0 0-1,-7-1 0,-20-12 19,26 13-34,1 0 0,-1 0 0,1 0 0,-1 1 0,0-1 0,-9-1 0,-10-2-10,20 4-81,1 0 0,-1 1-1,1 0 1,0-1 0,-1 1 0,1 1-1,-1-1 1,1 0 0,-1 1 0,1 0-1,0-1 1,-1 2 0,1-1-1,0 0 1,0 0 0,0 1 0,-4 2-1,4 1-2023,2-3 1448,-4 0-1044,12-3-3536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36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292 323 504,'0'-2'535,"0"-1"-1,1 1 0,-1-1 1,0 1-1,1-1 1,0 1-1,0 0 1,1-3-1,-1 3-252,-1 0 0,1-1 0,0 1 0,0-1 0,-1 1 0,0 0 0,1-1 0,-1-2 0,0 4-221,0 1 1,0-1-1,0 1 0,0-1 0,1 1 1,-1-1-1,0 0 0,0 1 0,0-1 1,1 1-1,-1-1 0,0 1 0,1-1 1,-1 1-1,0-1 0,1 1 1,-1 0-1,1-1 0,-1 1 0,1-1 1,-1 1-1,1 0 0,-1 0 0,1-1 1,0 0 48,-1 1-75,0 0-1,1 0 1,-1 0 0,0 0-1,0 0 1,0 0-1,0 0 1,1 0 0,-1 0-1,0 0 1,0-1 0,0 1-1,0 0 1,0 0-1,0 0 1,0 0 0,0 0-1,1-1 1,-1 1-1,0 0 1,0 0 0,0 0-1,0 0 1,0 0-1,0-1 1,0 1 0,0 0-1,0 0 1,0 0-1,0 0 1,0-1 0,0 1-1,0 0 1,0 0 0,0 0-1,0 0 1,0-1-1,0 1 1,0 0 0,0 0-1,-1 0 1,1 0-1,0 0 1,0-1 0,0 1-1,0 0 1,0 0-1,0 0 1,0 0 0,-1 0-1,1 0 1,0-1-1,0 1 1,0 0 0,0 0-1,0 0 1,-1 0 0,1 0-1,0 0 1,0 0-1,0 0 1,-1 0 0,1 0-16,0 0 1,0-1 0,-1 1 0,1 0 0,0 0 0,0 0 0,0 0 0,-1 0 0,1 0-1,0 0 1,0 0 0,-1 0 0,1 0 0,0 0 0,-1 0 0,1 0 0,0 0-1,0 0 1,-1 0 0,1 0 0,0 0 0,0 0 0,-1 0 0,1 0 0,0 0-1,0 0 1,-1 0 0,1 0 0,0 1 0,0-1 0,0 0 0,-1 0 0,1 1-1,0 1 105,0 1 0,-1 0-1,1-1 1,-1 1-1,0 0 1,0-1-1,-2 5 1,-3 9 514,1-3 279,-12 22 0,-3 5 372,10-17-587,-22 36 0,6-5-244,15-38-355,-3 4-13,1 1 0,-13 25 0,20-33-78,-1 0 0,-10 12 0,-8 14-31,-20 38 26,40-72-2,-5 7 16,9-9-12,6-5-5,6-25 12,-7 14-11,-1 1-2,1 0 0,10-20 0,27-41-5,26-53-43,10-9-12,-64 111 53,19-26-1,0 1 2,-18 27 0,0 1-1,25-25 1,-9 10 1,-19 21 6,19-20-5,-27 32-2,0 0 0,0 0 0,0 1 0,1-1 0,-1 1 0,1 0 0,0 0 0,7-3 0,-9 6 1,0-1 0,0 1 1,0 0-1,0-1 1,-1 1-1,1 0 0,0 0 1,0 0-1,0 0 0,-1 0 1,1 1-1,-1-1 0,1 0 1,-1 1-1,1 0 0,1 2 1,10 29 23,-11-29-21,-1 0 0,1 0 1,-1 0-1,0 0 0,0 1 0,0-1 1,-1 0-1,1 0 0,-1 6 0,3 19 6,-2-24-5,1 5-5,0-1 1,-1 1 0,0 1-1,0-1 1,-1 0 0,-1 14-1,-2-6 3,1-7 0,0 1 1,0 16-1,2-20 1,-1 1 1,0 0-1,0-1 0,0 1 0,-6 15 0,3-13 1,2-1 0,-3 14-1,4-15 1,-1 0 0,0 0-1,-4 10 1,-3 14-1,8-26-3,-1-1 0,1 0 1,-1 0-1,-5 11 0,-6 17 1,6-13-2,6-19 2,0 1 1,1-1-1,0 0 1,-1 1-1,1-1 1,0 0-1,1 3 1,-1 0 0,0-4 0,0-1 0,0 0 0,0 0 0,0 1 0,0-1 0,0 0 0,0 0 0,0 1 0,0-1 0,0 0 0,0 1 0,0-1 0,0 0 0,0 0 0,0 1 0,0-1 0,-1 0 0,1 0 0,0 1 0,0-1 0,0 0 0,0 0 0,0 0 0,-1 1 0,1-1 0,0 0 0,0 0 0,0 0 0,-1 0 0,1 1 0,0-1 0,0 0 0,-1 0 0,1 0 0,0 0 0,0 0 0,-1 0 0,1 0 0,0 0 0,-1 0 0,-2 2 0,3-2 0,-1 0 0,1 0 0,0 0 0,0 0 0,0 0 0,0 0 0,0 0 0,0 0 0,0 0 0,0 0 0,0 0 0,0 1 0,0-1 0,0 0 0,-1 0 0,1 0 0,0 0 0,0 0 0,0 0 0,0 0 0,0 1 0,0-1 0,0 0 0,0 0 0,0 0 0,0 0 0,0 0 0,0 0 0,0 0 0,0 1 0,0-1 0,0 0 0,0 0 0,1 0 0,-1 0 0,0 0 0,0 0 0,0 0 0,0 0 0,0 1 0,0-1 0,0 0 0,0 0 0,0 0 0,0 0 0,0 0 0,1 0 0,-1 0 1,1 0-1,-1 0 0,1 0 0,0 0 0,-1 0 0,1 0 0,-1 0 0,1 0 1,0 0-1,-1 0 0,1 0 0,-1-1 0,1 1 0,-1 0 0,1 0 0,-1-1 1,1 1-1,-1 0 0,1-1 0,-1 1 0,1-1 0,-1 1 0,0-1 1,1 1-1,-1 0 0,1-1 0,-1 1 0,0-2 0,14-18 3,-11 16-1,63-107 28,-5 1-40,-39 68-4,36-52-1,-42 70 19,20-43 1,-28 50-8,0 1 0,2-1 1,0 1-1,0 1 1,25-27-1,-31 39-4,-1 0 0,1 0-1,-1-1 1,0 1 0,0-1 0,0 0-1,-1 0 1,4-8 0,-5 10 4,-1 1 0,1-1 0,0 0 1,-1 1-1,1-1 0,0 1 0,0-1 0,0 1 1,0-1-1,0 1 0,0 0 0,0 0 0,0-1 1,0 1-1,1 0 0,-1 0 0,1 0 0,-1 0 1,2 0-1,-1-1 24,0 4-8,0 0-11,-1 0-1,0 0 1,1 1 0,-1-1 0,0 1 0,0-1 0,-1 1 0,1-1-1,0 1 1,-1 0 0,0-1 0,0 1 0,1 0 0,-2 5 0,1 2 7,0 1 0,-4 18 1,-38 130 369,32-120-194,5-23-72,1 0-1,-11 23 1,6-22-43,5-11-45,1 1 1,0-1-1,0 1 0,0 0 1,-2 12-1,-17 98 106,21-107-119,0 1 0,1 19 0,0-14-3,1-12-9,0 0-1,0-1 1,0 1 0,0-1-1,1 1 1,-1-1 0,1 0-1,0 1 1,0-1 0,0 0-1,1 0 1,-1 0 0,1-1-1,-1 1 1,5 3 0,-4-4 0,0-1 0,0 1 0,0-1 0,0 1 0,0-1 0,0 0 0,0-1 0,0 1 0,0 0 0,0-1 0,0 0 0,4 1 0,5 0 6,-5-1-4,0 0 0,0 0 0,-1-1 0,1 0-1,0 0 1,-1-1 0,9-2 0,-2 0-4,25-6 19,-1-2 0,-1-2 0,0-1 0,-1-2 0,49-31 1,-70 39-5,-7 5-14,0 0 0,0 0 0,-1-1 1,1 0-1,-1 0 0,6-8 0,4-3 33,-14 14-26,0 1 0,1-1 1,-1 0-1,0 0 0,0 0 0,-1-1 0,1 1 0,0 0 0,-1-1 0,1 1 0,-1-1 0,0 0 0,0 1 0,0-1 0,0 0 0,0 1 0,0-4 0,-1 3-6,0 1-1,1 0 0,-1 0 1,1 0-1,0 0 1,-1 0-1,3-3 0,-2 3-4,-1 1 0,1-1 1,0 1-1,0-1 0,-1 1 0,1-1 0,-1 1 0,0-1 0,1 0 0,-1 1 0,0-1 0,0 0 0,0 1 1,0-1-1,0 0 0,0 1 0,-1-1 0,1 0 0,-1 1 0,0-3 0,-2-1-7,2 5 9,1-1 1,-1 0-1,0 0 1,1 0-1,-1 1 1,1-1-1,0 0 1,-1 0-1,1 0 0,0 0 1,-1 0-1,1 0 1,0 0-1,0-2 1,-1 2 0,1-1 0,0 1 0,-1 0 1,1 0-1,-1-1 0,1 1 0,-1 0 0,0 0 1,1 0-1,-1-1 0,0 1 0,0 0 1,0 0-1,0 0 0,0 0 0,-2-1 1,-21-14-4,20 13-8,3 3 11,0 0 1,1 0 0,-1 0-1,0 0 1,1 0 0,-1 0-1,1 0 1,-1 1 0,0-1-1,1 0 1,-1 0 0,1 0 0,-1 1-1,0-1 1,1 0 0,-1 1-1,1-1 1,-1 1 0,0 0-2,-15 3-17,12-3-3,0 0-1,-1 0 1,1 0-1,0 0 1,0 1 0,0 0-1,1 0 1,-1 0-1,0 0 1,1 0-1,-6 5 1,-10 9-147,15-14 154,0 1 1,1 0 0,-1-1 0,-4 7 0,2 0 8,1 0-1,0 0 1,1 1 0,0-1 0,-3 14-1,6-18 6,1-1 0,-1 0 0,1 0 0,0 0 0,0 0 0,0 1-1,1-1 1,0 0 0,-1 0 0,2 0 0,-1 0 0,3 7-1,0 18 23,14 4 1,-16-29-12,1 1 0,-1-1 0,1 0 0,0 0 0,0 0 0,1 0 0,-1-1 0,1 1 0,-1-1 0,1 0 0,0 0 1,1 0-1,-1-1 0,9 5 0,-1-2-34,-1-1 0,1 0 1,0 0-1,0-1 0,16 1 0,-9-3-330,0-1-1,1-1 0,37-6 0,-9 0-353,-12 2 217,-1-3 0,63-21 1,-59 16 325,47-21-6,-81 32 168,0 0 0,0-1 0,-1 1 0,1-1 0,-1 0 0,5-4 0,13-10-4,-13 12 9,-7 4 1,-1 0-1,1 0 0,0 0 0,0 0 0,-1-1 0,1 1 0,0 0 0,-1-1 0,1 0 0,-1 1 0,0-1 0,0 0 0,0 0 0,2-3 0,0 0 11,12-23 19,-14 27-21,-1 0-1,1 0 1,-1 0-1,1 0 1,-1 0-1,0-1 0,0 1 1,1 0-1,-1 0 1,0 0-1,0-1 1,0 1-1,0 0 0,0 0 1,-1-1-1,1 1 1,0 0-1,-1 0 1,1 0-1,0 0 0,-2-2 1,-1 0 55,3 2-52,-1 1 0,1 0-1,-1-1 1,1 1 0,-1 0 0,1-1-1,0 1 1,-1-1 0,1 1-1,0-1 1,0 1 0,-1-1-1,1 1 1,0-1 0,0 1-1,0-1 1,-1 1 0,1-1-1,0 1 1,0-1 0,0 0 0,0 0 9,-1 0 1,1 0 0,-1 0-1,1 0 1,-1-1 0,1 1-1,-1 0 1,0 1 0,0-1-1,0 0 1,1 0 0,-1 0-1,0 0 1,0 1 0,0-1 0,0 0-1,0 1 1,0-1 0,0 1-1,0-1 1,-1 1 0,-1-1-1,-11-7 199,13 7-215,1 0 1,-1 0 0,0 1 0,0-1 0,0 1 0,0-1 0,0 1 0,0-1-1,0 1 1,0-1 0,0 1 0,-1 0 0,1 0 0,0 0 0,-2-1-1,-21 1 120,13 1-60,8-1-42,0 1-1,1 0 1,-1 0-1,0 0 1,1 0 0,-1 1-1,0-1 1,1 1-1,-1-1 1,1 1 0,-3 2-1,-31 28 163,29-25-130,1 0 31,0 0 1,0 1 0,0-1 0,1 1-1,1 1 1,-1-1 0,1 1 0,1-1-1,-5 15 1,2-8 27,5-13-101,0 1-1,0 0 1,0 0-1,0-1 0,1 1 1,-1 0-1,0 5 1,1-6-11,0 1 0,-1-1-1,1 1 1,-1-1 0,0 0 0,1 1 0,-3 2 0,2-4-3,1 0 1,-1 1-1,0-1 0,1 1 1,-1-1-1,1 0 0,0 1 1,-1-1-1,1 1 1,0-1-1,0 1 0,0 0 1,0-1-1,0 1 1,0-1-1,0 1 0,0-1 1,1 1-1,0 2 0,3 2 2,-3-5-1,-1-1-1,1 1 1,-1 0-1,1 0 1,-1 0 0,1-1-1,-1 1 1,0 0-1,1 0 1,-1 0-1,0 0 1,0 0 0,0 0-1,0-1 1,0 1-1,0 2 1,1-3-1,-1 1-1,0-1 1,1 1 0,-1-1 0,1 1-1,-1-1 1,1 1 0,-1-1 0,1 1 0,-1-1-1,1 0 1,0 1 0,-1-1 0,1 0 0,-1 1-1,1-1 1,0 0 0,-1 0 0,1 1 0,0-1-1,-1 0 1,1 0 0,0 0 0,-1 0-1,1 0 1,0 0 0,-1 0 0,2-1 0,26-1 1,-21 0-1,-1-1 1,1 1-1,-1-2 0,0 1 1,0-1-1,0 1 0,9-10 1,12-7-4,-14 11-3,0-1 1,-1 0-1,0-1 1,11-13-1,23-21 28,-44 43-21,0 0 0,0 0 0,-1 0 0,1 0 0,-1 0 0,0 0 0,1 0 0,-1-1 0,1-2 0,8-13 10,-1 13-7,-5 3-10,-6 4-7,2-2 12,-1 0-1,1 1 1,0-1-1,0 0 0,-1 1 1,1-1-1,0 0 1,0 1-1,0-1 1,0 1-1,0-1 1,-1 0-1,1 1 1,0-1-1,0 1 1,0-1-1,0 1 1,0-1-1,0 0 0,0 1 1,1 0-1,-3 10-21,1-8 21,0-1 0,-1 1-1,1-1 1,0 1 0,1-1 0,-1 1 0,0 0 0,1-1 0,-1 1 0,1 4-1,0-5 4,0-1-1,0 1 0,-1-1 0,1 0 0,0 1 0,-1-1 0,1 0 1,-1 1-1,1-1 0,-1 0 0,0 2 0,0-2 1,0 0 0,0 0-1,1 0 1,-1 1 0,1-1-1,-1 0 1,1 1 0,0-1-1,-1 0 1,1 1 0,0 1-1,0 44 22,1-45-23,-1 0 0,1 0 0,0 0 0,0 0 0,0 0 0,0-1 0,0 1 0,1 0 0,-1 0 0,0-1 0,1 1 0,-1-1 0,1 1 0,0-1 0,-1 0 0,1 1 0,0-1 0,0 0 0,0 0 0,0 0 0,2 0 0,18 1 33,-17-1-26,-1 0 0,1 0 1,0-1-1,-1 0 0,1 0 1,0-1-1,5 0 0,33-8 16,1-1-4,68-28 0,-74 23-9,-23 10-9,1-1 0,-2-1-1,1 0 1,0-1 0,14-11 0,58-51 24,-81 64-26,0 0 0,-1-1 0,0 0 0,0 0 0,0 0 0,-1 0 0,1-1-1,-2 0 1,6-14 0,-8 18-3,0 0 3,0 1 0,0-1 1,-1 0-1,1 1 0,-1-1 0,0 0 1,-1-5-1,0-4 0,1 12 1,0 0 1,0 0-1,0 0 1,-1 0-1,1 0 1,0 0 0,-1 0-1,1 0 1,-1 0-1,1 0 1,-1 0-1,1 1 1,-1-1-1,0 0 1,1 0-1,-1 1 1,0-1-1,1 0 1,-1 1-1,0-1 1,0 1 0,0-1-1,0 1 1,0-1-1,0 1 1,1 0-1,-1-1 1,0 1-1,0 0 1,-2 0-1,0-1-1,-1 0 0,1 1 0,-1 0 0,1 0 0,-1 0 0,1 0 0,-5 1 0,3 0-4,-1 1 0,1 0-1,0 0 1,0 0 0,0 0-1,0 1 1,0 0 0,1 0-1,-8 6 1,1 2 0,0 0 0,-11 15 0,21-25 6,0 0 1,0 0-1,0 1 1,0-1-1,0 1 1,1-1 0,-1 1-1,0-1 1,1 1-1,-1 0 1,1-1-1,-1 1 1,1-1-1,0 1 1,0 3-1,-1-3 0,1 0 0,0-1 0,-1 1 0,1 0 0,-1 0 0,1-1 0,-1 1-1,-1 2 1,1-3 0,1 0 0,-1 0 0,1 0 0,-1 0 0,1 0 0,-1 1 0,1-1 0,0 0 0,0 0 0,-1 0-1,1 0 1,0 1 0,0-1 0,0 0 0,0 0 0,0 0 0,1 0 0,-1 2 0,22 57-16,-19-57 16,-1 0 0,0 1 0,1-1 0,0 0 0,0-1 0,0 1 0,0 0 0,0-1 0,1 0 0,5 3 0,-6-3 0,41 33-3,-28-22 13,-14-11 4,-1 0 0,1-1 0,0 1 0,-1-1 0,1 1 1,0-1-1,0 0 0,4 2 0,-2-1 4,0 0 1,0 0-1,0 0 1,-1 0 0,1 0-1,4 6 1,-6-7-16,-1 0 0,1 0 1,0 0-1,-1 0 0,1 0 1,0 0-1,0 0 0,0 0 1,0-1-1,3 2 0,-4-2-4,0 0-1,1 0 1,-1 1-1,0-1 1,1 1-1,-1-1 1,0 1-1,1 0 1,-1 0-1,0-1 1,0 1-1,0 0 1,0 0-1,1 1 1,6 5-138,-7-5 53,-6 2 49,2 0 11,2-1 20,-2-2 7,0 1 0,0-1 0,-1 0 0,1 0 0,-1 0 1,1 0-1,-1-1 0,-6 1 0,-35-1 26,21-1-10,-109 1-1430,132 0 1302,0 0 0,0 0 0,0 0 0,0 0 0,1 0 0,-1 1 0,0-1 0,0 0 0,0 0 0,1 1 1,-1-1-1,0 1 0,0 0 0,-8 2-1692,9-3 1739,0 0 1,0 0-1,0 0 1,0 0-1,0 0 1,-1 0 0,1 0-1,0 0 1,0 1-1,0-1 1,0 0-1,0 0 1,0 0-1,0 0 1,0 0 0,-1 1-1,1-1 1,0 0-1,0 0 1,0 0-1,0 0 1,0 0-1,0 1 1,0-1 0,0 0-1,0 0 1,0 0-1,0 0 1,0 1-1,0-1 1,0 0-1,0 0 1,0 0 0,0 0-1,0 0 1,0 1-1,1-1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37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121 343 1568,'13'-13'1864,"-11"11"-1616,0 0 0,1 0 0,-1 0 0,0 0 1,-1 0-1,1-1 0,2-3 0,-2 0 78,-2 5-285,1 0 0,-1 0 0,0 0 0,1 0 0,-1 0 0,0 1 1,1-1-1,-1 0 0,1 0 0,-1 1 0,1-1 0,0 0 0,-1 1 0,1-1 0,0 1 1,-1-1-1,1 0 0,1 0 0,-1 1 50,1-1-1,-1 0 1,1-1 0,-1 1-1,0 0 1,1 0 0,-1 0-1,0-1 1,0 1 0,0-1-1,0 1 1,0-1 0,0 1-1,1-4 1,0-9 2210,-1-3 4342,-1 17-6614,0 0 1,0 1 0,0-1 0,-1 0 0,1 0-1,0 1 1,0-1 0,0 0 0,0 0 0,0 1 0,-1-1-1,1 0 1,0 0 0,0 1 0,0-1 0,-1 0-1,1 0 1,0 0 0,0 1 0,-1-1 0,1 0-1,0 0 1,-1 0 0,1 0 0,0 0 0,0 0 0,-1 1-1,1-1 1,0 0 0,-1 0 0,1 0 0,0 0-1,0 0 1,-1 0 0,1 0 0,0 0 0,-1 0 0,1-1-1,-4 7 781,-6-1-480,7-5-255,1 2 1,-1-1 0,1 0-1,-1 0 1,1 1 0,-4 2-1,-49 49 578,53-52-632,1 1 0,0-1 0,0 1 0,0-1 0,-1 1 0,1 0 0,1-1 0,-1 1 0,0 0 0,0 0 0,0 3 0,-8 15 149,1-7-45,0-3-15,2 1 1,-1 1 0,-6 15-1,2 1-24,9-24-82,0 0-1,0 1 1,0-1-1,1 1 1,0-1-1,0 1 1,0 0-1,0 8 1,1 49-81,0-61 77,0 1 1,0-1-1,1 1 1,-1-1-1,0 1 1,1-1-1,-1 1 1,1-1-1,-1 1 1,1-1-1,0 0 1,0 0-1,-1 1 0,1-1 1,0 0-1,0 0 1,0 0-1,0 0 1,0 0-1,1 0 1,-1 0-1,0 0 1,0 0-1,1-1 1,-1 1-1,0 0 1,1-1-1,-1 1 0,1-1 1,-1 1-1,1-1 1,2 0-1,15 2 3,-16-1-6,-1-1 0,1 0 0,-1 0 0,1 0 0,-1 0 0,1 0 0,-1 0 0,5-2 0,6 0-17,-3 0-30,1 0 0,-1-1 1,0 0-1,14-7 0,-2-1-100,-1-1 0,0-1 0,-1-1 0,36-31 0,-22 14 60,-14 13-2,34-36 1,-49 46 77,0 0 0,8-15-1,-9 15 13,1 0-1,8-13 0,-7 13 10,0 0-1,7-18 1,-6 14 7,-3 2 33,-4 9-45,0 0 1,0 1-1,0-1 1,1 1-1,-1-1 1,0 0 0,0 1-1,1-1 1,-1 1-1,1-1 1,-1 1-1,0-1 1,1 1-1,-1-1 1,1 1-1,-1 0 1,2-1 0,-1 0 19,-5 4-63,3-3 40,1 0 1,0 0-1,0 0 0,-1 0 1,1 0-1,0 0 0,0 0 1,-1 0-1,1 0 0,0 0 0,0 0 1,-1 0-1,1 1 0,0-1 1,0 0-1,-1 0 0,1 0 1,0 0-1,0 1 0,0-1 1,0 0-1,-1 0 0,1 0 0,0 1 1,0-1-1,0 0 0,0 0 1,0 1-1,0-1 0,0 0 1,-1 1-1,1 1 6,0 1 0,-1-1 1,0 1-1,0-1 0,1 1 0,-1-1 1,-1 1-1,1-1 0,-2 3 0,1 0 5,-12 12 27,12-14-33,0-1-1,1 0 1,-1 0 0,0 1 0,1-1-1,-1 1 1,1 0 0,-2 3 0,-1 7-1,-2 0 1,-8 15-1,1 6 18,6-13-6,5-2 4,1-5-8,-3-4-5,3-7-18,0-1 0,0 0 0,0 1 1,1-1-1,-1 1 0,1-1 1,0 0-1,0 6 0,0 30 25,0-37-9,0 0 0,0 0 0,0 0 0,0 0 0,1 0 0,-1 0 0,0 0 0,1-1 0,-1 1 0,1 0 0,-1 0 0,1 0 0,-1-1 0,1 1 0,-1 0 0,1-1 0,0 1 0,-1 0 0,1-1 0,0 1 0,0-1 0,-1 1 0,1-1 0,0 0 0,0 1 0,0-1 0,0 0 0,-1 1 0,1-1 0,2 0 0,2 1-9,0 0 0,0-1 1,10 0-1,-11 0 6,11-1 6,0 0-1,1-1 1,-1-1 0,0-1 0,0 0 0,-1-1-1,1 0 1,-1-1 0,0-1 0,15-10 0,2 0-14,-19 10 3,22-16 1,-20 12-15,24-18 131,40-40 1,-71 60-118,0 0-1,0 0 1,-1-1-1,7-14 1,4-5-101,-16 27 97,0 1 3,1-1 0,-1 1 0,-1-1 0,1 0 0,0 1 0,0-1-1,-1 0 1,1 1 0,0-1 0,-1 0 0,0 0 0,1 0 0,-1-2 0,0 1 4,0 1-1,1-1 1,-1 1 0,1 0 0,0 0-1,0-1 1,1-1 0,-2 3 1,1-1 0,0 1 0,-1 0 0,1 0 0,-1 0 0,1-1 0,-1 1 0,0 0 0,0 0 0,0-1 0,1 1 0,-1 0 0,0-1 0,0 1 0,-1 0 0,1-1 0,0 1 0,-1-2 0,-3-4 0,3 6 0,1 1 1,-1-1-1,1 0 0,-1 0 0,1 0 0,0 1 1,-1-1-1,1 0 0,0 0 0,-1 0 0,1 0 1,0 0-1,0 0 0,0-1 0,0 1-2,-1 0 0,1-1-1,-1 1 1,1 0 0,-1 0 0,0 0-1,0-1 1,1 1 0,-1 0 0,0 0-1,0 0 1,0 0 0,0 0 0,0 1-1,0-1 1,0 0 0,0 0 0,-2 0-1,1 0 0,1 0-1,-1 0 0,1 0 0,-1 1 1,1-1-1,-1 0 0,1 1 1,-1-1-1,0 1 0,1 0 0,-1 0 1,0-1-1,1 1 0,-4 1 1,-12 3-25,13-3 23,0 0 0,0 0 0,0 0 0,0 1 0,0-1 0,0 1 0,0 0 0,1 0 0,-1 0 0,1 1 0,-4 2 0,0 2 0,2-4 6,1 1 0,-1 1 0,1-1 0,0 0 0,1 1 0,-7 10 0,7-6-3,2-7 0,0 0 0,0 0 0,0 1 0,0-1 1,0 0-1,-3 4 0,2-3 1,0 0-1,1 1 1,-1-1-1,1 1 1,0-1 0,0 1-1,0 0 1,0 0 0,1-1-1,0 1 1,-1 0 0,1 0-1,1 0 1,0 4 0,-1 8-1,0-13 4,0-1 0,1 1 0,-1 0 0,1-1 0,-1 1 0,1-1 0,0 1 0,0-1 1,0 1-1,0-1 0,0 1 0,3 2 0,1 2 7,1-1-1,10 10 1,-11-11-3,3 6 2,-7-10-8,0 1 0,1 0-1,-1-1 1,0 1 0,0-1-1,1 1 1,-1-1 0,3 2 0,2 1 8,0 0 0,0 0 1,0 1-1,-1-1 1,0 1-1,0 0 0,9 12 1,-13-15 3,-1 0-1,1 0 1,-1-1 0,1 1-1,-1 0 1,0 0 0,0 0 0,1 0-1,-2 0 1,1 0 0,0 3-1,-1 5-4,1-9-15,0 1 1,0-1-1,0 1 0,0-1 1,0 1-1,-1-1 0,1 1 0,-1-1 1,1 0-1,-1 1 0,1-1 0,-1 1 1,0-1-1,1 0 0,-1 0 0,0 1 1,-1 0-1,1-1 7,1-1 0,0 1 1,-1 0-1,1-1 0,0 1 0,0 0 0,-1-1 1,1 1-1,0 0 0,0 0 0,0-1 1,0 1-1,0 0 0,0 1 0,-1 5-2,0-4-2,0-1 0,-1 0 1,1 1-1,0-1 0,1 0 0,-1 1 0,0-1 0,1 1 0,-1 0 0,1-1 1,0 1-1,0 3 0,0-6 5,0 1-1,0-1 1,0 1 0,0-1 0,0 1 0,0-1 0,0 1-1,1-1 1,-1 1 0,0-1 0,0 1 0,0-1 0,1 0-1,-1 1 1,0-1 0,0 1 0,1-1 0,-1 0-1,0 1 1,1-1 0,-1 0 0,0 1 0,1-1 0,0 0 0,-1 1 1,1-1-1,-1 0 1,0 1-1,1-1 1,-1 0-1,0 1 1,1-1-1,-1 0 1,0 1-1,0-1 1,1 1-1,-1-1 1,0 1-1,0-1 1,0 1-1,1-1 1,-1 0-1,0 1 1,0-1-1,0 1 1,0-1-1,0 2 1,0-1 0,1 0 0,-1 0 0,1 0 0,-1 0 0,1 1 0,-1-1 0,1 0 0,0 0 0,-1 0 0,1 0 0,0 0 0,0-1 0,0 1 0,0 0 1,0 0-1,0 0 0,0-1 0,0 1 0,0 0 0,0-1 0,0 1 0,0-1 0,2 1 0,0 0-1,0 0 0,0 0-1,0 0 1,-1-1 0,1 1 0,0-1 0,0 0 0,0 0 0,0 0-1,4 0 1,27-4-7,-23 3 5,0-1 1,19-4-1,-11 1 1,21-3 0,-26 6 0,-1 0 1,1-2-1,-1 0 1,17-6 0,68-29-10,-68 26 17,-19 9-1,0-1-1,14-9 0,-8 4 2,0-1 1,-1 0 0,0-2-1,-1 0 1,-1 0-1,0-1 1,-1-1-1,19-28 1,-27 35-12,-1 2-6,0 0 0,0-1 0,3-8 1,-5 10 8,0 0 0,-1 0 0,0 0 0,0 0 0,0-1 0,0 1 0,-1-6 0,0 9 1,-1 1 0,1-1 0,-1 1 0,1-1 0,-1 1 0,0-1 0,0 1 0,0-1-1,0 1 1,0 0 0,0-1 0,0 1 0,0 0 0,-2-2 0,-3-2-6,6 4 5,-1 1 0,1-1 0,0 1 0,-1-1 0,1 1 0,-1 0 0,1-1 0,-1 1 0,1 0 0,-1-1 1,1 1-1,-1 0 0,1 0 0,-1-1 0,1 1 0,-1 0 0,1 0 0,-1 0 0,1 0 0,-1 0 0,0 0 0,1 0 0,-1 0 0,-9-3-14,9 3 12,-1 0 0,0-1 0,1 1 0,-1 0 0,1-1 0,-1 1 0,1 0 0,-1 0 0,0 0 0,1 1 0,-1-1 0,1 0 1,-1 1-1,1-1 0,-1 0 0,-2 2 0,1-1 1,0 1 0,0-1 0,0 1 0,1-1 0,-1 1 1,1 0-1,-1 0 0,1 0 0,-4 3 0,-6 5 1,11-9 1,-1 0 1,1 0-1,-1 1 1,1-1 0,-1 0-1,1 0 1,0 1-1,-1-1 1,1 1-1,0-1 1,-1 3 0,-31 78 26,32-79-29,1 0 0,-1-1 0,1 1-1,-1 0 1,1 0 0,0 0 0,0-1 0,0 1 0,0 0 0,1 0 0,-1 0 0,1-1 0,0 1 0,0 0-1,1 3 1,0-3 2,-1 1 1,0 0-1,0 0 0,-1-1 0,1 7 0,0-5 3,-1 0 0,1 1 0,1-1 0,-1 0 0,0 0 0,1 1 0,0-1 0,1-1 0,4 10 0,-3-7 5,-1-4-7,-1-1 0,1 1 0,-1-1 0,1 0 0,0 1 0,0-1 0,0-1 0,0 1 0,1 0 0,-1-1 0,0 0 0,1 0 0,-1 0 0,1 0 0,5 1 0,8-2 2,-4 0 6,0 0 0,0-1 1,0 0-1,17-4 0,-14 1 0,46-11 27,89-35 1,-129 41-35,-1-1 1,0-1-1,0-1 0,28-21 1,35-22 7,-70 44-2,-1 1 1,0-2-1,0 0 0,14-19 1,-18 21-4,-4 5 1,-1-1 0,1 0-1,3-8 1,12-12 13,-17 23-18,-1 0-1,1 0 1,-1 0-1,0 0 1,1-1-1,-1 1 1,-1 0-1,4-8 1,17-63-18,-22 70 15,1 0 0,0 0 0,-1 0 0,1 0 0,-1 0 1,-1-7-1,0-4-12,1 14 13,0 0 0,0 0 0,0 1-1,0-1 1,0 0 0,0 1 0,0-1 0,0 0 0,-1 1 0,1-1 0,0 0-1,-1 1 1,1-1 0,0 1 0,-1-1 0,1 1 0,0-1 0,-1 1 0,1-1-1,-1 1 1,1-1 0,-1 1 0,0-1 0,1 1 0,-2-1 0,1 0-3,-1 1-1,0-1 1,0 1 0,1 0 0,-1-1 0,0 1 0,0 0-1,0 0 1,-3 0 0,-2 1-8,-1 1-1,1-1 1,0 1 0,-12 5-1,4-2 10,12-4 4,0 0-1,0 0 0,0 0 0,0 0 1,0 0-1,0 1 0,1-1 0,-1 1 1,1 0-1,-1 0 0,1 0 1,-3 3-1,-15 18 0,13-16-7,1 0-1,0 1 1,0 0-1,-4 8 1,3-4-3,5-9 10,0 0-1,0 0 1,1 0-1,-1 0 1,1 0-1,0 0 1,0 1-1,0-1 1,0 1-1,0-1 1,1 6-1,-6 16 0,5-23 1,1 1 0,-1-1 0,0 1 0,1-1 0,-1 1 0,1-1 0,0 1 0,-1-1 0,1 1 0,1 0 0,-1 3 1,1-5-1,2 9-4,0 1 1,1-1 0,1 1 0,11 17 0,-10-18 7,-1 0-1,7 17 1,7 1-3,-16-20 0,1 0 0,1-1 0,-1 1 0,1-1 0,8 10 0,-4-2-2,-9-13 0,1-1 0,0 1 0,-1-1 0,1 0 1,0 1-1,0-1 0,0 0 0,0 1 0,0-1 0,0 0 0,0 0 0,2 2 1,2-1-4,-1 1-1,5 14-4,-6-13 7,-3-2 2,0-1 0,1 0 0,-1 0 0,0 1 0,0-1 0,0 0 0,0 0 0,0 1 0,0-1 0,0 0 0,0 0 0,0 1 0,0-1 0,-1 2 0,-5 0 6,1 0 0,0 0-1,-1-1 1,1 1 0,-1-1-1,0-1 1,0 1 0,0-1-1,-7 1 1,-30 5-115,29-7-281,6 0-259,0 0 0,-16-2 0,20 1 138,1 0 1,-1 0-1,1-1 1,0 1-1,0-1 1,-1 1 0,1-1-1,0 0 1,-4-4-1,-1 0-1042,3 2 7,1 1 0,0-1-1,-6-6 1,-1-4-2469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49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50 604,'-2'0'123,"2"0"-89,0 0 1,0 0 0,-1 0 0,1 0 0,0 0 0,-1 0 0,1 0-1,0 0 1,-1 0 0,1 0 0,0 0 0,0 0 0,-1 0-1,1 0 1,0 0 0,-1 0 0,1 0 0,0 0 0,0-1 0,-1 1-1,1 0 1,0 0 0,0 0 0,-1 0 0,1-1 0,0 1-1,0 0 1,-1 0 0,1 0 0,0-1 0,0 1 0,0 0 0,0 0-1,-1-1 1,1 1 0,0 0 0,0-1 0,0 1 0,0 0-1,0 0 1,0-1 0,0 1 0,0 0 0,0-1 0,0 1 0,1 0 111,0 0 0,0 0 0,0 0 0,0 0 0,1-1 1,-1 1-1,0 0 0,0 0 0,0-1 0,0 1 1,0-1-1,0 1 0,0-1 0,2 0 0,-1 0-220,0 0 308,-2-1 68,0 2-287,0 0-1,-1 0 1,1 0 0,0-1-1,0 1 1,0 0 0,0 0-1,0 0 1,0 0 0,0-1-1,0 1 1,0 0 0,0 0-1,0 0 1,0 0 0,0-1 0,0 1-1,0 0 1,0 0 0,1 0-1,-1 0 1,0 0 0,0-1-1,0 1 1,0 0 0,0 0-1,0 0 1,0 0 0,0 0-1,0 0 1,1-1 0,-1 1-1,0 0 1,0 0 0,0 0-1,0 0 1,0 0 0,1 0 14,-1 0 1,1 0-1,-1 0 0,0 0 1,1 0-1,-1 0 1,1 0-1,-1 0 0,0 0 1,1-1-1,-1 1 1,0 0-1,1 0 0,-1 0 1,0 0-1,1-1 0,-1 1 1,0 0-1,1 0 1,-1-1-1,0 1 0,0 0 1,1 0-1,-1-1 1,0 1-1,0 0 0,1-1 1,-1 1-1,0 0 1,0-1-1,0 1 0,0-1 1,0 1-1,0 0 1,0-1-1,0 1 0,1 0 1,-1-1-1,0 1 1,-1-1-1,1 1 0,0 0 1,0-1-1,0 1 0,0-1 1,0 1-1,0-1 1,0 0 708,0-8 960,-2 4 2402,1 5-4108,1 0 21,-1 0 0,1 0 0,0 0 0,0 0 0,-1 0 0,1 0-1,0 0 1,0 0 0,-1 0 0,1 0 0,0 0 0,0 0 0,-1 0 0,1 0-1,0 0 1,0 0 0,-1 0 0,1 0 0,0 0 0,0 1 0,-1-1 0,1 0 0,0 0-1,0 0 1,0 0 0,-1 0 0,1 1 0,0-1 0,0 0 0,0 0 0,0 0-1,-1 1 1,1-1 0,0 0 0,0 0 0,0 1 0,0-1 0,0 0 0,0 0-1,0 1 1,0-1 0,0 0 0,-1 0 0,1 1 0,0-1 0,0 0 0,1 0 0,-1 1-1,0-1 1,-11 7 169,3-1 22,0 0 0,1 1 0,0 0 0,0 0 0,-8 11 0,8-8-16,-1-1-1,-11 10 0,16-16-152,1-1 0,0 0 0,0 1 0,0-1 0,-3 6-1,-5 6 108,-4-1 29,9-9-53,1 0-1,-1 0 0,1 1 1,-6 8-1,-55 74 1181,64-86-1288,-8 15 185,8-13-161,0-1 0,0 0 0,0 0 0,-1 0 0,1 0 1,-1 0-1,-2 3 0,-12 16 128,15-18-156,0-1 0,-1 0 1,1 0-1,-1 0 1,0 0-1,1 0 1,-4 3-1,1 7 43,4-12-49,0 0 1,-1 0 0,1 0-1,0 0 1,-1 0-1,1 0 1,0 0 0,-1 0-1,1 0 1,0 0 0,0 0-1,-1 0 1,1 0-1,0 1 1,-1-1 0,1 0-1,0 0 1,0 0-1,-1 0 1,1 0 0,0 1-1,0-1 1,-1 0 0,1 0-1,0 0 1,0 1-1,-1-1 1,1 0 0,0 0-1,0 1 1,0-1-1,0 0 1,0 0 0,-1 1-1,1-1 1,0 0 0,0 1-1,0-1 1,0 1 9,2-1-51,5 0 28,-5 0-7,-2 0-43,0 0 37,0 0 1,0-1-1,0 1 0,0 0 1,0 0-1,0 0 1,-1-1-1,1 1 1,0 0-1,0 0 0,1-1 1,-1 1-1,0 0 1,0 0-1,0-1 0,0 1 1,0 0-1,0 0 1,0 0-1,0-1 1,0 1-1,0 0 0,1 0 1,-1 0-1,0-1 1,0 1-1,0 0 0,0 0 1,0 0-1,1-1 1,-1 1-61,1 0-1,0 0 1,-1 0 0,1 0 0,-1 0 0,1 0 0,-1-1 0,1 1 0,-1 0 0,1 0 0,-1-1-1,1 1 1,-1 0 0,1-1 0,-1 1 0,0 0 0,1-1 0,0 0 0,9-6-1893,-4 5 800,0-1 0,0 0-1,0 0 1,5-5-1,-4 4-57,6-9-1987,-2 0-55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34 420 528,'0'-1'126,"0"0"1,0 0-1,0 0 1,0 0-1,0 0 1,0 0-1,-1 1 1,1-1-1,0 0 0,-1 0 1,1 0-1,0 1 1,-1-1-1,1 0 1,-1 0-1,1 1 0,-1-1 1,1 0-1,-1 1 1,0-1-1,1 0 1,-1 1-1,0-1 0,-1 0 1,-7-7 848,5-6 311,3 13-1192,0-1-1,0 1 1,0-1-1,0 0 1,0 1 0,1-1-1,-1 0 1,0 0 0,1 0-1,-1 0 1,1 0 0,0 1-1,0-1 1,-1 0-1,1 0 1,1 0 0,-1-3-1,0-2-17,1-1 0,0 1-1,0 0 1,0 0-1,1 0 1,0 0-1,0 0 1,1 0 0,0 0-1,0 1 1,1-1-1,0 1 1,0 0 0,0 0-1,7-7 1,3-1-12,0 1 1,1 0 0,0 1 0,1 1-1,1 0 1,24-12 0,41-10 25,-23 11-8,-36 14 18,0 0-1,31-5 1,1 0 139,-20 4-110,0 1 0,0 1 0,65-2 0,-94 9-125,0 1-1,0-1 0,-1 1 1,7 2-1,-3 0 1,-2-1 1,-1 0 0,-1 1 0,1 0 0,0 0-1,-1 1 1,1-1 0,-1 1 0,6 6 0,-5-2-12,-1-1 0,0 1 0,6 14 0,-7-14-40,-3-5-134,0 1 1,0 0 0,-1-1 0,1 1 0,-1 0 0,0-1-1,0 1 1,-1 6 0,0-2-565,1-6-446,-11 5-2719,0 0 1396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1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110 125 844,'-14'13'1788,"12"-12"-1567,0 1 0,-1 0-1,1 0 1,1-1 0,-1 1-1,-3 4 1,3-2-52,-1 1 0,1-1 0,-1 0 1,0 0-1,-8 7 0,9-9-115,0 1 1,0 0-1,0 0 1,0 0-1,0 0 1,1 0-1,-1 0 1,1 0-1,-1 4 1,1-3-3,-1 1 0,0-2 1,1 1-1,-1 0 0,-4 6 1,4-8-31,1-1 0,0 1 0,0 0 0,0 0 0,0 0 0,0 0 0,1 0 1,-1 0-1,1 0 0,-1 1 0,1-1 0,0 3 0,-3 13 85,1-12-72,0 0 0,0 0 1,1 0-1,0 1 1,0 10-1,1 39 80,0-54-112,0 0-1,0 0 1,1 0 0,-1 0 0,1 0 0,0 0-1,-1 0 1,1 0 0,2 3 0,2 6 1,-3-8-2,0 0 0,0 0 0,0 0 0,0-1-1,1 1 1,-1-1 0,1 0 0,-1 1 0,7 2 0,25 14 8,-28-16-10,1-1 0,-1 0 1,1-1-1,11 2 1,-6-1 8,-4-2 7,0 0 1,0 0-1,0 0 0,-1-1 0,1-1 1,9-2-1,7-1 3,-12 3-14,0-1 1,11-4-1,5-2-39,-14 5 51,-1 0 1,0 0 0,0-1 0,0-1 0,-1 0-1,0-1 1,0-1 0,-1 1 0,12-11 0,50-37 37,-48 34 569,-1-1 1,26-31-1,-49 52-543,-1 0-52,0 1 0,0 0 1,1-1-1,-1 1 0,0 0 0,0-1 0,1 1 0,-1 0 0,0-1 0,1 1 0,-1 0 0,0 0 1,1-1-1,-1 1 0,0 0 0,1 0 0,-1 0 0,0 0 0,1-1 0,-1 1 0,1 0 1,-1 0-1,0 0 0,1 0 0,-1 0 0,1 0 0,-1 0 0,1 0 0,-1 0-14,0 0-1,0 0 0,0 0 0,0 0 1,0 0-1,1 0 0,-1 0 0,0 0 1,0 0-1,0 0 0,0 0 0,0 0 1,0 0-1,0 0 0,0 0 1,0 0-1,0 0 0,0 0 0,0 0 1,1 0-1,-1 0 0,0-1 0,0 1 1,0 0-1,0 0 0,0 0 0,0 0 1,0 0-1,0 0 0,0 0 1,0 0-1,0 0 0,0 0 0,0 0 1,0-1-1,0 1 0,0 0 0,0 0 1,0 0-1,0 0 0,0 0 0,0 0 1,0 0-1,0 0 0,0 0 1,0 0-1,0 0 0,0-1 0,0 1 1,0 0-1,2-5 706,-1 4-952,4-2 1572,-5 3-1315,0 0 0,1 0 0,-1 0 0,0 0 0,0 0 0,0 0 0,0 0 0,0 0 0,0 1 0,0-1 0,1 0 0,-1 0 0,0 0 0,0 0 0,0 0 0,0 0 0,0 0 0,0 0 0,0 0 0,0 0 0,0 0 0,1 0 0,-1 1 0,0-1 0,0 0 0,0 0 0,0 0 0,0 0 0,0 0 0,0 0 0,0 0 0,0 1 0,0-1 0,0 0 0,0 0 0,0 0 0,0 0 0,0 0 0,0 0 0,0 0 0,0 1 0,0-1 0,0 0 0,0 0 0,0 1 93,0 26 1040,-1-27-1130,1 1 0,-1 0 1,1-1-1,-1 1 1,1-1-1,-1 1 0,1-1 1,-1 1-1,0-1 1,1 1-1,-1-1 0,-1 1 1,2 0 6,-1-1-25,1 1 0,0-1-1,0 1 1,-1-1 0,1 1 0,0-1 0,0 1 0,0-1 0,0 1 0,0-1 0,-1 1 0,1 0-1,0-1 1,0 1 0,1-1 0,-1 2 0,0-2-4,0 1 0,0 0 0,0-1 0,0 1 0,0-1 0,0 1 0,0-1 0,0 1 0,0 0 0,0-1 0,0 1 0,-1-1 0,1 1 0,0-1 0,0 1 0,-1 0 0,-2 2 15,2-3-19,1 1 1,-1-1-1,1 1 1,0-1-1,-1 0 1,1 1-1,-1-1 0,1 1 1,0-1-1,0 1 1,-1-1-1,1 0 1,0 1-1,0 0 0,-1-1 1,1 1-1,0-1 1,0 1-1,0-1 1,0 1-1,0 0 0,-1 1 6,0 0-1,0 0 1,0 0-1,0 0 1,0 0-1,-1 0 0,1 0 1,-1 0-1,1-1 1,-1 1-1,0 0 1,-2 1-1,3-2-5,1-1 0,0 0 0,0 1 0,0-1 0,-1 0 0,1 1 0,0-1 0,0 0 0,0 1 0,0-1 0,0 1 0,0-1 0,-1 0 0,1 1 0,0-1 0,0 1 0,0-1 0,1 0 0,-1 1 0,0 0 0,0-1-2,0 0 0,0 0 0,0 1 0,0-1-1,0 0 1,0 0 0,0 0 0,0 1-1,0-1 1,0 0 0,0 0 0,0 0 0,0 1-1,0-1 1,0 0 0,0 0 0,0 0-1,0 1 1,0-1 0,0 0 0,0 0 0,0 0-1,0 0 1,0 1 0,0-1 0,-1 0 0,1 0-1,0 0 1,0 0 0,0 0 0,0 1-1,0-1 1,-1 0 0,1 0 0,-7 0-20,5 0 3,4 0-39,-2 0 55,1 0-1,-1 0 1,1-1-1,0 1 1,-1 0 0,1 0-1,-1 0 1,1-1-1,-1 1 1,1 0-1,-1-1 1,1 1 0,-1-1-1,1 1 1,-1-1-1,0 1 1,1 0-1,-1-1 1,0 1 0,1-1-1,-1 0 1,0 1-1,1-2 1,8-10-23,0 3 5,0-1-1,-1 0 1,10-13 0,-15 18 11,1 0 1,1 0 0,-1 1-1,0 0 1,1 0-1,0 0 1,6-3 0,3-3-6,-3 2-3,0 0 0,25-10-1,5-4 0,23-12-16,-55 29 29,0 0-1,0 1 0,1 0 1,0 1-1,15-4 1,3-1-22,-27 8 26,-1-1-1,0 1 0,0 0 1,1 0-1,-1 0 0,0 0 1,1 0-1,-1 0 1,0 0-1,1 0 0,-1 0 1,0 0-1,1 0 0,-1 0 1,0 0-1,0 0 0,1 0 1,-1 0-1,0 0 0,1 0 1,-1 0-1,0 0 0,1 0 1,-1 0-1,0 1 0,0-1 1,1 0-1,-1 0 0,0 0 1,0 1-1,1-1 1,-1 0-1,1 12 20,-1-9-5,1-1-3,-1 1-1,0-1 0,0 0 0,-1 1 0,1-1 1,0 1-1,-1-1 0,1 0 0,-1 1 1,0-1-1,0 0 0,0 0 0,0 0 0,0 1 1,-3 2-1,2-2 3,0 1 1,0-1 0,0 1-1,0 0 1,-2 6 0,-4 10 20,-40 60-6,41-70-30,5-4-1,-1-1-1,1 1 0,-3 8 1,4-9-1,0-1 1,-1 0 0,1 0-1,-1 0 1,0 0-1,0 0 1,0 0 0,-5 6-1,5-10 0,1 1 1,1 0-1,-1 0 0,0 0 0,0 0 1,0 0-1,0 0 0,1 0 0,-1 0 1,0 0-1,0 2 0,1-2 2,0-1 0,0 1 0,1-1 0,-1 1 0,0-1 0,0 0 0,0 1 0,0-1 0,1 1 0,-1-1 0,0 0 0,0 1 0,1-1 0,-1 0 0,0 1 0,1-1 0,-1 0 0,0 1 0,1-1 0,-1 0 0,1 0 0,-1 0 0,0 1 0,1-1 0,-1 0 0,1 0 0,-1 0 0,1 0 0,-1 0 0,0 0 0,2 0 0,9 6-25,-9-5 21,-1 0 1,1 0-1,-1-1 1,1 1 0,0 0-1,-1-1 1,1 1-1,0-1 1,-1 0 0,1 1-1,3-1 1,8 0-144,0 0 0,-1-1 0,1-1 0,-1 0-1,1-1 1,12-4 0,28-8-658,-7 1-178,47-19-1,-72 24 772,-3 0 5,22-6 1,-11 4 73,-1-1-1,32-18 1,-34 16 107,-13 7 31,-1-1 0,0 0 1,0 0-1,-1-1 0,0 0 0,0-1 0,17-22 0,-27 30 5,1-1-1,-1 0 1,1 0-1,-1 0 1,0 0-1,0 0 1,0 0 0,-1 0-1,1 0 1,-1 0-1,1 0 1,-1 0 0,0-1-1,-1-5 1,1-3 25,-1 9-31,1 0 1,-1 1 0,0-1 0,1 0 0,-1 0 0,-1 0-1,1 1 1,0-1 0,-1 1 0,1-1 0,-1 1-1,0-1 1,1 1 0,-1 0 0,0 0 0,-1 0-1,1 0 1,0 0 0,-1 0 0,1 1 0,-1-1 0,1 1-1,-1 0 1,0-1 0,1 1 0,-1 0 0,0 1-1,0-1 1,0 0 0,0 1 0,-3 0 0,-6 0 0,6-1-2,0 1-1,0 0 1,1 0-1,-1 0 1,0 1 0,0 0-1,1 0 1,-1 1 0,0 0-1,1 0 1,-10 5-1,9-4-1,-3 2-5,1 0 0,1 1 0,-1-1 0,1 1 0,-9 10 0,14-15 1,1 1 0,0 0 0,0 0 0,0 0 1,-1 0-1,2 0 0,-1 0 0,0 0 0,0 0 0,1 0 0,-1 1 1,1-1-1,-1 0 0,1 0 0,0 0 0,0 1 0,0-1 0,0 0 1,1 0-1,-1 1 0,1-1 0,-1 0 0,1 0 0,0 0 1,-1 0-1,1 0 0,2 3 0,5 8-10,1 0 0,1-1 0,0 0 0,0-1 0,1 0 0,1 0 0,15 11 0,-10-9-62,-4-3 56,-8-7 15,0 0 1,-1 1 0,1 0-1,5 6 1,9 8 53,-16-15-32,0-1 0,0 1 0,0 0 0,0 0 0,0 0 0,2 5 0,6 11 7,-11-18-21,1 0-1,-1 0 1,1 0 0,-1 0 0,1 0-1,-1 0 1,0 0 0,0 0 0,1 0-1,-1 0 1,0 0 0,0 0 0,0 0-1,0 0 1,0 0 0,0 0 0,-1 0-1,1 0 1,0 0 0,0 0 0,-1 0-1,1 0 1,-1 0 0,1 0 0,-1 0-1,0 1 1,-1 0 11,1 1 0,-1-1 0,0 0 0,0 0 0,0 0 0,0 0 0,-4 3 0,-6 3 35,9-6-38,1 0-1,-1 0 0,0 0 0,0 0 0,0 0 0,0-1 1,-1 0-1,1 1 0,0-1 0,0 0 0,-1-1 0,-4 2 1,-22 1 20,22-2-32,0 0-1,0 0 0,0-1 0,-14-1 0,3-1-335,0 0 0,-36 1 1,36 1-860,18 0 984,0 0 130,1 0 0,0 0 0,0 0 0,-1 0 0,1 0 0,0 0-1,-1 0 1,1 0 0,0 0 0,0 0 0,-1 0 0,1 0 0,0 0 0,-1 0-1,1 0 1,0 0 0,-1 0 0,1 0 0,0 0 0,0-1 0,-1 1-1,1 0 1,0 0 0,0 0 0,-1 0 0,1-1 0,0 1 0,0 0-1,0 0 1,-1-1 0,1 1 0,0 0 0,0 0 0,0-1 0,0 1-1,-1 0 1,1 0 0,0-1 0,0 1 0,0 0 0,0-1 0,0 1 0,0 0-1,0 0 1,0-1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68 529 1988,'-3'0'539,"0"0"0,0 0 0,0 0 0,0 1 0,0 0 0,0-1 0,0 1 0,-4 2 0,-2-1-130,9-2-406,0 0-1,0 0 1,-1 0-1,1 0 1,0 0-1,0 0 1,0 0-1,0 0 1,0 0 0,0 0-1,-1 0 1,1 0-1,0 0 1,0 0-1,0 0 1,0 0-1,0 0 1,0 0-1,-1 0 1,1 0-1,0 1 1,0-1 0,0 0-1,0 0 1,0 0-1,0 0 1,0 0-1,0 0 1,-1 0-1,1 0 1,0 1-1,0-1 1,0 0-1,0 0 1,0 0 0,0 0-1,0 0 1,0 0-1,0 1 1,0-1-1,0 0 1,0 0-1,0 0 1,0 0-1,0 0 1,0 1-1,0-1 1,0 0 0,0 0-1,0 0 1,0 0-1,0 1 1,10 1 131,-9 7-89,-1-8-38,0-2-4,0 1-3,-1 0 0,1 0 0,0-1 0,0 1 0,0 0 0,0 0 0,-1 0 0,1-1 0,0 1 0,0 0 0,0 0 0,-1 0 0,1 0 0,0 0 0,0-1 0,-1 1 0,1 0 0,0 0 0,0 0 0,-1 0 0,1 0 0,0 0 0,0 0 0,-1 0 0,1 0 0,0 0 0,-1 0-1,1 0 1,0 0 0,0 0 0,-1 0 0,1 0 0,0 0 0,-1 1 0,1-1 0,0 0 0,0 0 0,0 0 0,0 0 0,0 0-1,0 1 1,0-1 0,0 0 0,0 0 0,0 0 0,0 0-1,0 0 1,0 0 0,0 1 0,0-1 0,0 0-1,0 0 1,0 0 0,0 0 0,0 0 0,0 1 0,0-1-1,0 0 1,0 0 0,0 0 0,0 0 0,0 0 0,0 0-1,0 1 1,0-1 0,0 0 0,1 0 0,-1 0 0,0 0-1,0 0 1,0 0 0,0 0 0,0 0 0,0 0 0,0 1-1,1-1 1,-1 0 0,0 0 0,0 0 0,0 0 0,0 0-1,0 0 1,0 0 0,1 0 0,-1 0 0,0 0-1,1 0 1,-1 1 0,1-1-1,-1 0 1,1 0 0,-1 1 0,0-1-1,1 0 1,-1 1 0,0-1-1,1 1 1,-1-1 0,0 0-1,0 1 1,1-1 0,-1 1-1,0-1 1,0 1 0,1 0 0,0 0 1,0 0-1,0 0 0,0 0 1,0 0-1,0 0 1,0 0-1,0 0 0,0 0 1,0-1-1,0 1 1,0-1-1,0 1 0,3 0 1,-1 1-1,1-1-1,-1 0 1,1 0-1,-1 0 1,6 1 0,2-2-1,-7 0 4,1 1 0,0-1 0,-1-1 0,1 1 0,0-1 0,0 1-1,-1-1 1,1-1 0,-1 1 0,1-1 0,-1 1 0,7-5 0,-1 0 10,-4 3 4,-1-1 0,1 1 0,8-9 1,-13 11-12,1-1 0,-1 1 1,0-1-1,0 0 1,1 1-1,-1-1 1,-1 0-1,1 0 0,0 0 1,0 1-1,-1-1 1,1 0-1,-1 0 0,1 0 1,-1 0-1,0-4 1,1-5 67,-1 7-20,0 1-1,1-1 0,-2 0 0,1 0 0,0 0 0,-1 1 0,-1-7 0,-2 4 66,4 5-103,-1 0 0,1 1 1,-1-1-1,1 0 0,-1 0 0,1 0 0,0 0 1,-1 1-1,1-1 0,0 0 0,0 0 0,-1 0 1,1 0-1,0-1 0,0-1 10,-1 1 1,1 0-1,-1-1 0,0 1 0,0 0 0,0-1 1,0 1-1,-1 0 0,1 0 0,0 0 0,-1 0 1,1 0-1,-1 0 0,0 0 0,-4-2 0,-28-21 51,33 25-77,0 0 0,0 0 1,0 0-1,-1 0 1,1 0-1,0 0 1,0 0-1,0 0 1,0 0-1,-1 1 1,1-1-1,0 0 1,-2 2-1,-8 1 5,10-3-4,-1 0 1,0 1 0,1-1-1,-1 0 1,1 1-1,-1 0 1,1-1 0,-1 1-1,1 0 1,-1 0 0,1 0-1,0 0 1,-1 0-1,1 0 1,0 0 0,-1 1-1,-15 13 3,15-13-3,-1 0 0,1-1 0,0 1-1,0 0 1,0 1 0,0-1 0,0 0 0,0 0 0,0 1 0,-1 3 0,0 2 3,2-5-4,1-1 1,-1 0 0,0 0-1,0 0 1,-1 0 0,-2 4-1,0 2 4,-1 0-1,1 1 1,1-1 0,0 1-1,-4 15 1,2-9-2,4-10-4,0 0 0,0 0 0,1 0 0,0 0 0,0 0 0,1 10 0,-1 3-1,1-13 6,-1-1 0,1 1 1,0-1-1,0 1 0,0-1 0,0 0 0,4 8 1,-3-7 0,0-1-2,1-1 1,-1 1-1,1-1 1,-1 0-1,1 0 1,0 0 0,0-1-1,5 4 1,5 6-1,-9-10-2,0 1 0,0-1 0,0 1 1,0-1-1,0 0 0,0-1 0,0 1 0,1-1 0,-1 0 0,0 0 0,1 0 0,-1 0 1,1-1-1,0 0 0,-1 0 0,7-1 0,9-1 1,1-1 0,26-8 1,-30 6 4,0-1 1,-1-1 0,28-16 0,-6 3 16,-25 12-17,0 1 0,-1-2 0,0 0 0,0 0 0,14-16 0,47-59 90,-69 77-55,0 1 1,0-1-1,-1 1 1,0-1-1,0 0 1,-1 0-1,3-10 1,0-1 146,-4 11-29,0 0 1,0 0 0,0 0-1,-1 0 1,0 0 0,-1-7 0,0-6 334,1 19-486,0 1-1,0-1 1,0 1-1,0-1 1,0 1 0,0 0-1,-1-1 1,1 1-1,0-1 1,0 1-1,0-1 1,0 1-1,-1 0 1,1-1-1,0 1 1,0-1-1,-1 1 1,1 0-1,0-1 1,-1 1-1,1 0 1,0 0-1,-1-1 1,1 1 0,-1-1-9,1 1 1,-1 0-1,1-1 1,-1 1-1,1 0 1,0-1 0,-1 1-1,1 0 1,0-1-1,-1 1 1,1-1 0,0 1-1,0-1 1,0 1-1,-1-1 1,1 1 0,0-1-1,0 1 1,0-1-1,0 1 1,0-1 0,0 1-1,0-1 1,0 0-1,0 1 1,0 0 0,0-1 0,0 1 0,0 0 0,0 0 0,0 0 0,0 0 0,0-1 0,0 1 0,0 0 0,0 0 0,0 0 0,0 0 0,0-1 0,0 1 0,0 0 0,0 0 0,-1 0 0,1 0 0,0-1 0,0 1 0,0 0 0,0 0 0,0 0 0,0 0 0,0 0 0,-1 0 0,1-1-1,0 1 1,0 0 0,0 0 0,0 0 0,0 0 0,-1 0 0,1 0 0,0 0 0,0 0 0,0 0 0,0 0 0,-1 0 0,1 0 0,0 0 0,0 0 0,-1 0 0,-8 3-4,3 0 16,5-3-9,1 0 0,-1 0 0,1 0 0,-1 0 1,1 0-1,-1 0 0,1 0 0,-1 0 0,1 1 0,0-1 0,-1 0 0,1 0 0,-1 0 0,1 1 0,0-1 0,-1 0 1,1 0-1,-1 1 0,1-1 0,0 0 0,-1 1 0,1-1 0,0 0 0,0 1 0,-1-1 0,1 1 0,0-1 1,0 1-1,0-1 0,-1 0 0,1 1 0,0-1 0,0 1 0,0-1 0,0 1 0,0-1 0,0 1 0,0 0 1,-3 8-3,1-7-4,1 1-1,0 0 1,0-1-1,0 1 1,0 0-1,0 0 1,0 0-1,1 0 1,-1 0-1,1 0 1,0 0-1,0 0 1,0 0-1,0 0 1,0 0-1,1 0 1,0 0-1,-1 0 1,1 0-1,0 0 1,0 0-1,1-1 1,-1 1-1,3 3 1,6 7-9,-6-9 7,0 0 1,-1 0-1,0 1 1,0 0 0,5 8-1,-7-10 4,0-1 1,1 1-1,0-1 1,0 1-1,-1-1 1,5 4-1,-3-3 0,0 0 0,0 0 1,0 1-1,3 5 0,12 11 1,-16-16 0,0-1 1,-1-1 0,0 1 0,0-1 0,1 1 0,-2 0 0,1 0 0,0 0 0,0-1 0,-1 1 0,0 0 0,1 4 0,-2-2 4,0 0 1,0 0-1,0-1 1,0 1-1,-1 0 0,1-1 1,-1 1-1,-1-1 1,1 0-1,0 0 0,-1 0 1,0 0-1,-5 6 0,4 4 42,-5-5-36,8-9-12,0 1 0,0 0 1,0 0-1,0-1 0,1 1 0,-1 0 1,0 0-1,1 0 0,-1 0 0,0 0 0,1 0 1,-1 0-1,1 1 0,0-1 0,-1 0 0,1 0 1,0 0-1,0 0 0,-1 0 0,1 1 0,0-1 1,0 0-1,1 2 0,-1-2-3,0 0 0,0 0 0,1 0 0,-1 0 0,0 0 0,1 0 1,-1 0-1,1 0 0,-1 0 0,1 0 0,-1-1 0,1 1 0,0 0 0,0 0 0,-1 0 0,1-1 0,0 1 0,0-1 0,0 1 0,0 0 0,20 9-60,-9-5 43,-11-4 19,1 0 0,-1 0 0,1 0 0,0-1 0,-1 1-1,1 0 1,-1-1 0,1 0 0,0 1 0,3-1 0,50 7-20,-30-7-211,48-6-1,-32 3-186,-32 3 320,0-1 0,0 1 0,10-4 1,45-17-356,-52 16 420,-5 2 19,0 0 0,-1 0 0,0-1 0,0 1 0,8-7 0,8-6-8,-15 11 31,0 1-1,0-1 1,0 0 0,-1 0 0,0-1 0,0 0 0,-1 0 0,0-1 0,0 1 0,0-1 0,6-13 0,12-25 231,-14 29 49,14-35-1,43-151 3423,-60 181-2785,4-25-1,-6 21-241,-1-4 65,-3 25-633,0 0 0,0-1 0,1 1 1,0 0-1,-1 0 0,2-1 0,-1 1 1,0 0-1,3-4 0,16-40 983,-19 45-1017,-1 0 0,1 0-1,-1 0 1,0 0 0,1 0-1,-1 1 1,-1-4 0,1-3 405,-9 16-471,7-4-12,0-1 1,1 1-1,-1 0 1,1 0-1,-1 0 1,1 0-1,0 0 1,0 3-1,0-2 7,0 0 0,-1 0 0,1-1-1,-1 1 1,-2 4 0,-7 8 52,0 1 54,1 0-1,-13 28 0,14-24 26,-14 21 0,9-17-61,-8 15 21,-31 66 51,39-69-115,-14 55 1,26-81-30,1-1 1,1 1-1,-1 0 1,2 11-1,0 3 2,-1-23-9,1 1-1,-1-1 1,0 0 0,1 0 0,-1 0 0,1 0-1,0 0 1,1 3 0,-1-4-3,0 1-1,-1 0 1,1 0 0,0-1-1,-1 1 1,0 0-1,1 0 1,-1 2 0,1-2 0,-1 0 0,0 0 0,1-1 1,0 1-1,-1 0 0,1 0 0,0-1 1,0 1-1,0-1 0,0 1 0,0-1 0,0 1 1,1-1-1,-1 0 0,0 0 0,1 1 1,-1-1-1,3 1 0,3 3-22,0-1 0,0 0 0,8 3-1,-8-5-52,0 0 0,0 0-1,8 1 1,4 0-353,-13-2 200,1-1 0,-1 0 0,1 0 0,-1 0 0,1-1 0,11-2 0,0-1-846,-7 3-414,1-2 0,-1 0 0,0 0 1,0-1-1,-1 0 0,1 0 0,-1-2 0,11-6 0,-8-1-2228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2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97 624,'-13'-7'2653,"11"7"-2264,1-1 0,-1 0 0,0 0 0,0 0-1,0 0 1,1 0 0,-1 0 0,0-1 0,-2-3 1492,25 2-817,-18 2-1034,0 1 0,0-1-1,1 0 1,-1 1 0,0 0 0,5 0-1,98-7 132,51-4-120,-61 2-189,155-12-3310,-151 7-412,-45 7 1386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3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518 21 1448,'-42'-19'8206,"41"18"-8091,1 1-1,-1 0 1,0 0 0,1 0-1,-1-1 1,0 1-1,1 0 1,-1 0-1,0 0 1,1 0 0,-1 0-1,0 0 1,0 1-1,1-1 1,-1 0-1,0 0 1,1 0 0,-1 1-1,1-1 1,-1 0-1,0 1 1,1-1-1,-1 0 1,1 1 0,-2 0-1,-4 2 215,5-2-264,-1 0 0,1-1 0,0 1 0,-1 0 1,1 0-1,0-1 0,0 1 0,0 0 0,0 0 0,0 1 1,0-1-1,0 0 0,0 0 0,0 0 0,-1 2 0,1-1 68,0 0-1,0 0 0,-1 0 1,1 0-1,-1-1 0,1 1 1,-1-1-1,-3 3 0,3-3-58,-1 1 77,0 0-1,0 0 1,0 0 0,0 0 0,1 1 0,-1-1 0,1 1-1,-5 5 1,-18 23 909,4-8-447,-33 39 308,12-17-554,27-30-264,1 0-1,-14 21 0,18-23-60,-23 21 0,22-23-23,-20 25 1,11-10-8,14-19-6,1 1-1,-9 14 0,1-2-1,9-14-4,0 0 0,1 0-1,-4 9 1,5-11-3,0 1-1,1-1 1,-1-1 0,-4 7 0,-3 7-9,8-15 9,0-1-1,1 1 0,0 0 0,-1 0 1,1 0-1,0 0 0,0 0 0,0 0 0,0 0 1,0 0-1,0 0 0,1 0 0,-1 0 0,1-1 1,-1 1-1,1 0 0,2 3 0,-2-2-7,0-1-1,0 1 1,-1-1-1,1 1 0,0 0 1,-1-1-1,1 4 1,-1-5 8,0 0 1,1 0-1,-1 0 1,1 0-1,-1-1 0,1 1 1,-1 0-1,1 0 1,0-1-1,-1 1 1,1 0-1,0-1 1,-1 1-1,1-1 0,0 1 1,0-1-1,-1 1 1,1-1-1,0 0 1,0 1-1,0-1 1,0 0-1,0 0 0,1 1 1,14 6-28,-9-3 23,18 11-34,-23-15 38,-1 0 2,0 0 0,-1 0 0,1 1 0,0-1 1,0 0-1,0 0 0,0 1 0,-1-1 1,1 0-1,0 1 0,0-1 0,0 1 0,-1-1 1,1 1-1,0-1 0,-1 1 0,1-1 0,0 1 1,-1 0-1,1-1 0,-1 1 0,1 0 1,-1 0-1,1-1 0,-1 1 0,0 0 0,1 0 1,-1 0-1,0 0 0,0-1 0,0 1 1,0 0-1,1 0 0,-1 1 0,0-1 1,0-1-1,0 1 1,0 0 0,0-1-1,0 1 1,0-1-1,1 1 1,-1-1 0,0 1-1,0-1 1,1 1-1,-1-1 1,0 1 0,1-1-1,-1 1 1,0-1-1,1 1 1,-1-1-1,1 0 1,-1 1 0,1-1-1,-1 0 1,1 1-1,0-1 1,0 1-1,-1-1 1,0 0 0,1 1 0,-1-1-1,0 0 1,0 1 0,0-1 0,1 0-1,-1 1 1,0-1 0,0 0 0,0 1-1,0-1 1,0 0 0,0 1 0,1-1-1,-1 0 1,0 1 0,0-1 0,0 0-1,0 1 1,0-1 0,0 1 0,-1-1-1,2 7 8,29 27 1,-27-31-8,0-1 0,0 0 0,1 0 0,-1 0-1,1 0 1,-1 0 0,1-1 0,0 1 0,0-1 0,-1 0-1,8 1 1,7 2 4,-4 0-9,0 0 0,0-2 0,0 1 0,28-1 0,14 5-40,120-7 4,-167 0 68,0-1 0,0 0 0,0-1 1,-1 0-1,1 0 0,-1-1 0,1 0 0,-1 0 0,0-1 1,0 0-1,0 0 0,9-8 0,12-8 17,-25 18-43,0 0 1,-1-1-1,1 1 0,0-1 1,-1 0-1,1 0 0,-1 0 1,0-1-1,4-5 1,-4 5-1,-1 0 0,1 0 1,1 1-1,6-7 1,-7 7 0,1-1 0,-1 1-1,0-1 1,6-7 0,57-78 12,-65 86-12,0 1 0,1 0 0,-1 0 1,0 0-1,0-1 0,0 1 0,-1-1 0,1 1 0,0-1 0,-1 1 0,0-1 0,1-2 1,-1 4-2,0-1 0,0 1 0,0-1 1,1 0-1,-1 1 0,0-1 0,1 1 1,0-1-1,-1 1 0,2-2 0,-1 1 8,0 0 0,-1 0-1,1 0 1,0 0-1,-1 0 1,1 1 0,-1-1-1,0 0 1,1-1 0,-1-1-1,0 4-5,0-1-1,0 1 1,0 0-1,-1 0 0,1-1 1,0 1-1,0 0 1,0 0-1,0-1 1,0 1-1,0 0 1,0 0-1,0-1 1,-1 1-1,1 0 0,0 0 1,0 0-1,0-1 1,-1 1-1,1 0 1,0 0-1,0 0 1,0 0-1,-1 0 1,1-1-1,0 1 1,0 0-1,-1 0 0,1 0 1,0 0-1,0 0 1,-1 0-1,1 0 1,0 0-1,0 0 1,-1 0-1,1 0 1,0 0-1,-1 0 0,1 0 1,0 0-1,-1 0 1,0 0-11,0 0 42,1 0-33,0 1 0,0-1-1,0 0 1,0 0 0,0 0-1,0 1 1,0-1 0,0 0-1,0 0 1,0 0 0,0 0-1,0 1 1,0-1 0,0 0-1,0 0 1,0 0 0,0 1-1,0-1 1,0 0 0,0 0-1,0 0 1,0 0 0,-1 1-1,1-1 1,0 0 0,0 0-1,0 0 1,0 0 0,0 0-1,0 1 1,-1-1 0,1 0-1,0 0 1,-4 1-1,4-1 0,0 0 0,-1 0-1,1 0 1,0 0 0,0 0 0,-1 1 0,1-1 0,0 0 0,0 0 0,0 0 0,-1 0 0,1 0 0,0 0 0,0 0 0,0 1 0,-1-1 0,1 0 0,0 0-1,0 0 1,0 0 0,0 1 0,-1-1 0,1 0 0,0 0 0,0 1 0,0-1 0,0 0 0,0 0 0,0 0 0,0 1 0,0-1 0,0 0 0,0 0-1,0 1 1,0-1 0,0 0 0,0 0 0,0 1 0,-1 1-4,0-1-1,1 1 0,-1-1 1,0 1-1,0-1 0,0 0 1,0 1-1,0-1 0,0 0 1,-1 0-1,1 1 0,0-1 1,-1 0-1,-1 1 0,-10 10-65,8-3 40,-3 3 8,4-8 36,1-1 1,0 1-1,1 0 0,-1 1 1,1-1-1,-1 1 0,-1 5 1,-3 6 31,4-3-18,2-5-23,-1-2 11,0 0 1,1-1 0,-1 1 0,1 0-1,0-1 1,1 1 0,0 11 0,0-13-33,1 0 0,0 0 1,0 0-1,0 0 1,0 0-1,1 0 1,-1 0-1,1 0 1,0 0-1,3 4 1,2 3-24,-5-8-29,1-1 0,0 1 0,-1-1 0,1 1 0,0-1 0,1 0 0,-1 0 0,0 0 0,1-1 0,-1 1 0,1-1 1,-1 0-1,1 0 0,5 1 0,-3-3-580,0 1 1,1-1 0,-1-1-1,0 1 1,0-1-1,0 0 1,0-1 0,9-4-1,-3 1-2467,-1-1-1,21-16 0,-19 9-162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3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44 152 568,'-6'-13'3069,"-8"-26"-1,3 9-1033,10 26-1640,1-1 0,-1 1 0,1-1 0,-1 1 0,1 0 0,1-7 0,0 1 279,-1 10-653,0 0-1,0-1 1,0 1 0,0 0 0,0-1-1,0 1 1,0 0 0,0 0-1,0-1 1,0 1 0,0 0-1,0 0 1,0-1 0,0 1-1,-1 0 1,1 0 0,0-1-1,0 1 1,0 0 0,0 0-1,0 0 1,0-1 0,-1 1 0,1 0-1,0 0 1,0 0 0,0-1-1,-1 1 1,1 0 0,0 0-1,0 0 1,-1 0 0,1 0-1,0-1 1,0 1 0,-1 0-1,1 0 1,0 0 0,0 0-1,-1 0 1,1 0-2,-1 0 1,1 0-1,0 0 0,0 0 0,-1 0 1,1 0-1,0 0 0,0-1 1,-1 1-1,1 0 0,0 0 0,0 0 1,0 0-1,-1 0 0,1-1 0,0 1 1,0 0-1,0 0 0,-1 0 1,1-1-1,0 1 0,0 0 0,0 0 1,0 0-1,0-1 0,0 1 0,-1 0 1,1 0-1,0-1 0,0 1 1,0 0-1,0 0 0,0-1 0,0 1 1,0 0-1,0-1 0,0 1 0,0 0 1,0 0-1,1-1 0,-1 1-14,0-1-1,0 1 0,0 0 1,0 0-1,0-1 1,0 1-1,0 0 0,0-1 1,1 1-1,-1 0 1,0 0-1,0-1 0,0 1 1,1 0-1,-1 0 1,0 0-1,0-1 0,0 1 1,1 0-1,-1 0 1,0 0-1,1 0 0,-1-1 1,0 1-1,0 0 0,1 0 1,-1 0-1,0 0 1,1 0-1,-1 0 0,0 0 1,1 0-1,-1 0 1,0 0-1,0 0 0,1 0 1,-1 0-1,1 0 1,1 0-8,-3 1-37,1-1 27,0 0 1,0 0-1,0 1 1,0-1-1,1 0 1,-1 1-1,0-1 1,0 0 0,0 0-1,0 1 1,0-1-1,0 0 1,0 1-1,0-1 1,1 0 0,-1 0-1,0 0 1,0 1-1,0-1 1,0 0-1,1 0 1,-1 1-1,0-1 1,0 0 0,1 0-1,-1 0 1,0 0-1,0 0 1,1 1-1,-1-1 1,8 7-627,-6-4 396,-1 0 0,1 0-1,-1 0 1,0 1 0,-1-1 0,1 0 0,0 0-1,-1 1 1,0-1 0,0 5 0,1-6 66,-1-1 1,0 0 0,0 1-1,0-1 1,1 0-1,-1 1 1,1-1 0,-1 0-1,1 1 1,-1-1 0,2 1-1,-1 0-82,-1-1 0,1 0-1,0 0 1,-1 0-1,1 1 1,-1-1 0,1 0-1,-1 1 1,0-1-1,0 0 1,0 3-1,0 9-2320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3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96 576,'0'1'96,"0"-1"1,0 0-1,0 0 1,0 1-1,0-1 1,0 0-1,0 1 0,0-1 1,0 0-1,0 0 1,0 1-1,0-1 0,0 0 1,-1 1-1,1-1 1,0 0-1,0 0 1,0 0-1,-1 1 0,1-1 1,0 0-1,0 0 1,0 0-1,-1 1 0,1-1 1,0 0-1,0 0 1,-1 0-1,1 0 1,0 0-1,-1 0 0,1 1 1,0-1-1,0 0 1,-1 0-1,1 0 1,0 0-1,-1 0 0,1 0 1,0 0-1,0 0 1,-1 0-1,1 0 0,0-1 1,-1 1-1,1 0 1,-2 0 428,1 14 2009,-1-12-2439,-1 2 269,-1 0 0,1 0 0,1 1-1,-1-1 1,-2 7 0,0-1 234,0-1-1,-1 1 1,0-1 0,-13 14 0,10-12-63,1 0 0,-9 16 0,-5 5 178,17-25-596,0 0 0,1 0 0,-4 8-1,-3 9-5,-1 0 0,-1-1 0,-28 37-1,38-56-109,2-4-1,0 1 0,0 0 0,1 0 0,-1 0 0,1-1 0,-1 1 0,1 0 0,-1 0 1,1 0-1,-1 0 0,1 0 0,0 0 0,-1 0 0,1 0 0,0 0 0,0 2 0,0-3 0,0 1-1,0-1 1,0 1 0,0-1-1,0 1 1,-1-1 0,1 1-1,0-1 1,0 0 0,0 1-1,0-1 1,-1 1 0,1-1-1,0 1 1,0-1 0,-1 0-1,1 1 1,0-1-1,-1 0 1,1 1 0,0-1-1,-1 0 1,0 1 0,1-1-1,-1 1 1,1-1-1,0 0 0,-1 0 1,1 1-1,0-1 1,-1 1-1,1-1 1,0 0-1,-1 1 0,1-1 1,0 1-1,0-1 1,0 0-1,-1 1 1,1-1-1,0 1 1,0-1-1,0 1 0,0-1 1,0 1-1,0-1 1,0 1-1,1-1-7,3-6 7,4-8 2,-5 8-3,0 0 1,1 0-1,0 1 1,9-10-1,0-1-9,88-129-64,-72 108 58,-7 11 14,-7-1-5,-12 22 6,0-1 0,1 0 0,-1 1 0,5-6 0,56-59-7,-48 51-8,25-22 1,-21 26-6,-19 14 21,0 0 0,0 0 1,0 0-1,0 0 0,0 1 1,0-1-1,0 0 1,1 1-1,-1-1 0,0 1 1,1-1-1,6-3-1,-7 4 1,-1 0 1,0 0-1,0 0 1,1 0-1,-1 0 1,0 0-1,1-1 1,-1 1-1,0 0 1,0 0-1,1 0 1,-1 0-1,0 0 1,1 0-1,-1 0 1,0 1-1,0-1 1,1 0-1,-1 0 1,0 0-1,0 0 1,1 0-1,-1 0 1,0 0-1,0 1 1,1-1-1,-1 0 1,0 0-1,0 0 1,0 1-1,1-1 1,-1 0-1,0 0 1,0 0-1,0 1 1,0-1-1,1 0 1,-1 1-1,3 8-19,-2 16-58,0-17 81,-1 1 0,0 0 0,0 0 0,-1 0 0,-2 10-1,0-9 19,2-7-16,0-1 0,0 1 0,0 0 0,0-1 0,1 1 0,0 0 0,-1 3 0,1-1-1,-1 0 0,1 0 0,-1 0 0,-2 7 0,1-8-1,1 1-1,0-1 1,0 1 0,0 6 0,1-8 0,0-1-1,0 0 0,0 1 1,-1-1-1,1 1 0,-1-1 1,0 0-1,-1 4 1,1-4-2,0 1 0,0-1 1,0 0-1,1 1 0,-1-1 1,1 1-1,-1-1 0,1 4 1,0 76-44,1-80 40,-1 0 0,1 0 0,0 0-1,0 0 1,0 0 0,0 0 0,0 0 0,1-1 0,-1 1-1,0 0 1,1-1 0,-1 1 0,1-1 0,0 1-1,0-1 1,-1 0 0,1 1 0,0-1 0,0 0 0,0 0-1,2 0 1,20 11-45,-12-11 45,0 0 0,-1-1-1,14-1 1,1 1 15,-15-1-9,0 0 0,0-1-1,12-3 1,9-1 12,-20 3-14,0-1-1,0 0 1,0 0 0,0-1-1,12-8 1,2 0-5,-21 11 1,-2 1 1,-1-1 1,1 1-1,-1 0 0,1 0 1,-1-1-1,0 0 0,0 1 1,1-1-1,-1 0 0,2-3 0,-2 3-1,1-1 0,-1 1 0,1-1 0,0 1 0,0 0 0,5-3 0,12-9-1,-5 2 9,-12 10-4,-1 0 0,1 0-1,-1 0 1,0 0 0,1-1 0,-1 1 0,0-1 0,0 1 0,0-1 0,2-4 0,-1-2 11,0-1 0,-1 1-1,0 0 1,-1-1 0,0 0 0,0 1 0,-1-14 0,-1 16-5,-1 1 1,1 0 0,-1 1 0,0-1 0,0 0 0,0 0 0,-1 1 0,0 0 0,0-1-1,-1 1 1,-6-8 0,8 11-6,1 0 0,-16-8-7,15 9 2,1 0 0,-1 0 0,0 1 0,1-1 0,-1 0 0,0 1 0,0-1 0,1 1 0,-1-1 0,0 1 0,0 0 0,0 0 0,0-1 0,0 2 0,1-1 0,-1 0 0,0 0 0,0 0 0,0 1 0,1-1 0,-1 1 0,0 0 0,0-1 0,1 1 0,-1 0 0,0 0 0,1 0 0,-1 0 0,1 0 0,0 1 0,-3 1 0,-14 16 18,-6 9 9,22-25-25,-1 0 0,1 0 0,-1 0 0,1-1 1,-7 6-1,7-7 0,0 0-1,1 1 1,-1-1 0,0 1 0,1-1 0,-1 1 0,1-1 0,0 1 0,-1 0 0,1 0 0,0 0-1,0 0 1,0 0 0,0 2 0,-4 14 21,-14 32-1,17-47-22,0 1 1,1-1 0,0 1-1,-1 0 1,1-1-1,0 1 1,1 0-1,-1 0 1,1 0 0,0 0-1,0 0 1,0 0-1,0-1 1,2 8 0,0-3-9,-1-1-10,1 0 0,0 0 0,1 0 0,-1 0 0,1-1 1,1 1-1,-1-1 0,6 7 0,0-1-3,-7-9 26,0 0 0,0 0 0,0-1 0,1 1 0,-1-1 0,1 0 0,-1 1 0,1-1 0,0 0 0,0 0 0,5 2 0,13 6-131,-13-5-76,0-1 0,1 0 0,-1-1 0,15 4-1,15 0-1975,0-1-1,1-1 0,0-3 0,59-3 0,-54-4-858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5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497 447 1092,'0'-2'317,"0"0"-1,0 0 1,-1 0 0,1 0-1,-1 0 1,1 0 0,-1 0-1,-2-3 1,3 3-121,-1 0 0,0 0-1,0 0 1,1 1 0,-1-1 0,1 0 0,0 0 0,-1-4 0,1 4-57,0 0 0,0-1 0,-1 1 0,1-1 0,-1 1 0,0 0 0,1-1 0,-2-2 0,1 3-28,0 0 0,0 0 0,0-1 0,1 1 0,-1 0 0,1-1 0,-1 1 0,1-4 0,0 4-12,0 0-1,0 0 0,-1 0 1,1 0-1,-1 1 1,1-1-1,-1 0 0,-1-3 1,1 3-10,0 0 1,0 0-1,0 0 0,1 1 1,-1-1-1,1 0 1,0 0-1,-1-4 1,1 3 37,-1 1 0,1-1 0,-1 0 0,0 0 1,0 0-1,0 1 0,0-1 0,0 1 1,0-1-1,-3-3 0,-4-9 519,6 9-423,2 5-188,-1 0 1,1 0-1,0 0 0,-1 0 0,1 1 0,0-1 0,-1 0 0,1 0 0,-1 1 0,1-1 0,-1 0 0,0 0 1,1 1-1,-1-1 0,0 1 0,1-1 0,-1 1 0,-1-1 0,-10-11 564,10 11-536,1-1 0,0 1 0,-1-1 1,1 1-1,-1 0 0,0 0 1,1-1-1,-1 1 0,0 0 1,-3-1-1,-15-5 492,19 7-526,1 0 1,-1 0-1,1 0 1,-1 0-1,0 0 1,1 0 0,-1 1-1,1-1 1,-1 0-1,0 0 1,1 0-1,-1 1 1,1-1 0,-1 0-1,1 1 1,-1-1-1,1 0 1,-2 1-1,-1 1 86,-19 7 505,8-4-273,1 0 0,0 1 1,0 1-1,1 0 1,0 0-1,-19 16 0,7-1 189,-17 16 76,17-14-395,16-17-163,1 0 1,0 1-1,-12 16 0,5 0 21,1 0-1,-16 44 1,12-28-21,12-30-47,1 0 1,0 0-1,1 1 0,0-1 1,0 1-1,1-1 1,-1 16-1,2 5-11,0-21 0,0 0 1,1 0-1,0 1 0,1-1 0,3 11 1,-3-14-5,1 0 1,0-1 0,1 1 0,-1-1-1,1 0 1,7 11 0,-7-14 1,0 0 0,0 0 0,0 0 0,0 0 1,0-1-1,1 1 0,-1-1 0,1 0 0,0 0 0,-1 0 1,1 0-1,8 2 0,2-1-57,1 1 0,0-2 0,0 0 0,0 0 0,1-2-1,-1 0 1,0-1 0,0 0 0,0-1 0,0-1 0,0 0 0,0-1 0,-1-1 0,1 0 0,-1-1 0,-1 0 0,1-1 0,15-12 0,17-12-160,-28 19 144,-1 0 0,23-22 0,-9 1 65,-1-1 0,-2-2 1,-1-1-1,24-44 1,-22 25 219,23-62-1,-25 54 206,-20 46-185,7-25-1,0-1 70,-7 11-102,-5 26-145,-1 0-1,1 0 1,-1 1-1,2-1 0,3-7 1,-4 10 3,-1 1 0,1-1 0,-1 0 0,0 0 1,0 1-1,0-1 0,0 0 0,-1 0 0,1 0 0,-1-6 1,0 8-23,0 1 1,0 0 0,0-1-1,0 1 1,1 0 0,-1 0-1,1-1 1,-1 1 0,1 0-1,-1 0 1,2-3 0,-1 3 22,0 0 0,-1 0 0,1 0 0,-1 0 0,1 0 0,-1 0 0,1 0 0,-1-1 0,0 1 0,0 0 0,1-2 0,-1 1 78,-15 20-46,0 0-1,2 1 1,0 1-1,-16 34 1,24-44-51,-29 48 163,16-29-91,-14 33-1,23-42-62,-17 35 32,-10 19-64,19-37-2,-11 36 14,10-22-21,-2 16-60,19-63 48,0-1 0,1 1 0,0 0 1,0-1-1,0 7 0,0-3-4,0-7 14,0 1-1,0-1 0,0 1 1,0-1-1,0 1 0,0-1 0,0 1 1,1 0-1,-1-1 0,0 1 0,0-1 1,0 1-1,1-1 0,-1 1 1,0-1-1,1 0 0,-1 1 0,0-1 1,1 1-1,-1-1 0,0 0 0,1 1 1,0 0-1,0-1-1,-1 0 1,0 0-1,1 1 0,-1-1 0,0 0 1,0 0-1,1 1 0,-1-1 1,0 0-1,0 1 0,1-1 0,-1 0 1,0 1-1,0-1 0,0 0 1,1 1-1,-1-1 0,0 1 0,0-1 1,0 0-1,0 1 0,0-1 0,0 1 1,0 0-3,1-1 0,-1 0 0,0 1 0,1-1 1,-1 1-1,0-1 0,1 0 0,-1 1 0,1-1 0,-1 0 0,1 0 1,-1 1-1,1-1 0,-1 0 0,0 0 0,1 0 0,-1 1 1,1-1-1,0 0 0,-1 0 0,1 0 0,0 0 0,6-1-26,-1 1 0,0-1-1,1-1 1,-1 1 0,0-1 0,0 0-1,0-1 1,8-3 0,45-30-245,-41 25 211,3-3-22,0 0-1,-1-1 0,19-19 1,-9 7 26,-16 16 46,-1 0 0,18-22 0,-17 20 27,-13 12-8,0 0 0,1 0 0,-1 0 0,0 0 0,0 0 0,0 0 0,1 0 0,-1 0 0,0 0 0,-1-1 0,1 1 0,0 0 0,0-1 0,-1 1 0,1 0 0,0-1 0,-1 1 0,1-1 0,-1 1 0,0-1 0,1-2 0,-1 1 2,0 7 7,-2 0-17,1-1 0,-1 1 1,0-1-1,0 0 0,0 0 0,0 0 1,-5 6-1,5-6 2,-1 0 3,0 1-1,0 0 1,1 0 0,0 0-1,0 0 1,0 0-1,0 0 1,-2 9 0,3-8 2,-28 48 7,25-42-47,3-8 26,0 0 1,0 1-1,0-1 1,-1 0-1,-1 4 1,1-5 4,1 1 1,0-1-1,0 1 1,0 0-1,0-1 1,0 1-1,0 0 1,1 0-1,-1 3 1,-2 12-24,0-10 5,2-5 2,0 1 0,0 0 1,0 0-1,0 0 0,0 0 0,1 7 0,0-8-75,0 0 0,0-1 0,0 1-1,0 0 1,1-1 0,0 1 0,-1 0 0,1-1 0,0 1 0,0-1 0,0 0-1,1 1 1,-1-1 0,0 0 0,1 1 0,0-1 0,2 2 0,-1-1-118,0-1 1,0 0 0,1 0-1,-1 0 1,0 0-1,1-1 1,-1 1 0,1-1-1,0 0 1,-1 0-1,8 1 1,13 1-864,0-2 0,0 0 0,0-2 0,0 0 0,0-2 0,-1 0 0,1-2 0,37-12 0,-31 8 608,-16 5 300,0 0 0,0-2 0,15-7 0,6-3 48,-19 9 182,0-1-1,0 0 1,-1-1-1,15-11 1,-22 13 45,-3 4-35,-1-1 0,0 1 0,0-1 1,0 0-1,0-1 0,-1 1 0,1-1 1,2-5-1,9-14 431,-11 20-359,-1 0 0,0-1 0,0 0-1,0 0 1,-1 1 0,0-1 0,0-1 0,0 1-1,-1 0 1,1 0 0,0-8 0,-2 5 99,-1 3-84,1 1 0,0-1 0,1 1-1,1-9 1,-2 11-117,1 1 0,-1 0 0,1 0 0,-1 0 0,1 0 1,-1-1-1,0 1 0,0 0 0,0 0 0,0-1 1,0 1-1,0 0 0,0 0 0,0-1 0,0 1 1,0 0-1,-1 0 0,1-1 0,0 1 1,-2-2-1,2 1-6,-1-18 414,1 17-374,0 0 0,0 0 0,0 1 0,0-1 1,-1 0-1,1 0 0,-2-4 0,1 4-6,0 0 7,-1-1 1,1 1 0,-1 0 0,1 0 0,-1 0 0,0 0-1,0 0 1,-4-4 0,3 4-4,0 0-33,1 0 0,-1 1-1,0-1 1,0 1 0,0 0 0,0-1 0,0 2 0,-1-1 0,1 0 0,-1 0-1,1 1 1,-1 0 0,1 0 0,-7-1 0,3 2 25,1 0 1,-1 0-1,0 1 1,0 0-1,-10 4 1,-4 3 253,15-6-172,0 0 0,1 0 0,-1 1 0,0 0 0,1 0 0,-10 8 0,-28 19 695,31-23-616,0 1 1,-18 16-1,14-8-117,0 1 0,0 1 0,2 0-1,0 1 1,-20 37 0,33-53-107,-1 0 0,1 0 0,-1 1 0,1-1 0,0 1 0,0-1 0,1 0 0,-1 1 1,0 6-1,1-9-2,0 1 0,0-1 1,0 0-1,-1 1 1,1-1-1,0 0 1,-1 1-1,1-1 1,-1 0-1,0 0 0,0 2 1,0-2 0,1-1 0,-1 1 0,1 0 0,-1-1 0,1 1 0,0 0 0,-1 0 0,1-1 0,0 1 0,0 0 0,-1 0 0,1 0 0,0-1 0,0 1 0,0 0 0,0 0 0,0 0 0,0-1 0,0 1 0,1 0 0,-1 0 0,0 0 0,19 34-18,-19-34 16,1 1 0,-1-1 1,1 1-1,0-1 0,0 0 0,-1 1 1,1-1-1,0 0 0,0 0 0,0 1 1,1-1-1,0 1 0,1-1-2,-1 1 0,1-1-1,0 0 1,0 0 0,-1 0 0,6 0-1,2 0 1,-1 0 0,0-1 0,1 0-1,-1-1 1,1 0 0,-1 0 0,0-1 0,1-1-1,9-3 1,9-1-7,54-21 10,-80 27 1,11-5 9,-1 0 0,-1 0 0,18-13-1,-4 2-8,-14 9-10,0 0-1,-1-1 1,0-1 0,12-14 0,-15 16 25,-6 7-12,-1 1 0,1-1 1,-1 1-1,1-1 0,-1 1 1,0-1-1,1 1 1,-1-1-1,0 1 0,1-1 1,-1 1-1,0-1 1,0 0-1,1 1 0,-1-1 1,0 0-1,0 1 0,0-1 1,0 0-1,0 1 1,0-2-1,0 1 24,-2 1-21,2 0-6,-1 0 0,1 0 0,-1 0 0,1 0 0,-1 0-1,1 1 1,-1-1 0,1 0 0,-1 0 0,1 0 0,0 1 0,-1-1-1,1 0 1,-1 1 0,1-1 0,0 0 0,-1 1 0,1-1 0,0 0 0,0 1-1,-1-1 1,1 1 0,0-1 0,0 1 0,-1-1 0,1 1 0,0 0-1,-1 0 1,0 0 0,1 1 0,-1-1-1,0 0 1,0-1 0,1 1 0,-1 0-1,0 0 1,0 0 0,-1 0 0,-20 11 1,17-9-1,0 0 1,0 0 0,0 0 0,-8 7-1,-8 5 1,18-13-2,0 0 1,0 0 0,1 0 0,-1 1 0,0-1 0,-3 5 0,-19 22-3,14-16 0,0 0 0,-17 27 0,27-37 3,0-1-1,1 1 0,-1-1 0,1 1 1,0-1-1,-1 1 0,1 0 0,1-1 1,-1 1-1,1 3 0,-1 3-10,1-8 10,-1 0 0,1-1 0,0 1 0,-1 0 1,1-1-1,0 1 0,-1-1 0,1 1 0,0-1 0,0 1 0,0-1 0,-1 0 1,1 1-1,0-1 0,0 0 0,0 0 0,0 0 0,0 1 0,0-1 0,1 0 1,2 0-1,1 2 2,0-1 0,0 0 0,0-1 0,1 1 0,-1-1 0,0 0 0,0 0 0,6-1 0,42-12-9,-4 2 3,-33 9 7,-1-1 1,0 0-1,1-1 1,-1-1-1,0 0 1,14-8 0,6-7 1,-20 11-2,23-11-1,-18 10 0,33-21-1,-40 23 2,-2 0 0,20-17-1,-6 3-12,-5 7 16,-2 0-1,0-2 0,25-31 1,-41 46 3,0-1 0,-1 0 0,0 1 1,0-1-1,1 0 0,-2 0 1,1 0-1,0 0 0,0 0 0,-1 0 1,0 0-1,0 0 0,0 0 1,0 0-1,0-4 0,-1-6-22,1 12 12,-1 1 1,1-1 0,-1 0 0,0 1-1,1-1 1,-1 0 0,0 1 0,0-1-1,1 1 1,-1-1 0,0 1 0,0-1-1,0 1 1,0-1 0,1 1 0,-1 0-1,0 0 1,0-1 0,-2 1 0,1-1 0,-1 1 0,1 0-1,-1-1 1,1 1 0,-1 0 0,1 0 0,-1 0 0,-4 1 0,1 0-2,4 0 0,0-1 0,0 0 0,0 1 1,0 0-1,0-1 0,0 1 0,0 0 0,0 0 0,0 0 0,0 0 0,1 0 0,-1 1 0,-1 1 1,-9 7-16,9-8 13,1-1-1,0 1 1,0 0 0,0 0-1,0-1 1,1 1-1,-1 0 1,0 1 0,-1 3-1,-6 5-9,8-10 13,0 0 0,0 0 0,0 0 0,0 0 0,0 0 0,1 0 0,-1 0 0,0 0 0,1 0 0,-1 0 0,0 1 0,1-1 0,0 0 1,-1 1-1,1-1 0,0 2 0,-1-2 0,1 1 1,0-1 0,0 1 0,0-1 0,-1 0 0,1 1 0,0-1 0,-1 0 0,0 1 0,1-1-1,-2 2 1,1-2 2,0 0-1,1 1 1,-1-1-1,1 0 1,-1 0-1,1 1 0,-1-1 1,1 0-1,0 1 1,0-1-1,0 2 1,0 3-3,0-1 0,0 0 0,1 1 0,0-1 0,0 0 0,1 0 0,2 6 0,-3-2-7,1 4-18,1-9 19,-2-3 6,0 0 0,-1 0 1,1 0-1,-1-1 0,1 1 0,-1 0 1,1 0-1,-1 0 0,0 0 1,1 0-1,-1 0 0,0 0 1,0 0-1,0 2 0,1-2 2,-1 0-1,0 1 1,0-1-1,0 0 1,1 0-1,-1 1 1,1-1 0,-1 0-1,1 0 1,-1 1-1,2 0 1,-1-1 0,-1 0 0,1 1 0,0-1 0,-1 0 0,1 1 0,-1-1 0,0 0 0,1 1 0,-1-1 0,0 1 0,0 1 0,0-2 0,0 1 1,0-1-1,0 1 1,0-1 0,0 1-1,1-1 1,-1 0-1,0 1 1,1-1-1,-1 1 1,1-1-1,-1 0 1,1 1-1,0-1 1,-1 0-1,1 0 1,0 1-1,2 0 1,-3-1-2,1 0 1,-1 0-1,1 0 0,-1 0 1,0 0-1,1 0 1,-1 0-1,0 0 0,0 0 1,1 0-1,-1 0 1,0 0-1,0 1 0,0-1 1,0 0-1,-1 0 1,1 0-1,0 0 0,0 0 1,-1 2-1,-9 15 5,7-4-6,1-10 7,0 0-1,1 0 0,0 0 0,0 0 1,0 0-1,0 0 0,1 0 0,-1 0 1,1 7-1,0-4-14,0-5 8,-1 0 1,1 0-1,0 0 0,0 0 0,0 0 1,0 0-1,1 0 0,-1 0 0,0 0 1,1 0-1,0 3 0,5-2 5,0 0-1,-1 1 0,1-2 0,0 1 1,1-1-1,-1 0 0,7 1 0,15 1-75,0-2-1,45-1 1,-41-2 0,-13 0-56,0-1 0,0 0 1,34-10-1,-42 9 81,1-1 20,0 1 0,0-2 0,0 1 0,-1-2 0,1 1 0,-1-2 0,-1 1 0,1-2 0,-1 1 0,-1-1 0,1-1 0,-1 0 0,15-19 0,-14 13-5,0 1 0,-1-2 0,-1 1-1,12-30 1,0-2 58,-12 31 56,8-23 0,-3-2 215,0 5 203,14-71 0,-25 90-356,18-97 903,-17 67-456,1 34-427,-2 10-90,-1-1 0,-1 0 0,1 1 1,0-1-1,-1 0 0,1-4 0,-1-2 70,0 8-69,0 6-54,-1-4-20,1 1 1,0 0 0,0 0-1,0-1 1,-1 1 0,1 0-1,0 0 1,-1-1 0,1 1-1,-1 0 1,1-1 0,-1 1-1,1-1 1,-1 1 0,-1 0-1,0 1 2,0 11 5,1-4 1,-21 31 70,2-3 23,-1-3 4,16-27-64,0 1 0,0 0 0,-3 9 0,-2 5 102,-13 21-1,11-22-9,-9 24 1,14-27-81,3-8-24,0 0 0,0 0-1,-1-1 1,-6 10 0,0-3 0,1 0 0,0 0 0,2 1 0,0 1 1,-7 21-1,9-19-11,4-15-16,1 0-1,0 0 0,0 0 1,0 0-1,0 6 0,0 4-1,1-10-11,-1-1 1,1 1 0,0 0 0,0-1 0,0 1 0,1 0-1,2 7 1,-1-8 17,0 1-1,0-2 1,0 1-1,1 0 1,-1 0-1,1-1 1,0 1-1,0-1 1,1 0-1,-1 0 1,0 0-1,1-1 1,0 1-1,0-1 1,0 1-1,0-1 1,0-1-1,0 1 1,0-1-1,7 2 1,33-1-20,-34-1-89,1 0-1,0-1 1,-1 0-1,1-1 1,18-4-1,-10 1-949,-1-1-1,26-10 0,-40 13 172,1-1 1,-1 1-1,0-1 0,0 0 0,0 0 1,0 0-1,-1-1 0,1 1 0,-1-1 0,0 0 1,0 0-1,0 0 0,4-9 0,-5-1-2480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0:5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41 138 1148,'-2'0'515,"-1"0"0,0 0 0,1 0 0,-1-1 0,1 1-1,-1-1 1,0 1 0,1-1 0,-1 0 0,-2-1 0,-3-2 2034,6 4-1717,6-2-469,0 1-302,45-9 1085,-21 5-1030,-4 1-34,32-1 1,-6 0-37,97-9 16,7 0-34,-36 0-25,-30 3-486,-66 9-18,-6 1-148,21-4 0,-33 4 118,0 0 1,0 0-1,0 0 1,0-1-1,0 0 0,0 0 1,0 0-1,-1 0 1,1 0-1,3-4 0,4-7-2169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0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1 428,'-2'0'4820,"-5"0"-3291,5 0-395,2 8 4186,0-8-5269,0 0 0,0 1-1,0-1 1,0 0 0,0 1-1,0-1 1,0 0 0,0 0 0,0 1-1,0-1 1,1 0 0,-1 0-1,0 0 1,0 1 0,0-1 0,0 0-1,1 0 1,-1 0 0,0 1-1,0-1 1,0 0 0,1 0 0,-1 0-1,0 0 1,0 0 0,1 1-1,-1-1 1,0 0 0,0 0 0,1 0-1,-1 0 1,0 0 0,0 0-1,1 0 1,-1 0 0,0 0-1,0 0 1,1 0 0,-1 0 0,0 0-1,0 0 1,1 0 0,0 0-66,1 0 1580,31 1 4180,-33 16-4720,0-11-859,0-9-1,-1 3-156,1 0 0,-1 0 0,1 0 0,-1-1 0,1 1 0,-1 0 0,1 0 1,-1 0-1,1 0 0,-1 0 0,1 0 0,-1 0 0,1 0 0,-1 0 0,1 0 0,-1 0 0,1 1 0,-1-1 0,1 0 0,-1 0 1,2 20 194,-1-14-170,1 0 1,-1 0 0,0 0-1,0 0 1,-1 0 0,0 0-1,-1 7 1,-1-6-2,2-5-23,0-1 1,0 1-1,0-1 1,1 1-1,-1 0 1,1 0-1,-1-1 0,1 1 1,0 3-1,-1 1 20,1-1-1,-1 0 0,0 0 0,0 1 1,-3 6-1,-1 4 47,3-9-29,-1 0 0,0-1-1,-7 12 1,-3 7 79,8-15-57,-1 0 0,-9 12-1,8-12 13,0 1 0,-8 15 0,2-2 31,-5 12 54,16-32-145,1 0 0,-1 0-1,0 0 1,-4 5 0,-3 8 29,8-2-21,1-13-27,0-1 0,0 0 0,0 1 1,0-1-1,0 0 0,0 0 0,0 1 0,0-1 0,0 0 0,-1 0 1,1 1-1,-1-1 0,0 2 0,-2 0 0,2-3-2,1 0 1,0 1 0,-1-1 0,1 0-1,-1 1 1,1-1 0,0 1-1,-1-1 1,1 0 0,0 1 0,-1-1-1,1 1 1,0-1 0,0 1-1,0-1 1,-1 1 0,1-1 0,0 1-1,0 0 1,0-1 0,0 1-1,11-2 54,-11-86-9990,1 81 8896,0 0 1,1 0-1,-1 0 1,1 0-1,0 0 1,1 1-1,0-1 1,0 0-1,0 1 1,5-7 0,-4 7-244,7-10-2172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05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648 178 1612,'0'-2'363,"0"0"-1,0 0 1,-1 0-1,1 0 1,-1 0-1,0 0 1,1 0 0,-1 0-1,-2-3 1,-2-6 706,-4-2-181,8 12-761,0 0 0,0 0 0,0 0-1,0 0 1,0 0 0,0-1 0,0 1 0,1 0 0,-1-1 0,1 1 0,-1 0 0,1-1-1,-1 1 1,1-3 0,-1 2 26,1 1 0,-1 0-1,1 0 1,0-1 0,-1 1-1,0 0 1,1 0 0,-1 0 0,0 0-1,0 0 1,1 0 0,-1 0 0,0 0-1,-2-1 1,-6-9 973,7 6-842,2 5-216,-1-1 0,1 0 0,0 1 0,-1-1-1,1 1 1,0-1 0,-1 1 0,1-1 0,-1 1 0,1-1 0,-1 1 0,1-1 0,-1 1 0,0-1-1,1 1 1,-2-1 0,2 1-13,-1-1 0,1 1 1,-1-1-1,1 1 0,-1-1 0,1 0 0,-1 1 0,1-1 0,-1 0 0,1 1 0,0-1 0,-1 0 0,1 1 1,0-1-1,0 0 0,-1 0 0,1 0 0,0 0-2,0 0 0,0 0 0,-1 1 0,1-1 0,0 0 0,0 0 0,-1 1 0,1-1 0,0 0 0,-1 1 0,1-1 0,-1 0 0,1 1 0,-1-1 0,1 1 0,-1-1 0,0 0 0,-5-3 308,0 0-1,-1 1 0,1 0 0,-1 0 1,1 0-1,-1 1 0,0 0 0,0 0 1,-11 0-1,-3 1-205,1 2-1,-1 1 1,1 0 0,-1 1 0,1 2 0,0 0 0,-33 13 0,40-10-102,1 0 1,0 1 0,0 0 0,1 1 0,-11 11-1,5-5-19,-2 1-28,10-10-9,1 1 0,0 0 0,-12 15 0,-15 31-1,29-45 5,0 0 0,0 0-1,1 0 1,-6 17-1,-12 43 25,14-42-14,1 1 24,1 0 0,1 0 0,1 1 0,2-1 1,-1 36-1,5-51-29,0 0 1,1 0-1,3 14 1,-1-10-4,-1-6 0,1 0 0,0 0 1,8 14-1,-4-8-1,-2-7 13,0-1 0,0 1 1,1-1-1,0 0 0,0 0 0,1-1 0,1 0 0,-1-1 0,1 0 0,17 11 0,-13-11 6,-1 0-1,2-1 0,-1 0 0,1-1 1,-1 0-1,1-2 0,0 1 1,1-2-1,-1 0 0,1 0 0,-1-1 1,1-1-1,25-3 0,-30 0-12,1 0 0,16-7-1,2-1 7,-10 5 1,0-1 0,26-13 1,-36 15 17,-1 1 0,0-2-1,-1 1 1,1-1 0,-1-1 0,0 1 0,8-11 0,2-4 85,-9 12-38,0-1 0,0 0 1,7-15-1,-1 2 8,-9 15-54,0-1 0,-1 1 0,1-1 0,5-18-1,12-87 85,-19 51-64,0 48-44,-1 2 2,1-1 0,-2 0 0,0 0 0,0 0 0,-2 0 0,-1-19 0,-1 23-2,1-1 6,0 0 0,-1-16 0,3 18 7,-1 0 0,0 0 0,0 0 0,-1 0-1,-5-16 1,-12-4 68,15 15-51,-5-5-11,-1-1 1,10 17-29,-1 0 1,-1 1 0,1-1 0,0 1 0,-1-1-1,1 1 1,-1-1 0,0 1 0,0 0-1,0 0 1,0 0 0,-4-4 0,-3 1-9,-13-10-22,16 10 11,0 0 0,0 1 1,0 0-1,-7-4 0,-5-2-57,12 7-62,1 1-1,0-1 0,-1 1 0,0 0 0,1 0 0,-1 1 0,-11-2 0,-43 1-4833,55 2 4273,0-1-892,1 0 0,-1 1 1,1-1-1,0-1 0,-1 1 0,1-1 1,-7-3-1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08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376 529 1556,'-10'-7'12976,"18"10"-12345,-7-3-536,0 1 0,0-1 1,-1 1-1,1-1 0,0 0 1,0 1-1,0-1 0,0 0 1,-1 1-1,1-1 0,0 0 1,0 0-1,0 0 1,1 0-1,0 0 14,-1 0 0,1 0 0,-1 0 0,1 0 0,-1 0 0,1-1 1,-1 1-1,0-1 0,1 1 0,-1-1 0,1 1 0,-1-1 0,2-1 0,5 1 353,-6 1-63,-1-1-56,7-2 27,-7 3-342,-1 0 0,1-1 0,0 1 0,-1 0 0,1 0-1,0 0 1,-1-1 0,1 1 0,0 0 0,-1-1 0,1 1 0,-1-1-1,1 1 1,-1 0 0,1-1 0,-1 1 0,1-1 0,-1 0-1,1 1 1,-1-2 0,17-3 331,-13 4-316,4-3 108,-2 0-72,-3 1-69,0 1 1,-1-1-1,1 1 1,0 0 0,0 0-1,1 0 1,-1 1-1,0-1 1,7-1 0,19-11 89,22-4-56,-45 17-60,-2 1 14,21-6-2,-10 3 7,1-1-2,-14 3-2,0 1 1,0-1 0,0 1 0,0 0 0,0-1-1,0 1 1,0 0 0,0 0 0,1 0 0,-1 0-1,2 1 1,4 0-6,-6-1 3,0-1-1,-1 1 1,1 0 0,0 0 0,-1 1-1,1-1 1,0 0 0,-1 0 0,1 1-1,0-1 1,-1 1 0,1-1 0,-1 1 0,3 1-1,0 0 4,-3-2-1,0 0-1,-1 0 0,1 1 1,0-1-1,0 0 0,-1 1 1,1-1-1,0 1 1,-1-1-1,1 0 0,-1 1 1,1-1-1,-1 1 0,1 0 1,-1-1-1,1 1 0,-1-1 1,1 1-1,-1 0 1,0-1-1,1 1 0,-1 0 1,0 0-1,0-1 0,1 1 1,-1 0-1,0 0 1,0-1-1,0 2 0,0 0-1,1-1 0,-1 1 0,0-1 0,0 1-1,0-1 1,0 1 0,0-1 0,0 1 0,-1-1-1,1 1 1,0-1 0,-1 1 0,1-1 0,-2 2 0,-12 19 15,12-17-4,-1-1 0,0 1 1,0-1-1,0 1 1,0-1-1,-1 0 0,0 0 1,0-1-1,-8 7 1,5-5 5,0 1 1,0-1-1,-8 11 1,-15 12 25,-32 14 22,48-32-59,-1 0-1,-17 8 0,5-3 0,-84 55 47,110-69-50,0-1 2,1 0 0,-1 0 0,0 1 0,1-1 0,-1 0 0,1 1 0,-1-1 0,1 1 0,-1-1 0,1 1 0,-1-1 0,1 1 0,-1-1 0,1 1 0,0 0 0,-1-1 0,1 1-1,0 0 1,-1-1 0,1 1 0,0 1 0,-7-1 17,6-1-24,9 0-15,-5-1 26,1 1-1,0-1 1,-1 0 0,1 0-1,-1 0 1,1-1 0,5-3-1,12-4 6,77-18 2,-86 23-18,0 1 1,-1 1-1,1 0 1,16-1-1,-26 3 2,-1 1 0,0-1 1,0 0-1,0 0 0,0 1 0,0-1 0,0 1 0,0-1 0,0 1 0,0 0 0,0-1 0,0 1 0,0 0 0,0-1 0,0 1 1,0 0-1,-1 0 0,1 0 0,0 0 0,-1 0 0,1 0 0,0 0 0,-1 0 0,0 0 0,1 0 0,-1 0 0,1 0 1,-1 1-1,0-1 0,0 0 0,0 0 0,0 2 0,0-3 4,0 0 0,0 0 0,0 1 0,0-1 0,0 0 0,0 0 0,0 1 0,0-1 0,0 0 0,0 0 0,0 1 0,1-1 0,-1 0 0,0 0 0,0 0 0,0 1 1,0-1-1,0 0 0,0 0 0,1 1 0,-1-1 0,0 0 0,0 0 0,0 0 0,0 0 0,1 0 0,-1 1 0,0-1 0,0 0 0,1 0 0,-1 0 0,0 0 0,0 0 0,0 0 0,1 0 0,-1 0 0,0 0 0,1 0 0,-1 0-1,0 1-1,0-1 1,1 0-1,-1 0 0,0 0 1,0 0-1,1 0 1,-1 0-1,0 0 1,0 0-1,1 0 0,-1 0 1,0 1-1,0-1 1,0 0-1,1 0 1,-1 0-1,0 0 0,0 1 1,0-1-1,0 0 1,1 0-1,-1 0 1,0 1-1,0-1 0,0 0 1,0 0-1,0 1 1,0-1-1,0 0 1,0 0-1,0 1 0,0-1 1,0 0-1,0 0 1,0 1-1,0-1 1,0 0-1,0 61-621,0-60 345,5-1-1062,-1-1 797,0 0 0,0 0 0,0-1 0,0 1 0,0-1 0,8-4-1,0 0-383,0 1 27,-1 1 220,-1-1 0,1 0 0,-1 0 0,15-12 0,3-4 191,-2-2 0,0-2 0,37-44 0,-49 52 652,-2-1 0,0 0 0,16-31 0,5-21 1976,-30 64-1762,-1 0-1,1 0 1,-1-1 0,2-8-1,2-8 1045,-5 18-1071,0-1-1,0 1 1,0-1 0,-1 1 0,0-1 0,0 0 0,0 1 0,-2-7 0,-10-44 1558,11 53-1861,-4-10 166,0 1 0,-1 0 0,0 0 0,-15-21-1,11 18-44,3 5-91,-1 1 0,0 1 0,0-1 0,-1 1 0,0 1 0,-15-10 1,-2-2 42,7 6-67,0 1-1,0 0 0,-1 2 0,-33-12 1,45 19-48,0 1 1,1 0 0,-1 0-1,0 1 1,-10 0 0,-6-2 16,-38-4 39,54 7-44,-1 0 1,1 0-1,-1 0 1,-13 4-1,-1-1 5,-2 2-3,1 0 0,-1 2 0,1 0 0,0 2 0,0 1-1,-27 16 1,39-19-2,1 0 0,0 1 0,0 0 0,1 1-1,-11 12 1,-42 52 133,61-70-144,-16 22 52,2 1-1,1 1 1,1 1-1,-19 50 1,30-70-48,-6 19 36,-8 35 0,8-27-13,4-10-13,2 0-1,0 0 0,2 0 1,2 33-1,-1-18-28,0-31 15,1-1 0,0 1 1,1 0-1,0-1 0,0 0 1,1 1-1,0-1 0,0 0 0,1 0 1,6 11-1,6 17 46,-13-29-34,-1-1 0,1 0-1,0 1 1,1-2-1,-1 1 1,9 10-1,-10-14-11,11 14 28,2-1 1,-1-1-1,2 0 1,23 16-1,-7-13 20,1-1 0,1-1-1,65 18 1,-81-28-37,1-1-1,0-1 1,0 0 0,0-2-1,1 0 1,27-2 0,117-23 166,-136 19-150,3-2 121,1-1-1,-2-2 0,1-1 0,39-21 1,-57 24 93,-1 0 1,0-1-1,0 0 1,-1-1 0,20-21-1,-23 22-68,-4 4-92,-1 0-1,1-1 0,-1 1 1,0-1-1,0 0 0,-1 1 1,4-12-1,1-2 99,23-66 382,-26 72-521,-1 0 0,0 0 0,-2-1 0,2-20 0,2-32 52,1 3-40,-5 16-14,0 25 16,-1 0 1,-4-38 0,0 42-10,2 11-16,1 0 0,0-1 0,0-8 1,0 9-13,1 0 0,-1 0 1,-1 0-1,1 0 0,-1 1 0,0-1 1,-1 1-1,-3-8 0,-30-49 5,35 62-30,-5-7-45,0 1 0,0 0 0,0 0-1,-1 0 1,0 1 0,0 0 0,0 0 0,-1 1 0,0 0 0,-17-8 0,0 3-761,-1 0 0,-41-9 0,48 15-890,-1 0 0,-38-1 0,55 4 1249,0 1-1,1 0 1,-1-1 0,0 1-1,0-1 1,-5-2 0,5 2-625,0-1 1,1 1-1,-1-1 0,0 0 1,0 1-1,1-1 0,-1-1 1,-3-3-1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16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234 272 908,'0'0'1986,"2"-1"-522,-1 0-1187,-1 1-241,0 0 0,0-1-1,0 1 1,1 0 0,-1 0-1,0 0 1,0 0 0,0-1 0,0 1-1,0 0 1,0 0 0,1 0-1,-1 0 1,0 0 0,0 0-1,0 0 1,0-1 0,0 1 0,1 0-1,-1 0 1,0 0 0,0 0-1,0 0 1,0 0 0,1 0-1,-1 0 1,0 0 0,0 0 0,0 0-1,1 0 1,-1 0 0,0 0-1,0 0 1,0 0 0,0 0-1,1 0 1,-1 0 0,0 0-1,0 1 1,0-1 0,0 0 0,1 0-1,-1 0 1,0 0 0,0 0-1,0 0 1,0 0 0,0 1-1,0-1 1,1 0 0,-1 0 0,0 0-1,0 0 1,0 1 0,0-1-1,0 0 1,0 0 0,0 0-1,0 0 1,0 1 0,0-1 0,0 1 816,2-2-141,-1 0-546,-1 1 1,1-1-1,0 0 0,-1 1 1,1-1-1,0 0 0,-1 1 0,1-1 1,-1 0-1,1 1 0,-1-1 1,0 0-1,1 0 0,-1 0 0,0 0 1,1 1-1,-1-1 0,0 0 1,0 0-1,0 0 0,0 0 1,0-1-1,0 1 610,0 1-661,0 0 1,0 0-1,0-1 0,1 1 0,-1 0 0,0 0 1,0-1-1,0 1 0,0 0 0,0 0 0,0-1 1,0 1-1,0 0 0,0 0 0,0 0 0,0-1 1,-1 1-1,1 0 0,0 0 0,0-1 0,0 1 1,0 0-1,0 0 0,0 0 0,0-1 0,-1 1 1,1 0-1,0 0 0,0 0 0,0 0 0,-1-1 1,0 1-122,1 0 47,0 0 1,0 0-1,-1 0 0,1 0 1,0 0-1,0 0 0,-1 0 0,1 0 1,0 0-1,0 0 0,-1 0 0,1 0 1,0 0-1,0 0 0,-1 0 1,1 0-1,0 0 0,0 1 0,-1-1 1,1 0-1,0 0 0,0 0 1,-1 0-1,1 0 0,0 1 0,0-1 1,0 0-1,-1 0 0,1 0 0,0 1 1,0-1-1,0 0 0,0 0 1,0 1-1,0-1 0,-1 0 0,1 0 1,0 1-1,0-1 0,0 0 0,0 0 1,0 1-1,0 0 877,-2-1-769,2 0-138,-1 0 0,1 0-1,-1 1 1,1-1 0,-1 0-1,1 0 1,-1 0 0,1 1-1,-1-1 1,1 0 0,0 0-1,-1 1 1,1-1-1,-1 0 1,1 1 0,0-1-1,-1 1 1,1-1 0,0 0-1,-1 1 1,1-1 0,0 1-1,0-1 1,0 1 0,-1 0-1,1 0-2,-1 0-1,0 0 1,1 0 0,-1 0-1,0 0 1,0 0-1,0 0 1,1 0 0,-1 0-1,-2 1 1,-2 1-1,-1 0 0,1 1-1,0-1 1,0 1 0,0 1 0,1-1 0,0 1 0,-1-1 0,1 1-1,1 0 1,-1 1 0,1-1 0,0 1 0,-4 8 0,5-9-11,0-1 0,0 0 1,-1 0-1,1 0 0,-1 0 1,-5 5-1,-8 11-8,9 1 11,-9 3 1,10-16 3,0 0-1,-7 15 1,-2 6 22,9-18-10,0 1 0,-9 24 0,-7 45-30,21-74 9,0 1 0,0-1-1,0 1 1,1-1-1,0 1 1,1 8-1,0 6-10,-1-22 17,0 1 0,0 0 0,0 0-1,1 0 1,-1-1 0,0 1 0,0 0 0,0 0 0,1 0 0,-1-1 0,0 1 0,1 0 0,-1 0 0,0-1 0,1 1-1,-1 0 1,1-1 0,0 2 0,0-2 1,-1 1-1,1-1 1,-1 1 0,1 0-1,-1-1 1,0 1-1,1-1 1,-1 1 0,0 0-1,1-1 1,-1 1 0,0 0-1,0-1 1,0 1-1,0 0 1,0 0 0,0-1-1,0 2 1,0 1 0,2 2 1,6 0 4,4 3 3,-8-7-7,-1 1-1,0-1 1,0 0-1,1 0 0,-1 0 1,1-1-1,-1 1 0,1-1 1,-1 0-1,7 0 1,-4 0 0,0-1 0,0 0 0,-1 0 0,1 0-1,7-3 1,9-4 9,-18 7-7,-1 0 0,1-1-1,0 1 1,0-1 0,3-3-1,15-5 1,-18 8 0,1 0 0,-1 0 0,0 0 0,0 0 0,8-6-1,6-6 4,-11 10-7,-1-1 0,0 0 0,-1 0 0,1 0 0,-1 0 0,6-8-1,4-11 4,34-39-1,-43 56-1,-1 0-1,1 0 0,-2-1 1,1 1-1,5-14 0,0 1 2,12-35 3,-19 48-2,0-1 0,0 1 0,-1-1 1,2-11-1,1-1 10,17-70 22,-20 76-28,-1 0-1,0 0 0,-2-18 1,0 5-3,1 22 3,-1 1 0,1-1 0,-1 0 0,-3-8 0,3 8-1,0 1 1,0-1-1,0 1 0,0-9 0,0 4-4,0 0 0,-1 0 0,1 0 0,-7-15 0,-10-5-12,17 26 8,0 1 1,0-1 0,-1 0-1,1 1 1,0-1-1,-1 1 1,0-1-1,1 1 1,-1 0 0,0 0-1,0-1 1,-1 1-1,1 1 1,0-1-1,-1 0 1,-4-2-1,5 2-3,-1 1 0,1 0 0,-1 0 0,0 0 0,1 0 0,-1 0-1,0 0 1,1 1 0,-1-1 0,0 1 0,0 0 0,1 0-1,-4 0 1,-2 1 2,0 0 1,0 1-1,-9 3 0,-14 4 1,17-5 44,1 1-1,-1 1 0,1 0 1,0 1-1,-22 15 0,20-13-14,12-7-38,1 0-1,-1 0 1,0 0 0,1 0 0,0 0 0,-1 0 0,1 1-1,0-1 1,0 1 0,0 0 0,0-1 0,1 1-1,-1 0 1,1 0 0,0 0 0,0 0 0,-2 6-1,-15 25-102,-4 47 55,21-75 59,0-1 0,0 1 0,1-1 0,0 1 0,0-1 1,0 1-1,1-1 0,1 8 0,2 6 3,8 19 0,-6-20 1,-4-13-3,0-1-1,0 1 1,1 0-1,-1-1 1,1 0-1,0 0 1,0 0-1,7 7 1,-2-3-5,1-1 0,0 0 1,12 7-1,-11-9 7,1 0 1,-1-1-1,1-1 0,0 1 0,11 1 0,-7-4 3,1 0 0,16-2 0,-9 1-8,-18 0 5,0 0 0,-1-1 0,1 1-1,-1-1 1,1 0 0,0 0 0,-1 0 0,0-1-1,1 0 1,6-3 0,-7 3-1,0 0 1,0 0-1,0 1 0,0 0 1,0 0-1,1 0 0,7-1 1,-5 1-5,-1 0 1,0 0 0,0-1 0,7-2 0,-4 0 5,1 0 1,-1-1-1,0-1 1,0 0-1,0 0 1,-1 0 0,0-1-1,0 0 1,8-10-1,-12 3-26,-3 12 26,0 1 0,0-1 0,0 0 0,0 1 0,0-1 0,-1 0-1,1 0 1,0 0 0,-1 0 0,1 1 0,-1-1 0,0 0 0,0 0-1,0 0 1,0 0 0,0 0 0,0-3 0,0-7 23,0 12-25,0-1-1,0 1 0,0 0 0,0-1 0,0 1 1,0 0-1,0-1 0,0 1 0,0 0 0,0-1 1,0 1-1,0 0 0,0-1 0,0 1 0,0 0 1,0-1-1,0 1 0,0 0 0,-1-1 0,1 1 1,0 0-1,0-1 0,0 1 0,-1 0 0,1 0 1,0-1-1,0 1 0,-1 0 0,1 0 0,0-1 1,0 1-1,-1 0 0,1 0 0,0 0 0,-1 0 1,1 0-1,0-1 0,-1 1 0,1 0 0,0 0 1,-1 0-1,1 0 0,0 0 0,-1 0 0,1 0 0,0 0 0,0 0 0,0 0-1,0 0 1,-1 0 0,1 0 0,0 0 0,0 0 0,0 0 0,0 0 0,0 0 0,-1 0 0,1 0 0,0-1 0,0 1 0,0 0 0,0 0 0,0 0 0,0 0 0,0 0 0,-1 0 0,1 0 0,0-1 0,0 1 0,0 0 0,0 0 0,0 0 0,0 0 0,0 0-1,0-1 1,0 1 0,0 0 0,0 0 0,0 0 0,0 0 0,0 0 0,0-1 0,0 1 0,0 0 0,0-1 0,0 1 0,0 0 0,0-1 0,0 1 0,0 0 0,0-1 0,0 1 0,0 0 0,0-1 0,0 1 0,0 0 0,0-1 0,0 1-1,-1 0 1,1-1 0,0 1 0,0 0 0,0 0 0,0-1 0,-1 1 0,1 0 0,0 0 0,0-1 0,-1 1 0,1 0 0,0 0 0,0 0 0,-1-1 0,1 1 0,0 0 0,-1 0 0,1 0 0,0 0 0,0 0 0,-1-1-1,1 1 1,0 0 0,-1 0 0,1 0 0,-1 0 1,1 0-1,0 0 0,0 0 0,0 0 0,0 0 1,0 0-1,-1 0 0,1 0 0,0 0 0,0 0 1,0 0-1,0 0 0,0 0 0,0 0 0,-1 0 1,1 0-1,0 0 0,0 0 0,0 0 0,0 0 1,0-1-1,0 1 0,0 0 0,-1 0 0,1 0 1,0 0-1,0 0 0,0 0 0,0 0 0,0-1 1,0 1-1,0 0 0,0 0 0,0 0 0,0 0 1,0 0-1,0-1 0,-11 3-95,11-2 96,-1 1 1,1-1-1,0 1 1,0 0-1,0-1 1,-1 1-1,1-1 0,0 1 1,-1 0-1,1-1 1,-1 1-1,1-1 1,0 1-1,-1-1 1,1 0-1,-1 1 1,1-1-1,-1 1 1,0-1-1,0 1 0,1-1 2,-1 2 0,0-1-1,1 1 1,-1 0 0,1 0-1,0 0 1,0-1 0,0 1-1,0 0 1,0 0 0,0 0-1,1 3 1,-1-3-28,0 0 18,1-1 0,-1 1 0,0-1-1,1 1 1,0-1 0,-1 0 0,1 0 0,0 1 0,0-1 0,0 0 0,0 0 0,0 0 0,0 0 0,0 0-1,0 0 1,0 0 0,0 0 0,1 0 0,1 1 0,0 0 14,0-1 1,0 0-1,0 1 0,0-1 1,0 0-1,0 0 0,0-1 0,0 1 1,4 0-1,-6-1-6,0 0-1,-1 0 1,1 0-1,0 0 1,0 0 0,0 0-1,0 0 1,-1 1-1,1-1 1,0 0-1,0 1 1,0-1 0,-1 0-1,2 2 1,9 1 6,-3-3-4,-3 0 2,0 1 0,0-2 0,-1 1-1,1-1 1,0 1 0,0-1 0,8-3-1,18-4 39,-29 8-33,-1-1-10,9-4 1,-1 4-2,-9 1 18,3-4-13,-4 4-2,1 0 1,0-1-1,-1 1 1,1 0 0,0-1-1,-1 1 1,1 0-1,0 0 1,-1 0-1,1 0 1,0-1-1,-1 1 1,1 0-1,0 0 1,-1 0-1,1 0 1,-1 0 0,1 0-1,0 0 1,-1 0-1,1 0 1,-1 0-1,1 0 1,0 0-1,-2 0 1,1 0 17,-1 0-20,1 0 1,0 0-1,0 0 0,0 0 1,0 0-1,-1 0 0,1 0 1,0-1-1,0 1 1,0 0-1,0-1 0,0 1 1,0-1-1,-2-1 0,1 2-6,2-1 4,0 1 0,0 0 1,0 0-1,-1 0 0,1 0 0,0 0 0,0 0 0,0 0 0,-1 0 1,1 0-1,0 0 0,0 0 0,-1 0 0,1 0 0,0 0 0,0 0 0,0 0 1,-1 0-1,1 0 0,0 0 0,0 0 0,-1 0 0,1 0 0,0 0 1,0 1-1,0-1 0,-1 0 0,1 0 0,0 0 0,0 0 0,0 0 1,0 1-1,-1-1 0,1 0 0,0 0 0,-7 4-33,5-5 26,-1 1-1,-12 8 5,-16 7 4,-2 6 1,32-21 0,1 0 0,0 1 0,0-1 0,-1 0 0,1 1 0,0-1 0,0 0 0,0 1 0,0-1 0,-1 1 0,1-1 0,0 0 0,0 1 0,0-1 0,0 1 0,0-1 0,0 0 0,0 1 0,0-1 0,0 1 0,1 0 0,-3 9-6,-27 31-29,28-38 32,0-1-1,0 1 1,1-1-1,0 1 0,-1-1 1,1 1-1,0-1 1,0 1-1,0-1 1,1 5-1,0 3-23,-2-1 14,1-7 12,-1 1 0,1-1 0,0 1 0,0-1 1,0 1-1,0-1 0,1 1 0,-1-1 1,0 1-1,3 4 0,0-4 4,-3-3-3,1 0 1,-1 1-1,1-1 1,-1 0-1,0 1 1,1-1 0,-1 1-1,0-1 1,1 1-1,-1-1 1,0 1 0,1-1-1,-1 1 1,0-1-1,0 1 1,0-1 0,0 1-1,1-1 1,-1 1-1,0-1 1,0 1-1,0 1 5,1-1-1,-1 0 0,1 0 0,0 0 0,0 0 0,-1 0 0,1-1 0,0 1 0,0 0 0,0 0 0,0 0 0,1 0 1,7 7 14,-7-6-17,-1-1 1,1 1-1,0-1 0,0 1 0,0-1 1,0 0-1,0 1 0,0-1 0,1 0 1,-1-1-1,0 1 0,4 1 0,1-1 3,0 0 0,0 0 0,10 0 0,-11-1 2,0-1-1,0 1 1,0-1 0,0 0 0,8-2-1,-12 2-3,1 1 0,-1 0 0,1-1-1,-1 1 1,1 0 0,4 1-1,-5-1-3,1 0-1,-1 0 0,1 0 1,-1 0-1,1 0 0,4-1 1,25-11-50,-27 11 53,-4 1-2,-1 0 0,0 0 1,0 0-1,1 0 0,-1 0 0,0 0 1,0 0-1,0 0 0,1 0 0,-1 0 1,0 0-1,0 0 0,1 0 0,-1 0 1,0-1-1,0 1 0,0 0 0,0 0 1,1 0-1,-1 0 0,0 0 0,0-1 1,0 1-1,0 0 0,1 0 0,-1 0 1,0 0-1,0-1 0,0 1 0,0 0 1,0 0-1,0 0 0,0-1 0,0 1 1,0 0-1,0 0 0,0-1 0,1 1 1,-1 0-1,-1-1 0,1 0 10,0 3 3,1-2-13,-1 0 0,0 0 0,0 0 0,0 1 0,0-1 0,0 0 0,0 0 0,0 0 0,0 0 0,0 1 0,0-1 0,0 0 0,0 0 0,0 0 0,0 0 0,0 0 0,0 1 0,0-1 0,0 0 0,0 0 0,0 0 0,0 0 0,-1 0 0,1 1 0,0-1 0,0 0 0,0 0 0,0 0 0,0 0 0,0 0 0,0 0 0,-1 1 0,1-1 0,0 0 0,0 0 0,0 0 0,0 0 0,-4 0-6,0 0 4,1-1-1,-1 1 1,1 1 0,-1-1 0,-4 1-1,5 2 2,2-3 1,1 1 0,0-1 0,-1 0 0,1 0 0,0 1 0,-1-1-1,1 0 1,-1 0 0,1 0 0,-1 1 0,1-1 0,0 0 0,-1 0-1,1 0 1,-1 0 0,1 0 0,-1 0 0,1 0 0,0 0 0,-1 0-1,-3 0-3,1 1 0,0 0 0,0 0 0,0 0 0,0 0 0,0 1 0,0-1 0,-5 5 0,0-1-2,-24 16-1,29-19 8,1 1 0,0-1 1,0 0-1,0 1 0,0 0 0,1-1 0,-2 4 0,1-4-2,1 0 0,-1-1 0,0 1-1,1 0 1,-1-1 0,0 1 0,0-1 0,-4 3 0,4-3-1,0 0 1,0 0-1,0 1 0,0-1 0,0 1 1,0 0-1,0 0 0,-2 3 0,-7 15-15,10-20 17,1 1 0,-1 0-1,1-1 1,0 1 0,0 0 0,-1-1-1,1 1 1,0 0 0,0-1 0,0 1-1,0 0 1,0 0 0,0-1 0,0 2-1,-1 6 4,-3-3-4,3-5 1,1 0 0,0 1-1,-1-1 1,1 1 0,-1-1-1,1 1 1,0-1 0,0 0 0,-1 1-1,1-1 1,0 1 0,0-1 0,-1 1-1,1-1 1,0 1 0,0 0-1,0-1 1,0 1 0,0-1 0,0 1-1,0 0 1,2 5-1,5 0-8,-3-4 10,-4-1-1,1-1 0,0 1 0,0 0 0,0-1 0,0 1 0,1 0-1,-1-1 1,0 1 0,0-1 0,0 0 0,0 1 0,0-1 0,1 0-1,-1 0 1,0 0 0,0 0 0,1 0 0,-1 0 0,0 0 0,0 0-1,2-1 1,2 1-11,-1 0 6,17 0-325,-1 0-1,0-1 0,0-1 1,37-9-1,-29 4-1993,34-4 0,-53 9 1701,26 0-1226,-27 2 1249,0-1 0,1 1 0,-1-1-1,12-4 1,46-9-1632,-43 9 1939,-18 4 265,1 0 0,-1 0 0,0 0 1,0-1-1,0 0 0,7-4 0,56-29 96,7-12 1284,-73 45-1214,0 1 1,-1-1-1,1 1 0,-1-1 0,1 0 0,-1 0 0,1 0 0,-1 0 1,0 0-1,0 0 0,0 0 0,0 0 0,0 0 0,0 0 0,-1 0 1,1-1-1,-1 1 0,1 0 0,-1-1 0,0-3 0,0 5-87,0 1 0,1-1 0,-1 1-1,0-1 1,0 1 0,1-1 0,-1 1 0,0-1 0,1 1-1,-1-1 1,1 1 0,-1 0 0,0-1 0,1 1-1,-1 0 1,1-1 0,-1 1 0,1 0 0,0-1 0,0 1 86,0-2 49,-1 0 0,1-1-1,-1 1 1,1 0 0,-1 0-1,0 0 1,0 0 0,0 0-1,0-1 1,-1-3 0,1 1 295,-1 4-426,1 0 0,0 1 0,-1-1 0,1 0 0,-1 1 0,0-1 0,1 1 0,-1-1 1,0 1-1,1-1 0,-1 1 0,-1-1 0,2 1 20,-1-6 232,1 6-251,0-1 0,0 1 0,0-1-1,0 1 1,0-1 0,0 1-1,0-1 1,0 1 0,0 0 0,0-1-1,0 1 1,-1-1 0,1 1 0,0-1-1,0 1 1,0 0 0,-1-1 0,1 1-1,0-1 1,-1 1 0,-2-3 139,0 1 0,0 0 0,0-1 1,0 0-1,-2-3 0,5 6-177,0 0 0,-1-1 0,1 1 1,0-1-1,0 1 0,-1 0 0,1-1 0,0 1 0,0 0 0,-1-1 0,1 1 0,0 0 0,-1 0 0,1-1 1,-1 1-1,1 0 0,0 0 0,-1-1 0,1 1 0,-1 0 0,0 0 0,-4-3 370,0 1-275,1 0 0,-1 0 0,0 0-1,0 0 1,0 1 0,-1 0 0,1 0 0,0 0-1,0 1 1,-1 0 0,1 0 0,0 0 0,0 0 0,-1 1-1,-4 1 1,-1 1-60,0 0-1,0 0 1,1 1 0,-1 0-1,1 1 1,-11 7 0,15-8-52,1 1 0,0 0 0,0-1 1,-5 8-1,-5 4-4,11-13 3,1 0-1,0 1 1,-1-1-1,1 1 1,0 0-1,0 0 1,1 0-1,-1 0 1,1 1-1,-3 6 1,-2 4 0,5-12-2,0 0 1,1 1-1,-1-1 1,1 0 0,0 0-1,0 1 1,0-1 0,0 1-1,1-1 1,-1 5-1,-6 12-2,14-1-2,-7-18 6,0-1 1,0 1-1,0-1 1,0 1 0,0 0-1,0-1 1,0 1-1,0-1 1,0 1-1,0 0 1,0-1-1,0 1 1,0-1 0,1 1-1,-1-1 1,0 1-1,0 0 1,1-1-1,-1 1 1,0-1 0,1 1-1,-1-1 1,1 0-1,-1 1 1,1-1-1,-1 1 1,1 0-1,6 5-1,-5-5 1,-1 0-1,1 1 1,0-1-1,-1 0 1,1 0-1,0 0 1,0-1-1,0 1 1,0 0-1,0-1 1,0 1-1,0-1 1,4 1-1,28 1-19,-24-2 14,-1 0 0,1-1 0,-1 1 0,1-2 0,-1 1-1,1-1 1,-1-1 0,0 0 0,0 0 0,0-1 0,9-5 0,17-8-9,-28 14 14,0 0 0,0-1 0,-1 1 0,9-7 0,9-7 17,-16 12-14,0-1-1,-1 1 0,12-12 0,3-6 6,-11 13-3,-1-1 0,11-14 0,-8 6 6,-1-1 0,0-1-1,-2 0 1,11-28-1,-16 35 6,2 0 0,12-19 0,-17 28-7,1 0 0,-1 0 1,0 0-1,-1 0 0,1-1 0,-1 1 0,1-9 0,-2 7 9,2 0 0,-1 0 0,5-11 0,0 1 23,0 0-1,-1 0 1,0 0 0,-1-1 0,-2 1 0,1-1 0,-1-18 0,-2 34-37,0 1 1,0 0 0,0-1 0,0 1 0,1-1 0,-1 1 0,0 0 0,1-1 0,-1 1 0,1 0 0,1-3 0,-1 3 3,0 0 0,-1 0 0,1-1 0,-1 1 0,1 0 0,-1-1 0,1 1 0,-1 0 0,0-1 0,0 1 0,1-3 1,-2 3-6,1 0 0,1 1 0,-1-1 1,0 0-1,0 0 0,0 0 1,0 0-1,0 1 0,1-1 0,-1 0 1,0 0-1,1 0 0,-1 1 1,1-1-1,-1 0 0,1 0 0,-1 1 1,1-1-1,-1 1 0,1-1 1,0 0-1,1 0 0,-2 1 2,0 0 0,0 0-1,0 0 1,0 0 0,1-1 0,-1 1-1,0 0 1,0 0 0,0 0 0,0 0-1,0 0 1,1 0 0,-1 0 0,0-1-1,0 1 1,0 0 0,0 0 0,0 0-1,0 0 1,0 0 0,0-1 0,0 1-1,0 0 1,0 0 0,1 0 0,-1 0-1,0-1 1,0 1 0,0 0 0,0 0-1,0 0 1,0 0 0,-1-1-1,1 1 1,0 0 0,0 0 0,0 0-1,0 0 1,0 0 0,0-1 0,0 1-1,0 0 1,0 0 0,0 0 0,0 0-1,0 0 1,-1-1 0,1 1 0,0 0-1,0 0 1,0 0 0,0 0 0,0 0-1,-1 0 1,1 0 0,0 0 0,0 0-1,0-1 1,0 1 0,0 0 0,-1 0-1,1 0 1,0 0 1,-1 0 0,1 0-1,0 0 1,0 0 0,0-1 0,-1 1-1,1 0 1,0 0 0,0 0 0,-1 0 0,1 0-1,0 0 1,0 0 0,-1 0 0,1 0-1,0 0 1,0 0 0,-1 0 0,1 0-1,0 0 1,-1 0 0,1 0 0,0 0 0,0 0-1,0 1 1,-1-1 0,1 0 0,0 0-1,0 0 1,-1 0 0,1 0 0,0 1-1,0-1 1,0 0-4,0 1 0,0-1-1,-1 0 1,1 0 0,0 1-1,0-1 1,0 0 0,0 0 0,0 1-1,0-1 1,0 0 0,0 0-1,0 0 1,-1 1 0,1-1 0,0 0-1,0 0 1,0 0 0,0 1-1,-1-1 1,1 0 0,0 0 0,0 0-1,-1 0 1,1 0 0,0 1-1,0-1 1,-1 0 0,0 0-1,1 0 1,-1 1 0,1-1-1,-1 1 1,0-1-1,1 1 1,-1-1-1,1 1 1,-1-1 0,1 1-1,-1-1 1,1 1-1,-1 1 1,-1 1-9,0-1 0,-1 1 0,1-1 0,0 1 0,-1-1-1,1 0 1,-1 1 0,-5 2 0,4-3-34,-1 1 0,1 0-1,1 1 1,-7 6 0,-34 40-115,29-34 185,1 0 0,1 0 1,-22 37-1,31-47 39,0 1-1,-10 11 1,9-12-28,0 0-1,-7 13 1,-3 8-10,2 1 0,0 0-1,-10 40 1,21-60-31,1 1 0,1 0 0,-1 0 0,2 12-1,0-3 4,-1-15 1,0 1-1,1-1 1,0 0-1,-1 0 1,1 1-1,0-1 1,0 0-1,3 4 1,0 2 5,-2-5-2,0 0-1,1 0 1,0 0 0,0 0-1,0-1 1,0 1 0,1-1 0,-1 0-1,7 4 1,7 7-1,-14-12-5,-1 0 0,1 0 1,0 0-1,0-1 1,0 1-1,0-1 0,1 1 1,-1-1-1,6 1 1,8 3-8,-12-3 4,1 1 1,0-1-1,-1-1 0,1 1 0,0-1 0,0 0 0,0 0 0,0 0 0,10-1 1,10 3-14,-22-2 12,0 0 0,0 0 0,0-1 0,0 1 0,0-1-1,0 0 1,0 0 0,5-2 0,18-3-10,1 0 13,-1-2-1,45-16 1,-63 20 1,1-1 1,0 0 0,0-1 1,0 0-1,-1-1 0,0 1 0,10-10 0,-1 2 13,-16 12-10,1-1-1,-1 0 1,1 0-1,-1 0 1,0 0-1,1 0 0,-1-1 1,0 1-1,1-3 1,6-15 3,-8 16-4,1 0-1,-1 0 0,1 0 0,0 1 1,3-5-1,-4 6 0,0 0 0,-1 1 0,1-1 0,-1 0 0,0 0 0,1 0-1,-1 1 1,0-1 0,0 0 0,0 0 0,0 0 0,-1-2 0,0-5 15,1 5-7,1 3-8,-1-1-1,0 0 1,0 1 0,0-1 0,0 1-1,0-1 1,0 0 0,0 1 0,-1-1-1,1 0 1,-2-2 0,-1 2-4,3 2 2,0 0 0,-1 0 0,1 0 0,-1-1 0,1 1 1,0 0-1,-1 0 0,1-1 0,0 1 0,-1 0 0,1-1 0,0 1 0,0 0 0,-1-1 0,1 1 0,0-1 1,0 1-1,0 0 0,-1-1 0,1 1 0,0-1 0,0 1 0,0 0 0,0-1 0,0 1 0,0-1 0,0 1 1,0-1-1,0 1 0,0-1 0,0 0 0,0 0-8,-2 1 1,0 0 5,-1 1-1,1-1 1,-1 1 0,1-1-1,0 1 1,-1 0-1,1 0 1,-4 2 0,-11 4-17,10-4 6,-1 1 1,1 0-1,0 0 0,-10 8 0,-3 1-1,15-9 11,0 0 0,0 0 1,-7 8-1,8-7 8,-1-1 0,0 1 0,-9 5-1,10-6 0,-1-1 1,0 1-1,1 0 0,0 0 0,0 0 1,-4 6-1,-12 13-8,13-15 6,0 0-1,-8 11 1,1 0 67,14-17-69,-1 1 1,0-1 0,1 1 0,-1-1 0,1 1-1,0-1 1,0 1 0,0-1 0,0 1 0,1 4 0,0 2-52,-2-8 51,1-1 1,0 1-1,0-1 1,0 0-1,0 1 1,0-1 0,0 1-1,0-1 1,0 0-1,0 1 1,0-1-1,0 1 1,0-1-1,0 1 1,0-1 0,0 0-1,1 1 1,-1-1-1,0 1 1,0-1-1,0 0 1,1 1 0,-1-1-1,0 0 1,0 1-1,1-1 1,-1 0-1,0 1 1,1-1-1,-1 0 1,0 0 0,1 1-1,0-1 1,3 2-1,-4-2 1,0 0 0,0 0 0,0 0 0,0 0 0,0 0 0,0 0-1,1 0 1,-1 1 0,0-1 0,0 0 0,0 0 0,0 0 0,0 0 0,0 0 0,0 0 0,0 0 0,0 0 0,0 0 0,0 0 0,1 0 0,-1 1 0,0-1 0,0 0 0,0 0 0,0 0 0,0 0 0,0 0 0,0 0 0,0 0 0,0 1 0,0-1 0,0 0 0,0 0 0,0 0 0,0 0 0,0 0 0,0 0 0,0 0 0,0 1 0,0-1 0,0 0 0,0 0 0,0 0 0,-1 0 0,1 0 0,0 0 0,0 0 0,0 1 0,0 3 1,12 7 3,3 1-4,-14-11-2,0 1 1,1-1 0,-1 0 0,1 0-1,-1 0 1,1 1 0,0-1 0,-1 0-1,1-1 1,0 1 0,0 0 0,0-1-1,0 1 1,-1-1 0,3 1 0,31 6 1,97-7 64,-120-1-62,0-1-1,-1 0 1,1 0-1,-1-2 1,14-4 0,0 0 8,96-34-1,-112 39-6,0 0 1,0-1-1,-1-1 0,0 1 1,16-12-1,33-34 89,-38 31 1,-16 16-90,-1 0 0,1 0 1,-1 0-1,0-1 0,0 1 1,3-8-1,9-13-4,-13 22 0,1 0 0,-1 0 0,0-1 0,1 1 0,-1-1 1,0 1-1,1-6 0,-2 6 0,1-1 0,0 1 1,0-1-1,0 0 0,0 1 0,1 0 1,2-5-1,-1 2 4,0 0 1,0 0-1,0-1 1,3-8-1,-4 8 4,-1 1 3,0 0 1,0 0-1,0 0 1,-1-1-1,0 1 0,0 0 1,-1-8-1,0-7 1,1 20-12,0-1 1,-1 1-1,1-1 1,0 1-1,0-1 0,0 1 1,0-1-1,-1 1 1,1-1-1,0 1 0,0-1 1,-1 1-1,1 0 1,0-1-1,-1 1 0,1-1 1,-1 1-1,1 0 1,0-1-1,-1 1 1,1 0-1,-1-1 0,1 1 1,-1 0-1,1 0 1,-1 0-1,1-1 0,-1 1 1,0 0-1,-21-2-83,20 2 81,-1 0 0,1 1-1,0-1 1,0 1 0,0-1 0,0 1 0,0 0 0,0 0 0,0 0-1,0 0 1,0 0 0,1 0 0,-4 3 0,0 1-8,4-5 9,1 0 0,-1 0-1,1 1 1,-1-1 0,1 1 0,-1-1 0,1 0-1,-1 1 1,1-1 0,-1 1 0,1-1-1,-1 1 1,1-1 0,0 1 0,-1-1 0,1 1-1,0 0 1,-1-1 0,1 1 0,0-1 0,0 1-1,0 0 1,0-1 0,0 1 0,-1 0 0,1-1-1,0 1 1,0 0 0,1-1 0,-1 1 0,0 0-1,0-1 1,0 1 0,0-1 0,0 1 0,1 0-1,-1-1 1,0 1 0,1-1 0,0 2 0,-1-2 1,0 0 0,0 1 1,1-1-1,-1 0 1,0 0-1,0 1 0,1-1 1,-1 0-1,0 0 0,0 1 1,0-1-1,1 0 1,-1 1-1,0-1 0,0 0 1,0 1-1,0-1 1,0 0-1,0 1 0,0-1 1,0 1-1,0-1 1,0 0-1,0 1 0,0-1 1,0 0-1,0 1 1,0-1-1,0 0 0,0 1 1,0-1-1,-1 0 0,1 1 1,0-1-1,-1 2 0,1-1-1,-1 0 1,1 1-1,-1-1 1,1 0-1,-1 1 1,1-1-1,0 0 1,0 1-1,0 2 1,0-4 0,0 1 1,0 0 0,0 0 0,0 0 0,1 0 0,-1-1 0,0 1 0,0 0 0,1 0 0,-1-1 0,1 1 0,-1 0-1,1 0 1,0 0 0,0 0-1,-1 0 0,1 0 0,-1-1 0,1 1 0,-1 0 0,1 0-1,-1 0 1,0 0 0,1 0 0,-1-1 0,0 1 0,0 0 0,1 0 0,-1 2 0,0-1-3,0 0 0,1 0 0,-1 0 0,1 1 0,0-1 0,-1 0 0,1 0 0,2 3 0,3 6-14,12 11 2,-16-18 15,0-1 1,-1-1 1,1 1-1,-1-1 0,0 1 0,0-1 0,0 1 0,-1-1 1,1 1-1,0 3 0,-1-4 3,0 0-1,0 0 1,1 0 0,-1 0 0,1 0 0,0 0-1,1 4 1,-1-4-2,0 0 0,0 0-1,-1 0 1,1 0 0,0 0-1,-1 0 1,1 4 0,-1 42 136,0-47-137,0 0 1,0 0-1,0-1 1,0 1-1,0 0 1,-1 0 0,1-1-1,0 1 1,0 0-1,0 0 1,-1-1-1,1 1 1,0 0 0,-1-1-1,1 1 1,-1 0-1,1-1 1,-2 2-1,2-1-2,-1-1-1,1 1 0,-1-1 0,1 1 0,-1 0 1,1-1-1,0 1 0,-1 0 0,1 0 0,0-1 0,-1 1 1,1 0-1,0 0 0,0-1 0,0 1 0,0 0 1,0 0-1,0 1 0,0 1-3,-1 0-1,1-1 1,0 1 0,-1 0 0,0 0-1,0 0 1,0-1 0,0 1-1,-2 4 1,2-6 6,1 0 1,-1 0-1,1-1 0,0 1 0,0 0 0,-1 0 0,1 0 0,0 0 0,0 0 1,0 0-1,0 2 0,-1 5 5,0-6-3,-1 0 1,1 0-1,0 0 0,0 1 1,0-1-1,1 1 0,-1-1 1,1 0-1,-1 1 0,1-1 1,0 1-1,0 4 1,0-6-3,-1-1 0,1 1 1,0 0-1,0-1 0,0 1 1,-1 0-1,1-1 1,0 1-1,-1-1 0,1 1 1,-1-1-1,1 1 0,0-1 1,-2 2-1,2-2 0,-1 0 0,1 0 0,0 0 0,0 1 0,-1-1 0,1 0 0,0 0 1,0 1-1,-1-1 0,1 0 0,0 0 0,0 1 0,0-1 0,-1 0 0,1 1 0,0-1 0,0 0 0,0 1 0,0-1 0,0 0 0,0 1 0,0-1 0,0 0 0,0 1 0,0-1 0,0 0 1,0 1-1,0-1 0,0 0 0,0 1 0,0-1 0,0 0 0,0 1 0,1 0 0,2 2-2,-3-3 2,1 0-1,-1 1 1,1-1-1,-1 0 0,0 1 1,1-1-1,-1 1 1,0-1-1,1 1 1,-1-1-1,0 1 1,1-1-1,-1 1 1,0-1-1,0 1 1,0-1-1,0 1 1,1-1-1,-1 1 1,0-1-1,0 1 1,-1 0-1,1 3-1,12 5 1,-8-7 0,0 0 0,0 0-1,0 0 1,0-1 0,0 0-1,0 0 1,1 0 0,-1 0 0,0-1-1,1 1 1,6-2 0,6 0-144,28-6 0,-9 1-331,-23 4-471,0-1 0,0-1 0,-1 0-1,0 0 1,0-2 0,20-10-1,-30 15 454,0-1 0,0 1 0,0-1 0,0 0 0,0 0 0,-1 1 1,1-1-1,0 0 0,-1-1 0,3-3 0,8-11-3692,-1 9 694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16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428 74 2340,'-1'-3'687,"-1"0"0,1 0-1,-1 0 1,1 0 0,0 0-1,0 0 1,0 0 0,1 0-1,-1-1 1,1 1 0,0 0-1,-1 0 1,2-1 0,-1-3-1,0-3 1362,0 10-1823,-1-1-1,1 0 0,0 1 1,-1-1-1,0 1 1,1-1-1,-1 0 1,1 1-1,-1-1 1,0 1-1,1 0 1,-3-2 283,3 2-452,0 0 0,0 0 0,0-1 0,0 1 0,0 0 0,0 0 0,-1 0 0,1-1 0,0 1 0,0 0 0,0 0 0,0 0 0,0-1 0,-1 1 0,1 0 0,0 0 0,0 0 0,0 0 0,-1 0 0,1-1-1,0 1 1,0 0 0,0 0 0,-1 0 0,1 0 0,0 0 0,0 0 0,-1 0 0,1 0 0,0 0 0,0 0 0,-1 0 0,1 0 0,0 0 0,0 0 0,-1 0 0,1 0 0,0 0 0,0 0 0,-1 0 0,1 0 0,0 1 0,0-1 0,0 0 0,-1 0 0,1 0-1,0 0 1,0 0 0,0 1 0,-1-1 0,1 0 0,0 0 0,0 0 0,0 1 0,0-1 0,0 0 0,0 0 0,-1 0 0,1 1 0,0-1 0,-1 2-15,-1 1 0,1-1 0,0 0 1,-1 1-1,1-1 0,0 1 0,0 2 0,0-2-13,0-1-1,0 1 0,0-1 1,0 1-1,0-1 0,-1 0 1,1 1-1,-1-1 0,-2 4 1,-8 8 112,0 1-1,1 0 1,-9 19 0,7-13-19,-16 23 1,19-31-54,-12 23 0,-1 3 14,11-23-46,4-6-8,1 1 0,-9 15 0,8-9 8,-1-1 0,-1 0 0,-19 24 0,8-13-15,2 1 0,-18 34-1,30-50-12,1 1 0,-5 15-1,7-17-7,3-9-1,0 0 0,0 1 1,1-1-1,-1 1 1,1-1-1,-1 1 1,1-1-1,0 4 1,0-5-1,0-1 0,-1 1 0,1 0 1,0-1-1,0 1 0,-1-1 0,1 1 1,0 0-1,-1-1 0,1 1 0,0-1 1,-1 1-1,1-1 0,-2 2 0,2-2-1,0 0 0,-1 0 0,1 0-1,0 0 1,-1 1 0,1-1 0,0 0-1,0 0 1,-1 1 0,1-1 0,0 0-1,0 1 1,0-1 0,0 0 0,-1 1-1,1-1 1,0 0 0,0 0 0,0 1-1,0-1 1,0 1 0,0-1 0,0 0-1,0 1 1,0-1 0,0 0 0,0 1 0,0-1-1,0 0 1,0 1 0,0-1 0,0 0-1,0 1 1,1 0 0,0 1 28,0-2-82,0 1 1,0 0 0,-1 0-1,1 0 1,-1 0 0,1 0-1,-1 0 1,1 0 0,-1 0-1,1 0 1,-1 0 0,0 0-1,0 0 1,1 0 0,-1 0-1,0 2 1,0-3 31,0 1 1,0-1-1,0 0 0,0 1 1,0-1-1,0 0 0,0 0 1,0 1-1,0-1 0,0 0 1,0 0-1,1 1 0,-1-1 1,0 0-1,0 0 0,0 1 0,0-1 1,0 0-1,1 0 0,-1 0 1,0 1-1,0-1 0,1 0 1,-1 0-1,0 0 0,0 0 1,0 1-1,1-1 0,-1 0 1,0 0-1,1 0 0,-1 0 1,0 0-1,0 0 0,1 0 1,-1 0-1,0 0 0,0 0 0,1 0 1,-1 0-1,0 0 0,1 0 1,-1 0-1,1 0-43,1 0-806,0 0-392,0 0 900,-1 0 0,1-1 0,0 1 0,0-1 1,0 1-1,-1-1 0,1 1 0,0-1 0,0 0 0,-1 0 0,1 0 0,-1 0 0,3-2 1,19-20-5309,-8 8 817,-4 2 1582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17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11 521 820,'-2'-5'325,"0"1"-1,0-1 0,1 0 1,0 1-1,0-1 1,0 0-1,1 0 1,-1 0-1,1 0 0,0 1 1,1-1-1,0-7 1,2-1 129,0 0 1,0 0-1,8-17 0,0 8 42,1-1-1,2 1 0,0 1 1,27-32-1,-32 43-326,9-10 314,22-20 0,-11 11 40,-7 10-202,0 2 1,1 0-1,0 1 0,50-24 0,-57 34-232,0 0 0,0 1-1,0 0 1,0 2 0,1 0 0,21-2 0,-28 4-55,1 1-10,0 1 0,0 0 1,-1 1-1,1 0 0,0 0 0,-1 1 0,13 6 1,-2-3-30,-16-4 4,0 0-1,0 1 1,0-1-1,0 1 1,-1 0-1,1 0 1,-1 1-1,6 5 1,4 5 7,11 16 0,-24-29-6,2 3-7,-1 0 0,0 0-1,0 0 1,0 1 0,0-1 0,2 10 0,-1-4-53,-2-4-86,1-1 1,-2 1-1,1-1 1,-1 1-1,0 0 0,0-1 1,0 1-1,-2 6 1,-10 44-2933,11-53 2871,0-1-7,0 0-1,0 0 1,0 0-1,0 0 1,0 0-1,-1 0 1,1 0-1,-1 0 1,1 0-1,-1 0 1,0-1-1,-2 3 1,-5 4-1009,-4 12-1381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18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374 432 952,'0'-9'2443,"1"5"-2137,-1 1 1,0 0-1,0 0 0,0 0 1,0 0-1,-1 0 1,-1-6-1,-2 3-33,4 5-236,-1 0-1,0 1 1,1-1-1,0 0 1,-1 0 0,1 0-1,-1 0 1,1 1-1,0-1 1,0 0-1,-1 0 1,1 0-1,0 0 1,0-1-1,0-1 89,-1 0-1,0 0 1,0 0-1,0 0 1,0 1 0,0-1-1,-1 0 1,1 1-1,-4-5 1,-1-2 262,4 6-269,0 0 1,0 0-1,0 1 0,0-1 1,0 1-1,-1-1 0,1 1 1,-1 0-1,1 0 0,-1 0 1,0 0-1,0 1 0,0-1 1,0 1-1,0 0 0,0 0 0,0 0 1,-7-1-1,-2-2 182,8 4-205,0-1-1,0 0 1,0 1-1,-1 0 1,1 0-1,0 1 0,0-1 1,-7 2-1,-31 10 604,40-12-672,-10 5 180,-1 0 0,1 1 0,1 0 0,-1 1 0,1 0 0,0 1 1,0 0-1,1 0 0,0 1 0,1 1 0,0 0 0,1 0 0,0 1 0,-9 15 0,13-20-195,1 0-1,0 0 1,1 1-1,-1-1 1,1 0-1,1 1 1,-1 0-1,1-1 0,0 1 1,1 0-1,0 13 1,-1-18-5,2 1 0,-1-1 0,0 1 1,0-1-1,1 1 0,-1-1 0,1 1 1,0-1-1,0 1 0,0-1 0,0 0 1,0 1-1,1-1 0,-1 0 0,0 0 1,1 0-1,0 0 0,2 3 0,0-3-5,-1 0 0,1 1 0,-1-1 0,1-1 0,0 1 0,0 0 0,-1-1 0,1 0 0,0 0 0,7 1 0,3 0-9,1-2-1,-1 0 1,0 0 0,0-1 0,25-6 0,-25 3 13,-1-1-1,0-1 1,0 0 0,18-12 0,-25 14 5,-1 0 1,0 0 0,0-1-1,0 1 1,5-7-1,-6 6 27,0 0-1,1 0 1,0 1-1,0-1 1,6-3-1,-10 8-1,-1-1 0,1 1 0,0-1 0,-1 0 0,1 1 0,0-1 0,-1 0 0,1 1 0,-1-1 0,1 0 0,-1 0 0,0 0 0,1 1 0,-1-1 0,0 0 0,1 0 0,-1 0 0,0 0 0,0 0 0,0 1 0,0-1 0,0-1 0,0 1 721,0 9-588,0 39-142,1-45-29,0 1 0,0-1 0,0 0 0,0 1 0,1-1 0,-1 0 0,1 0 0,-1 0 0,1 0 0,3 3 0,1 2-10,-3-4 6,1 0 1,-1-1-1,1 1 1,0-1-1,0 0 1,0 0-1,0 0 1,0 0-1,0-1 1,0 1-1,0-1 1,1 0 0,-1-1-1,1 1 1,-1-1-1,5 0 1,8 1-63,-11-1 45,0 0 1,-1 0-1,1 0 1,-1 0-1,1-1 1,-1 0-1,1 0 1,-1-1-1,7-2 1,-5 1-15,73-38-164,-72 36 197,-1 0 0,1-1 0,-1 0 0,0 0-1,0 0 1,0-1 0,7-11 0,-6 6 0,19-24 1,-17 23 12,1-1 0,11-24-1,-12 22 0,56-106 202,-56 101 0,8-24 0,-1 1 272,-14 38-394,-1 3-35,-1 1 1,0-1-1,0 1 1,0 0-1,-1-1 0,1 0 1,0 1-1,-1-1 0,0 1 1,0-4-1,1 2 40,-1 0 0,1 0 0,0-1 0,2-5 0,-2 5 31,0 0 0,0 0 1,0 0-1,0-8 0,-1 12-118,0 1 0,0 0 0,0-1-1,0 1 1,0 0 0,1 0 0,-1-1 0,0 1 0,0 0-1,0-1 1,0 1 0,0 0 0,0 0 0,0-1 0,0 1-1,1 0 1,-1 0 0,0 0 0,0-1 0,0 1 0,1 0-1,-1 0 1,0 0 0,0-1 0,1 1 0,-1 0 0,0 0-1,0 0 1,1 0 0,-1 0 0,0 0 0,0 0 0,1-1-1,-1 1 1,0 0 0,0 0 0,1 0 0,-1 0 0,0 0-1,1 0 1,-1 0 0,0 0 0,1 1 0,0-1 4,1-4 112,-3 2-24,1 2-97,0 0 1,0 1-1,0-1 0,0 0 1,0 0-1,0 0 0,0 1 1,0-1-1,0 0 0,0 0 0,0 1 1,0-1-1,0 0 0,0 0 1,0 0-1,-1 0 0,1 1 0,0-1 1,0 0-1,0 0 0,0 0 1,-1 0-1,1 1 0,0-1 1,0 0-1,0 0 0,0 0 0,-1 0 1,1 0-1,0 0 0,0 0 1,-1 0-1,1 0 0,0 0 0,0 0 1,-1 0-1,1 0 0,0 1 0,-1-1 0,1 0 0,0 0 0,0 0 0,-1 0 0,1 0 0,0 0 0,0 0 0,-1 0 0,1 0 0,0 1 0,0-1 0,0 0 0,-1 0 0,1 0 0,0 0 0,0 1 0,0-1 0,0 0 0,-1 0 0,1 0 0,0 1 0,0-1 0,0 0 0,0 0 0,0 1 0,0-1 0,0 0 0,-1 0 0,1 1 0,0-1 0,0 0 0,0 0 0,0 1 0,0 0 0,0 0 0,0 1 1,0 0 0,0-1-1,-1 1 1,1 0 0,0-1-1,-1 1 1,0-1 0,1 1-1,-3 2 1,-3 11 12,1-5-4,1-1 0,-1 0 0,-7 10 0,-5 8 18,14-20-20,-2 0 1,-9 10 0,9-11-4,1 0-1,-8 13 1,-2 4-1,-17 22 0,15-22 19,-13 25 0,7-21-28,20-25 2,1 1 1,0-1-1,0 1 1,0-1 0,0 1-1,1 0 1,-1-1-1,0 1 1,1 0 0,0 3-1,0-5-16,0 1-30,0-2 46,0 1 0,0-1 0,-1 0 1,1 0-1,0 0 0,0 0 1,0 0-1,0 0 0,0 1 1,0-1-1,0 0 0,0 0 0,0 0 1,0 0-1,0 0 0,0 1 1,0-1-1,0 0 0,0 0 1,0 0-1,0 0 0,1 0 0,-1 1 1,0-1-1,0 0 0,0 0 1,0 0-1,0 0 0,0 0 1,0 0-1,0 0 0,0 1 0,1-1 1,-1 0-1,0 0 0,0 0 1,0 0-1,0 0 0,1 0 1,30-7-64,-19 6 63,0 0 0,22-6 0,-4 1 2,0 3-10,51 1 0,-78 2 13,-2 0 0,0 0-1,0 0 1,0 0-1,0 0 1,1 0 0,-1 0-1,0 0 1,0 1-1,0-1 1,0 0 0,0 1-1,0-1 1,0 1-1,0 0 1,2 0 0,7 2-12,-10-3 10,1 0 0,-1 0 1,1 0-1,0 0 0,-1 0 0,1 0 0,-1 0 1,1 0-1,-1 0 0,1 0 0,-1 1 0,1-1 0,0 0 1,-1 0-1,0 1 0,1-1 0,-1 0 0,1 1 1,-1-1-1,1 1 0,-1-1 0,0 0 0,1 1 1,0 0-1,0 0 1,0 0 0,0-1 0,0 1 0,0 0 0,0-1 0,0 1 0,0-1 0,1 0 0,-1 1 0,2-1 0,-2 1 1,0-1 0,0 0 0,1 0 0,-1 1 0,0-1 0,0 1 0,0-1 0,0 1-1,0 0 1,0-1 0,1 2 0,3 3 6,-3-3-6,-1 0-1,1 1 1,0-1 0,0 0-1,-1 1 1,1-1 0,-1 1-1,0-1 1,0 1 0,0 0-1,0-1 1,0 1 0,-1 0-1,1 0 1,-1 0 0,0-1-1,0 6 1,1 7 22,0-10-13,-1 0 0,0 0-1,0 1 1,0-1-1,-1 0 1,-2 10 0,-1-4-3,-1 2-5,0 0-1,-1 0 1,-1 0 0,0-1-1,-12 16 1,-3 5 25,14-24-16,-6 4 5,-9 9 5,21-22-16,1 1 0,-1 0 0,0 0 0,1-1 0,-1 1 0,1-1 0,-1 1 0,0-1 0,1 1 0,-1-1 0,0 0 0,0 0 0,1 0 0,-1 0 0,0 0 0,0-1 0,-2 0 0,-12-6-24,14 6 17,-1 0 0,1 0 1,-1 0-1,1-1 0,-1 1 0,1-1 0,0 1 0,0-1 1,0 0-1,-3-3 0,-4-3-3,8 8 7,0-1 1,-1 0 0,1 0 0,0 0 0,0 0 0,0-1-1,0 1 1,0 0 0,0 0 0,-1-3 0,-2-4-1,1 5-3,1-1 0,0 1 0,1-1 0,-1 0 0,1 1 0,-1-1 1,1 0-1,0 0 0,1 0 0,-1-6 0,0 8-1,1 1 0,0-1 0,0 0 0,-1 1 0,1-1 0,-1 1-1,1-1 1,-2-2 0,1 2 0,0 0-1,0 0 0,0 0 1,1 0-1,-1 0 1,1 0-1,-1 0 0,1-1 1,0-1-1,-1-3 237,1 6-318,0 0 1,0 1 0,0-1 0,0 0 0,-1 1 0,1-1 0,0 0 0,0 1-1,0-1 1,1 0 0,-1 0 0,0 1 0,0-1 0,0 0 0,0 1 0,1-1-1,-1 0 1,0 1 0,1-1 0,-1 1 0,0-1 0,1 0 0,-1 1 0,1-1-1,-1 1 1,1-1 0,-1 1 0,1-1 0,-1 1 0,1 0 0,-1-1 0,1 1-1,0 0 1,-1-1 0,1 1 0,1-1 0,10-3-1370,-8 2 775,-1 1 0,1 0 0,0 0 0,0 0 0,0 0 0,5 0 0,-7 1 307,0 0 0,0-1-1,0 1 1,0-1 0,0 1-1,0-1 1,0 0 0,0 0 0,0 0-1,0 0 1,-1 0 0,3-2-1,14-7-3069,2 3 799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18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88 912,'1'-1'132,"-1"1"-1,1-1 1,0 1-1,0-1 1,-1 0 0,1 1-1,0-1 1,-1 0-1,1 0 1,0 1 0,-1-1-1,1 0 1,-1 0-1,0 0 1,1 0 0,-1 0-1,1 0 1,-1 0-1,0 1 1,0-1 0,0 0-1,0 0 1,0 0-1,0 0 1,0 0 0,0 0-1,0 0 1,0-1-1,0-1 163,0 2-205,0 1 0,0-1 0,0 0 1,0 0-1,0 1 0,1-1 0,-1 0 0,0 0 1,0 1-1,1-1 0,-1 0 0,1 1 0,-1-1 1,0 0-1,2 0 0,-2 0 51,1 0 0,0 1 0,-1-1 1,1 0-1,-1 0 0,1 0 0,-1 0 0,0 0 0,1 0 1,-1 0-1,0 0 0,0 0 0,1 0 0,-1 0 0,0-1 0,0-4 565,-1-8 3014,1 13-3635,0 1-1,0 0 1,0-1-1,0 1 1,-1 0-1,1-1 1,0 1-1,0 0 1,0 0-1,0-1 1,-1 1-1,1 0 1,0-1-1,0 1 1,-1 0-1,1 0 1,0 0-1,-1-1 1,1 1-1,0 0 1,0 0-1,-1 0 1,1 0-1,0 0 1,-1-1-1,1 1 1,-1 0-1,1 0 1,0 0-1,-1 0 1,1 0-1,-2-4 3265,2 7-2619,-11-1-421,2 1-211,0 0 1,1 0-1,-1 1 0,-13 9 1,-8 2 131,23-11-182,-1-1-1,1 1 1,0 1-1,0-1 1,-11 11-1,9-5-9,5-6-17,1-1 0,0 1 0,-1-1-1,0 0 1,-4 3 0,3-2 7,0-1-1,1 1 0,-1 0 1,1 0-1,0 1 1,0-1-1,0 1 0,-5 9 1,7-11 5,-1 1 0,1-1 1,-1 0-1,0-1 0,-6 5 0,8-5-23,-1-1 0,0 1 0,0-1 0,1 1 0,-1 0 0,0-1 0,1 1 0,0 0 0,-1 0 0,1 0 0,0 0 0,-1 3 0,-9 22 60,9-24-65,0 1 0,0 0-1,1-1 1,-1 1 0,1 0 0,0 0 0,0 0-1,0 8 1,1-9 1,0 1 0,-1 0 1,1-1-1,-1 1 0,0-1 0,-2 5 1,2-5-2,0 0 0,0 1 0,1-1 0,-1 0 0,1 0 0,-1 5 0,1 66 51,0-71-55,1 0 0,-1 0 0,0 0 0,1 0 0,0 0 0,2 5 0,-2-5 0,0-1 0,0 1 1,-1-1-1,1 1 0,-1-1 0,1 5 0,-1-5 2,0 0 0,1 0-1,-1-1 1,0 1-1,1 0 1,-1 0 0,1-1-1,-1 1 1,1 0 0,0-1-1,0 1 1,0-1-1,0 1 1,0-1 0,1 2-1,7 12 20,-9-15-21,1 3 5,0 0 0,0-1 0,1 1 0,-1 0 0,1 0 0,-1-1 0,1 1-1,0-1 1,0 0 0,0 1 0,0-1 0,3 2 0,0 1 0,1-1 1,0 1-1,0-1 0,0-1 0,0 1 1,1-1-1,-1 0 0,1-1 0,0 1 0,0-1 1,12 2-1,-4-2 0,0-1 0,1-1 0,-1 0 1,25-4-1,48-3 18,-84 7-22,25-4 0,57-13 1,-73 13-1,-9 4 0,1-1 0,-1-1 1,0 1-1,0 0 0,6-4 1,4-2 10,-12 6-9,0 1-1,-1-1 1,1 0 0,-1 1-1,1-1 1,-1 0 0,1 0 0,-1 0-1,0 0 1,1-1 0,-1 1-1,1-2 1,4-2 6,-5 4-8,0 0 0,1-1 0,-1 1 0,0 0 0,0 0 0,0-1 0,0 1 0,0 0 0,0-1 0,-1 1 0,1-1 0,0 1 0,-1-1 0,1-2 0,0 2-2,-1 1 0,0 0 0,0 0 0,0-1 0,1 1 0,-1 0 0,1 0 0,-1-1 0,1 1 0,1-2 0,-2 2 0,1 0-1,0 0 1,0-1 0,-1 1-1,1-1 1,-1 1-1,0 0 1,1-1-1,-1 1 1,0-3-1,1-7-3,0 8 4,-1 1 0,0-1 0,0 0 0,0 1-1,0-1 1,0 0 0,-1 1 0,1-1 0,-1 1 0,0-4-1,-1 3 3,1 1 1,0 1-1,0-1 1,0 0-1,0 0 1,1 1-1,-1-1 1,1 0-1,-1 0 1,0-4-1,1 5-1,0-1-1,0 0 1,0 1-1,-1-1 1,1 1-1,-1-1 1,1 1-1,-1 0 1,1-1 0,-1 1-1,0 0 1,0-1-1,0 1 1,0 0-1,0 0 1,0-1-1,0 1 1,0 0-1,0 0 1,0 0-1,-2 0 1,1-1-3,0 1 0,1 0 0,-1-1 0,1 1 0,-1-1 0,1 1 0,-2-3 0,3 3 0,-1 0-1,1 0 1,-1 0-1,1 0 1,-1 0 0,0 0-1,1 0 1,-1 0-1,0 1 1,0-1-1,1 0 1,-1 1-1,0-1 1,0 0-1,0 1 1,-1-1-1,-8-5-15,7 5 15,0-1-1,0 1 1,0 0 0,0 0-1,0 0 1,0 1-1,0-1 1,0 1-1,0-1 1,0 1-1,0 0 1,-5 1 0,-1 0-6,0 0 1,1 1 0,-10 3 0,11-2 4,1 1 1,-1 0-1,1 0 1,0 0-1,1 0 0,-1 1 1,1 0-1,0 0 1,-8 11-1,9-11 4,1 0-1,0 1 1,1-1-1,-4 10 1,4-10 0,0 0-1,1-1 0,1 0 0,-1 1 0,1-1-1,0 1 1,0-1 0,1 9 0,0 5-6,-1-15 4,0 0 0,1 0 0,-1-1-1,1 1 1,0 0 0,0 0 0,2 4 0,3 8-20,-5-11 18,0-1-1,0 0 1,1 0 0,0 0 0,0 0 0,0 0-1,0 0 1,0 0 0,0-1 0,1 1 0,-1-1 0,1 1-1,0-1 1,-1 0 0,1 0 0,0-1 0,0 1-1,4 1 1,5 2-97,0-2-1,0 1 0,22 2 1,0 1-247,-20-4 2,1-1 0,0 0 0,0-2 0,22 0 0,-11 0-462,58-6-2991,-60 4 2536,-11 0-116,-1-1 0,0 1 1,18-8-1,2 0-2295,-8 3 198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28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242 391 888,'0'0'61,"0"0"0,0 0 0,0-1-1,0 1 1,0 0 0,0 0 0,0 0 0,0-1-1,0 1 1,0 0 0,0 0 0,0-1 0,1 1-1,-1 0 1,0 0 0,0 0 0,0-1 0,0 1-1,0 0 1,0 0 0,1 0 0,-1-1 0,0 1-1,0 0 1,0 0 0,0 0 0,1 0 0,-1-1-1,0 1 1,0 0 0,0 0 0,1 0 0,-1 0 0,0 0-1,0 0 1,1 0 0,-1 0 0,0 0 0,1 0-1,-1 0-38,0 0-1,0 0 0,1 0 1,-1-1-1,0 1 0,0 0 0,1 0 1,-1 0-1,0 0 0,0 0 1,1 0-1,-1 0 0,0-1 1,0 1-1,1 0 0,-1 0 0,0 0 1,0-1-1,0 1 0,0 0 1,1 0-1,-1-1 0,0 1 1,0 0-1,0 0 0,0-1 0,0 1 1,0 0-1,0 0 0,1-1 1,-1 1-1,0 0 0,0 0 1,0-1-1,0 1 0,0 0 0,0 0 1,0-1-1,-1 1 0,1-4 74,0 6 146,0 6 12,0-6-163,0-2-80,1 0-1,-1 0 1,0 0-1,0 1 1,0-1-1,0 0 1,0 0-1,0 1 1,0-1 0,0 0-1,0 0 1,0 1-1,0-1 1,0 0-1,0 0 1,0 0-1,0 1 1,0-1-1,-1 0 1,1 0 0,0 1-1,0-1 1,0 0-1,0 0 1,0 0-1,0 1 1,-1-1-1,1 0 1,0 0-1,0 0 1,0 0-1,-10 0 873,10 12-623,0-12-275,-1-9 355,1 9-329,0 0 0,0 0 0,0-1 0,0 1 0,0 0 0,0 0 0,-1 0 0,1 0 1,0-1-1,0 1 0,0 0 0,0 0 0,0 0 0,-1 0 0,1 0 0,0 0 1,0-1-1,0 1 0,0 0 0,-1 0 0,1 0 0,0 0 0,0 0 0,0 0 1,-1 0-1,1 0 0,0 0 0,0 0 0,0 0 0,-1 0 0,1 0 0,0 0 1,0 0-1,0 0 0,-1 0 0,1 0 0,0 0 0,0 0 0,0 0 0,-1 1 1,1-1-1,0 0 0,0 0 0,0 0 0,0 0 0,-1 1 0,-1 2 442,2-8-187,-1 5-220,-7 0 3,6 0 0,1 0 0,-7 0 4,6 0-2,3 0-46,-1 0-1,0 0 0,0 0 0,0 0 0,0-1 1,0 1-1,0 0 0,0 0 0,0 0 0,0-1 1,0 1-1,0 0 0,0 0 0,0 0 0,0 0 1,0-1-1,0 1 0,0 0 0,0 0 0,-1 0 1,1-1-1,0 1 0,0 0 0,0 0 0,0 0 1,0 0-1,0 0 0,0-1 0,-1 1 0,1 0 0,0 0 1,0 0-1,0 0 0,-8-1 75,6 1 430,1 0-385,-7 0-2,6 0 111,1-2-128,-7-2-23,6 3-29,1 1-16,-29 0 79,29 0-25,-1 0-21,1 0-75,1 0 13,-1 0 1,1 0-1,0 0 1,0 0-1,-1 0 1,1 0-1,0 0 1,-1 0-1,1 0 1,0 0-1,0 0 1,-1 0-1,1 0 1,0 0-1,0 0 1,-1 0-1,1 0 1,0-1-1,0 1 1,-1 0-1,1 0 1,0 0-1,0 0 1,0 0-1,-1-1 1,1 1-1,0 0 1,0 0-1,0 0 1,0-1-1,-1 1 1,1 0-1,0 0 1,0-1-1,0 1 0,0 0 1,0 0-1,0-1 1,0 1-1,0 0 1,0 0-1,0-1 1,0 0 529,1 1-392,0 0-134,-1 0 0,0 0 0,0 0 1,1 0-1,-1 0 0,0 0 0,1 0 0,-1 0 0,0 0 0,0 0 0,1 0 1,-1 0-1,0 0 0,1 0 0,-1 0 0,0-1 0,0 1 0,1 0 1,-1 0-1,0 0 0,0 0 0,0-1 0,1 1 0,-1 0 0,0 0 1,0 0-1,0-1 0,1 1 0,-1 0 0,0-1 0,0 1-3,0 0 1,0 0-1,-1-1 0,1 1 1,0 0-1,0 0 0,0 0 1,0-1-1,-1 1 0,1 0 1,0 0-1,0 0 0,-1 0 0,1-1 1,0 1-1,0 0 0,-1 0 1,1 0-1,0 0 0,0 0 1,-1 0-1,1 0 0,0 0 1,-1 0-1,1 0 0,0 0 0,0 0 1,-1 0-1,1 0 0,-1 0 1,0 0 114,-9-1 40,9-1-148,-10-3 42,8 4-56,2 1 3,0 0-1,-1 0 1,1-1-1,0 1 1,0 0-1,0-1 1,0 1 0,0-1-1,0 0 1,-1 1-1,1-1 1,0 0-1,1 1 1,-1-1 0,0 0-1,-1-1 1,2 0 35,-2 2-20,-6 0-3,7 0-2,1 0-12,0 0 0,0 0 0,0-1 1,0 1-1,0 0 0,0 0 0,0 0 0,0-1 1,0 1-1,0 0 0,0 0 0,0-1 0,0 1 1,0 0-1,0 0 0,0-1 0,0 1 1,0 0-1,0 0 0,0 0 0,-1-1 0,1 1 1,0 0-1,0 0 0,0 0 0,0-1 0,0 1 1,-1 0-1,1 0 0,0 0 0,0 0 0,-2-1-2,0 1-1,1-1 1,-1 1-1,1-1 1,-1 0-1,0 1 1,1-1-1,-1 0 1,1 0-1,0 0 1,-2-2-1,1 2 0,1 0-1,0 0 1,-1 0-1,1 0 0,-1 0 1,1 0-1,-1 1 1,1-1-1,-1 0 0,0 1 1,-2-1-1,1-5 10,-1 5-5,4 1-2,-1 0 0,1 0 0,0 0 0,0 0 0,0 0 0,-1 0 1,1 0-1,0 0 0,0 0 0,0 0 0,-1-1 0,1 1 0,0 0 0,0 0 0,0 0 1,-1 0-1,1 0 0,0 0 0,0-1 0,0 1 0,0 0 0,0 0 0,-1 0 0,1 0 1,0-1-1,0 1 0,0 0 0,0 0 0,0 0 0,0-1 0,0 1 0,0 0 0,0 0 1,0 0-1,0-1 0,0 1 0,0 0 0,0-1 0,-11-1 39,11 1 38,0 1 0,-1-1 0,1 1 0,0-1 0,0 1 1,0-1-1,0 0 0,-1 1 0,1-1 0,0 1 0,0-1 0,-1 1 0,1-1 0,0 1 0,-1 0 0,1-1 0,-1 1 0,1-1 0,-1 1 1,0-2-198,6 1 282,-3 1-37,-4 0-3,-5 0-8,5 0 60,4-1-118,5-3-16,-5 3 13,-2 0-52,0 1 1,0 0-1,0-1 0,0 1 1,0 0-1,0-1 0,0 1 1,0 0-1,0-1 0,0 1 1,0 0-1,0-1 0,0 1 0,0 0 1,0-1-1,0 1 0,-1 0 1,1 0-1,0-1 0,0 1 1,0 0-1,0-1 0,-1 1 1,1 0-1,-1-1-2,1 1 0,-1 0 0,0 0-1,1-1 1,-1 1 0,1 0 0,-1-1 0,0 1 0,1 0 0,-1-1 0,1 1-1,0-1 1,-1 1 0,1-1 0,-1 0 0,1-24 19,0 23-9,2 4 4,5 2 4,-5-3 196,-2-1-210,-1 0-1,1-1 1,0 1 0,0 0 0,0-1 0,0 1 0,0 0 0,0-1-1,0 1 1,0 0 0,0-1 0,0 1 0,0 0 0,1-1 0,-1 1 0,0 0-1,0 0 1,0-1 0,0 1 0,0 0 0,0-1 0,1 1 0,-1 0-1,1-1 1,-1 1-4,0 0 0,1 0 0,-1 0 0,1 0-1,-1 0 1,0 0 0,1 0 0,-1-1 0,1 1-1,-1 0 1,0 0 0,1 0 0,-1-1 0,0 1-1,1 0 1,-1 0 0,0-1 0,1 1 0,-1 0-1,0-1 1,0 1 0,1 0 0,-1-1 0,0 1-1,0-1 1,0 1 0,1 0 0,-1-1 0,0 1-1,0-1 1,0 1 0,0 0 0,0-1 0,0 1 0,0-1-1,0 1 1,0-1 0,0 1 0,0 0 0,0-1-1,0-33-63,11 32 205,-11 2-139,-1-1 0,1 1 0,0 0 0,0-1 1,0 1-1,0 0 0,0-1 0,0 1 0,0 0 0,0-1 0,0 1 0,0-1 0,0 1 1,0 0-1,0-1 0,0 1 0,1 0 0,-1-1 0,0 1 0,0 0 0,0-1 0,0 1 1,1 0-1,-1-1 0,0 1 0,0 0 0,1 0 0,-1-1 0,0 1 0,1 0 0,-1 0 1,0-1-1,1 1 0,-1 0 0,5-3 1,-2-16 231,-2 19-232,0 0 0,-1 0 0,1-1 1,-1 1-1,1 0 0,-1 0 0,0 0 0,1-1 1,-1 1-1,1 0 0,-1-1 0,1 1 0,-1 0 1,0-1-1,1 1 0,-1-1 0,0 1 1,1 0-1,-1-1 0,0 1 0,0-1 0,1 1 1,-1-1-1,0 1 0,0-1 0,0 1 0,0-1 1,1 1-1,-1-1 0,0 0 0,0 0-2,0 0 0,0 0 0,1 0 0,-1 0 0,0 0 0,1 0 0,-1 0 0,1 0 0,-1 1 0,1-1 0,-1 0 0,1 0 0,0 1 0,1-2 0,-2 2 0,0 0-1,0 0 1,0-1 0,1 1 0,-1 0-1,0 0 1,0 0 0,0 0 0,0 0 0,0 0-1,0 0 1,1 0 0,-1 0 0,0-1-1,0 1 1,0 0 0,0 0 0,0 0 0,0 0-1,0 0 1,0-1 0,0 1 0,0 0 0,0 0-1,1 0 1,-1 0 0,0 0 0,0-1-1,0 1 1,0 0 0,0 0 0,0 0 0,0 0-1,0-1 1,-1 1 0,1 0 0,0 0 0,0 0-1,0-10 20,-1 7-17,1 3-2,10-11 8,-9 10-7,0-3 1,-1-5-1,0 9-1,0-1 0,0 1 0,0-1 1,0 1-1,0-1 0,0 1 0,0-1 1,1 0-1,-1 1 0,0-1 0,0 1 1,1 0-1,-1-1 0,0 1 0,1-1 1,-1 1-1,0-1 0,1 1 0,-1 0 1,1-1-1,0 1 0,2-3 3,-1-4 4,-3 4-6,1 3-1,0-1 0,0 1 0,0-1-1,0 1 1,0-1 0,0 0 0,0 1 0,0-1 0,0 1-1,0-1 1,1 1 0,-1-1 0,0 1 0,0-1 0,0 1-1,1-1 1,-1 0 0,3 1 0,-1-1-1,-7-6 3,5 7 0,0-1-1,-1 1 0,1-1 0,0 1 0,0 0 0,-1-1 0,1 1 1,0-1-1,0 1 0,0-1 0,-1 1 0,1-1 0,0 0 1,0 1-1,0-1 0,0 1 0,0-1 0,0 1 0,0-1 1,0 1-1,0-1 0,1 0 0,0-20 12,-1 20 23,0 0-45,0-4 18,0 3-13,0-2 0,-10 2-4,9 2 14,-1 0-3,-6 0-4,7 0 5,-7 0-14,25 0-40,-15 0 26,-12 6-4821,17-10 3682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48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83 672,'0'6'15448,"0"-7"-15408,0 1 1,0 0-1,0-1 0,0 1 0,-1 0 0,1 0 1,0-1-1,0 1 0,0 0 0,0 0 1,0-1-1,-1 1 0,1 0 0,0 0 1,0-1-1,-1 1 0,1 0 0,0 0 0,0 0 1,-1 0-1,1-1 0,0 1 0,0 0 1,-1 0-1,1 0 0,0 0 0,-1 0 0,1 0 1,0 0-1,0 0 0,-1 0 0,1 0 1,0 0-1,-1 0 0,1 0 0,0 0 0,-1 0 1,1 0-1,-4-13 2055,-3 12-1792,5 1-44,2 0-227,0 0-1,0-1 1,0 1 0,0 0 0,0-1-1,0 1 1,0 0 0,0-1 0,0 1-1,0 0 1,0-1 0,0 1 0,0 0 0,0-1-1,0 1 1,0 0 0,0-1 0,0 1-1,-1 0 1,1 0 0,0-1 0,0 1-1,0 0 1,-1-1 0,-6-3 122,5 2 580,2 3-726,0-1 0,0 0 0,0 0 0,0 0 0,-1 0 0,1 0 0,0 1 0,0-1-1,0 0 1,0 0 0,0 0 0,0 0 0,0 1 0,0-1 0,0 0 0,0 0 0,0 0 0,0 0 0,0 0 0,0 1 0,0-1 0,0 0 0,0 0 0,1 0 0,-1 0-1,0 0 1,0 1 0,0-1 0,0 0 0,0 0 0,0 0 0,0 0 0,0 0 0,0 0 0,1 1 0,-1-1 0,0 0 0,0 0 0,0 0 0,0 0 0,0 0-1,1 0 1,6-4 70,-5 2 356,0 2-381,5 0-4,-5 0-11,0-1-10,29-11 56,-27 10-84,-1 0 0,1 1 0,0-1 1,0 1-1,5-1 0,5-2-1,4-3-11,0 2 1,0 0 0,29-4-1,-31 7-62,25 2 0,-21 1 60,-17-1 21,1 0 0,0 1-1,0 0 1,-1 0 0,1 0-1,0 1 1,-1-1 0,1 1-1,5 3 1,-6 7 14,-2-12-21,6 7 13,-5 8 6,-2-14-19,0 1 1,-1 0 0,1 0 0,0-1-1,0 1 1,-1 0 0,1 0-1,-1-1 1,0 1 0,1 0-1,-1-1 1,0 1 0,0-1-1,0 1 1,0-1 0,-2 2-1,-6 10 7,7-8-4,0-1 0,-1 1 0,0-1 0,0 0 0,0 1 1,-1-1-1,1-1 0,-1 1 0,-5 4 0,0-3 3,-13 10 0,19-13-5,1 0 0,0 0-1,-1-1 1,0 1 0,1-1 0,-1 0 0,0 0-1,-3 1 1,4-1 1,-1-1-1,1 1 0,0 0 1,0 0-1,0 0 0,0 0 1,0 0-1,1 0 0,-1 0 1,0 1-1,-2 2 0,3-3-1,0 0 0,0 0-1,0 0 1,0 0 0,0 0-1,0 0 1,-1 0 0,1 0-1,0 0 1,0-1 0,-1 1-1,1 0 1,0-1 0,-1 1-1,1-1 1,-2 1-1,1 0-13,2 3 7,0-2 2,2-2-99,1 0 93,0 0 1,0 0-1,-1 1 0,1 0 1,0-1-1,2 3 1,4 0 6,6 3-5,-12-3 9,1-1 0,22 5-11,-17-5 11,0 0 1,0 1-1,-1 0 1,1 0 0,10 7-1,-12-5 12,-6-4-10,0 0 1,0 0-1,0 0 1,0 0-1,1-1 0,-1 1 1,0 0-1,0-1 1,3 1-1,-3 1-1,1-1 1,0 0-1,-1 0 0,1 1 0,-1-1 0,0 0 1,1 1-1,-1-1 0,0 1 0,0 0 1,0 0-1,0-1 0,0 1 0,0 0 1,-1 0-1,1 0 0,0 0 0,0 3 0,-1-4-1,0-1 1,0 1-1,0 0 0,0 0 0,0 0 0,1 0 0,-1 0 0,0 0 0,1-1 0,-1 1 0,1 0 0,-1 0 0,2 1 0,-1-2 0,-1 1 0,1 0 0,-1 0 0,1-1 0,-1 1 0,1 0 0,-1 0 0,0 0 1,1 0-1,-1 0 0,0-1 0,0 1 0,1 2 0,-2 0 4,1-1 0,0 1 0,-1-1 0,1 1 0,-1 0 0,0-1 1,1 0-1,-1 1 0,-1-1 0,1 1 0,0-1 0,0 0 0,-1 0 0,0 0 0,1 0 0,-4 3 1,-10 16 61,13-19-61,0 1 1,0-1-1,0 0 1,0 0 0,-1 0-1,1 0 1,-1 0-1,1 0 1,-1-1-1,-4 3 1,-16 11 54,16-10-31,0-1 0,0 1 0,0-1 0,-1-1 0,1 0-1,-1 0 1,0 0 0,-8 1 0,-63 9 57,68-12-92,0 0 0,0-2-1,0 1 1,-20-5 0,4 2-136,23 3 94,1 0 1,0-1 0,-1 1-1,1-1 1,0 1-1,0-1 1,-1 0 0,1-1-1,0 1 1,-5-3-1,2 1-306,1 0-1,-1 0 0,-9-2 0,-6-3-3575,20 6 3354,1 1 0,-1-1-1,1 1 1,0-1 0,-1 1 0,1-1-1,0 1 1,0-1 0,0 1-1,0-1 1,0 1 0,1-3 0,-1-2-3027,0-6-25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1:49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792 349 2036,'1'-22'2655,"0"14"-2169,-1 1-1,0-1 1,0 0-1,-1 1 1,-1-9 0,-3-1 258,4 8-308,-1 1-1,0 0 1,-1 0 0,0 0-1,0 0 1,-1 1-1,-5-9 1,4 9 40,1 0 0,-1-1 0,-4-9 1,6 9-6,-1 1 0,0 0 0,-6-7 0,-1 1 662,-20-17 0,19 19-635,10 9-438,0 1 0,0-1 0,0 1-1,0 0 1,0-1 0,0 1 0,0 0 0,0 0-1,-5-1 1,-12-6 269,15 6-286,0 1-1,0-1 0,0 1 0,0 0 0,0 0 0,0 0 0,-7 0 1,-3-2 38,4 2-25,1 1 0,-1-1-1,1 2 1,0-1 0,-1 1 0,-12 3-1,2-1 19,9-1-25,0 1 1,0 0-1,0 0 1,0 1-1,1 0 1,0 1-1,0 0 1,0 1-1,1 0 1,0 1-1,0-1 1,-16 17-1,-2 6 87,2 1 0,-30 43 0,43-55-91,-54 78 199,54-76-154,-19 41-1,21-40-54,0 3 13,-14 48 1,12-31-20,4-10-11,2 0-1,-4 34 1,3-13-2,5-35-8,1 1-1,2 21 1,-1-10 5,1-15-4,4 24 0,-3-25-4,1 24 1,-3-26-2,0 0 0,1 0 0,0 1 0,1-1 0,0 0 0,3 11 0,4 11 0,-8-26-4,0-1 1,1 0-1,0 1 0,5 11 1,4 2-21,-8-12 16,1 0 1,0-1 0,0 1 0,1-1-1,0 0 1,0 0 0,11 10 0,-14-16 3,3 4 21,1 0 1,0-1-1,-1 0 0,1 0 0,1-1 1,9 5-1,9 5 74,-22-11-82,0 0 1,0-1-1,0 1 1,0 0-1,1-1 1,-1 0-1,5 1 1,7 1 24,-5-1-7,-1-1 0,1 1 0,0-2-1,0 0 1,14-1 0,40-8 85,-23 4 66,0-2 1,44-13-1,-53 8 79,0-2 0,-1-1-1,48-31 1,-62 36-17,-1-2 0,0 0-1,0 0 1,-1-2 0,-1 0 0,24-29-1,-13-6 397,-22 44-582,0 0-1,0 0 0,0-1 0,-1 1 0,0-1 0,0 0 0,0 1 0,0-8 0,12-36 213,-9 34-216,-1 1 0,2-17 0,16-146 181,-18 87-137,0 65-79,-3 16-10,1 0 0,-1 0 0,-1 0 0,-1-19 0,-21-116 25,20 133-36,-2-1 1,0 1-1,-7-16 1,1 5-5,1 2-13,-1 1 0,-1 0 0,-15-21 0,24 38 15,-8-13-162,-1 0 0,-20-20 0,12 16-235,8 8-537,0 0-1,-24-17 1,24 23-151,10 5 762,0-1 0,0 1 0,0 0 0,-1-1 0,1 0 0,0 1 0,1-1 0,-1 0 0,0 1 0,0-1 0,-1-1 0,-5-4-1464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0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0 1076,'0'0'10565,"0"21"-6221,0-20-4278,0-1 0,0 1-1,0 0 1,0 0-1,0 0 1,1-1-1,-1 1 1,0 0-1,1-1 1,-1 1-1,0 0 1,1 0-1,-1-1 1,1 1 0,0 0-1,-1 0 10,1 0 1,0-1-1,-1 1 0,1 0 0,-1 0 0,1 0 1,-1 0-1,0-1 0,1 1 0,-1 0 1,0 0-1,0 0 0,1 0 0,-1 0 0,0 1 1,0 3 127,-1-4-146,1 0 0,0 0 1,0 1-1,0-1 0,0 0 1,0 1-1,0-1 0,0 0 0,1 1 1,-1-1-1,0 0 0,1 0 1,-1 0-1,1 1 0,-1-1 0,1 0 1,-1 0-1,1 0 0,0 0 1,0 0-1,0 0 0,1 2 0,0-2 90,-2-1-115,0 0 0,0 0 0,0 1-1,0-1 1,0 0 0,0 0 0,0 0 0,0 1-1,0-1 1,0 0 0,0 0 0,0 1 0,0-1 0,0 0-1,0 0 1,0 1 0,0-1 0,0 0 0,0 0-1,0 0 1,0 1 0,-1-1 0,1 0 0,0 0 0,0 0-1,0 1 1,0-1 0,0 0 0,-1 0 0,1 0-1,0 1 1,-1-2 52,0 1-65,1 0-1,0 0 1,-1 0 0,1 0-1,0 0 1,0 0-1,-1 0 1,1 0 0,0 0-1,0 0 1,-1 0-1,1 1 1,0-1 0,-1 0-1,1 0 1,0 0-1,0 0 1,-1 0 0,1 0-1,0 1 1,0-1-1,0 0 1,-1 0 0,1 0-1,0 0 1,0 1-1,0-1 1,-1 0 0,1 0-1,0 1 1,0-1-1,0 0 1,0 0 0,0 1-1,0-1 1,0 0-1,0 0 1,0 1 0,-1-1-1,1 0 1,0 1-1,0-1 1,0 0 0,0 0-1,1 1 1,-1-1-1,0 1 1,-1 0 5,0 0 0,0 1 1,0-1-1,0 0 0,0 0 0,0 0 1,0 0-1,0 0 0,-1 0 0,1 0 0,0 0 1,-4 1-1,-10 10 72,7-1-57,6-9-32,1-1-1,0 1 1,0 0-1,0-1 1,-1 1-1,1-1 1,-1 0-1,-1 2 1,-1 0 1,1 0 0,0 0 0,0 0 0,0 0 1,0 0-1,0 1 0,1-1 0,0 1 0,-3 4 0,-6 10 20,7-3-8,2-10-14,0-1-1,1 1 1,0 0 0,0 0-1,0 0 1,0 0 0,1 0-1,0 0 1,0 5 0,0-8 1,0 1 1,0 0 0,0-1 0,1 1-1,-1-1 1,1 1 0,0-1 0,-1 0-1,1 1 1,0-1 0,0 0 0,1 1-1,-1-1 1,0 0 0,1 0-1,0 0 1,-1 0 0,1 0 0,3 2-1,-3-3 0,0 1 0,-1-1-1,1 1 1,0 0 0,-1 0-1,1 0 1,1 2 0,-2-2-4,1 0 0,0 1 0,0-1 0,-1 0 1,1-1-1,1 1 0,2 2 0,46 31 31,-36-22-23,-11-10-14,1 0-1,0-1 1,0 0 0,9 3 0,-13-4 1,-1-1 0,1 1 1,0-1-1,0 1 0,0-1 0,0 1 1,-1-1-1,1 1 0,0 0 1,-1-1-1,1 1 0,1 1 0,-2-1 1,1 0-1,-1 0 1,1 0-1,0-1 1,-1 1-1,1 0 1,0-1-1,0 1 1,0-1-1,-1 1 1,1-1-1,2 2 1,1-1-3,-4-1 3,1 0 1,-1 0 0,0 0 0,0 0 0,1 0 0,-1 0 0,0 0 0,0 0 0,1 0 0,-1 0-1,0 0 1,0 0 0,1 0 0,-1 0 0,0 1 0,0-1 0,0 0 0,1 0 0,-1 0-1,0 0 1,0 1 0,0-1 0,1 0 0,-1 0 0,0 0 0,0 1 0,0-1 0,0 0-1,0 0 1,0 1 0,0-1 0,1 0 0,-1 0 0,0 1 0,0-1 0,0 0 0,0 0-1,0 1 1,0-1 0,0 1 0,0-1 1,0 1 0,0-1 0,0 1-1,0-1 1,0 1 0,0-1 0,0 1 0,0-1-1,1 1 1,-1-1 0,0 1 0,0-1 0,1 0-1,-1 1 1,0-1 0,0 1 0,1-1 0,-1 0-1,1 1 1,-1-1 0,0 1 0,1-1 0,0 0 0,-1 1 0,1-1 0,-1 0 0,0 1 0,1-1 0,-1 0 0,0 0 0,0 1 0,1-1 0,-1 1 0,0-1 0,0 0 0,1 1 0,-1-1 0,0 0 0,0 1 0,0-1 0,0 1 1,0-1-1,1 1 0,-1-1 0,0 1 0,0-1-1,0 0 1,0 1-1,0-1 1,0 0-1,0 0 1,0 1-1,0-1 1,0 0-1,0 0 1,0 0-1,1 1 0,-1-1 1,0 0-1,0 0 1,0 0-1,0 0 1,0 0-1,1 1 1,-1-1-1,0 0 1,0 0-1,0 0 1,1 0-1,-1 0 1,0 0-1,0 0 1,0 0-1,1 1 1,-1-1-1,0 0 1,0 0-1,1 0 0,-1 0 1,0 0-1,1 0 0,-1 0 0,0 0 0,0 0 0,0 0 0,1 0 0,-1 0 0,0 0 0,0 0 0,1 0 0,-1 0 0,0 0 0,0 0 0,0 0 0,0 1 1,1-1-1,-1 0 0,0 0 0,0 0 0,0 0 0,0 0 0,1 1 0,-1-1 0,0 0 0,0 0 0,0 0 0,0 1 0,0-1 0,0 0 0,0 0 0,0 0 0,1 1 0,-1-1 0,-1 1-1,1-1-1,0 1 0,0 0 1,0-1-1,-1 1 1,1 0-1,0-1 1,-1 1-1,1-1 1,0 1-1,-1-1 1,1 1-1,-1-1 0,1 1 1,-1-1-1,1 1 1,-1-1-1,1 0 1,-1 1-1,0-1 1,0 1 2,-1 4 7,1-2-4,-2-1-3,1 0 1,-1 0 0,1 0-1,-1-1 1,0 1 0,0-1-1,1 1 1,-1-1 0,-4 1-1,-15 8 14,16-7-14,0 0 0,1 0 0,-1-1-1,0 0 1,0 0 0,0 0 0,-1-1 0,-7 1 0,-6-1 5,-25-1 1,20 0 53,-12-7-126,-27 0-1184,63 7 1069,0 0 1,0 0 0,0 0 0,0 0 0,0-1 0,0 1-1,0 0 1,0 0 0,0-1 0,0 1 0,1-1-1,-1 1 1,0-1 0,0 1 0,0-1 0,1 1 0,-1-1-1,0 0 1,0 1 0,1-1 0,-1 0 0,1 0-1,-1 0 1,1 1 0,-1-1 0,1 0 0,-1 0 0,1 0-1,0 0 1,-1 0 0,1 0 0,0 0 0,0 0-1,0 0 1,0 0 0,0 0 0,0 0 0,0 0-1,0 0 1,0 0 0,0 0 0,0 0 0,1 0 0,-1 1-1,0-1 1,1 0 0,0-1 0,4-15-2621,-4 13 2146,0 1 0,0-1 0,0 0 0,1 1 0,-1-1 0,1 1 0,0 0 0,4-6 0,14-6-2511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0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621 393 1088,'-2'-1'2048,"0"0"-1453,0 0 0,0 0 0,-1 0 0,1 0 1,0 1-1,0-1 0,-5 1 0,-13 0 8437,22-6-8166,29-1 313,11-5-1003,68-25-90,-89 30-54,-19 7-30,0 0-1,0-1 1,-1 0 0,1 1-1,0-1 1,0 0 0,0 0-1,0 0 1,-1 0 0,1-1-1,2-1 1,-2 1-3,-1 1 1,0-1 0,1 1-1,-1 0 1,1 0-1,-1-1 1,1 1 0,0 0-1,-1 1 1,1-1-1,0 0 1,0 0 0,-1 1-1,1-1 1,0 1 0,0-1-1,0 1 1,0 0-1,0 0 1,0 0 0,0 0-1,0 0 1,2 1-1,-3-1 1,-1 0-1,1 0 1,-1 0-1,1 0 1,0 0-1,-1 0 1,1 0-1,-1 0 0,1 0 1,-1 0-1,1 0 1,-1 0-1,1 0 1,-1 0-1,1-1 0,-1 1 1,1 0-1,-1 0 1,1 0-1,-1-1 1,1 1-1,0-1 1,7-2-12,-8 3-3,1 0-1,-1 0 1,1-1 0,0 1-1,-1 0 1,1 0 0,-1 0 0,1-1-1,-1 1 1,1 0 0,0-1 0,-1 1-1,1 0 1,-1-1 0,0 1 0,1-1-1,-1 1 1,1-1 0,-1 1 0,0-1-1,1 1 1,-1-1 0,0 1 0,1-1-1,-1 0 1,0 1 0,0-1 0,0 1-1,1-1 1,-1 0 0,0 1 0,0-1-1,0 0 1,0-25-2627,-1 19 1037,2-3 96,-1 7 1166,0 0 0,1 0 0,-1 0 0,-1 0-1,1 0 1,0 1 0,-1-1 0,-1-4 0,-5-5-552,6 10 795,-1 0 1,1 0-1,-1 0 1,1 0-1,0-1 0,0 1 1,0 0-1,0-1 1,1 1-1,-1 0 0,0-3 1,1 4 84,0 0 0,0 0 0,0 0 0,0 0 0,0 0 0,-1 0 0,1 0 0,0 0 0,-1 0 0,1 0 1,0 0-1,-1 0 0,1 1 0,-1-1 0,0 0 0,1 0 0,-1 0 0,0 1 0,1-1 0,-1 0 0,0 1 0,-1-1 0,-7-9-61,5 2 52,3 5 21,-1 0-1,1 0 1,-1 1 0,0-1-1,0 0 1,0 1-1,-1-1 1,-2-1 0,-6-12 55,11 14-34,-1 0-1,0 0 0,0 1 1,0-1-1,-1 0 1,1 1-1,0-1 1,0 1-1,-1 0 0,1-1 1,-1 1-1,0 0 1,1 0-1,-1 0 1,-2-2-1,-27-11 563,20 8 37,1 1 0,-1 0 0,0 1 0,-14-4 0,13 6-245,1 0-1,0 0 1,-1 1-1,1 1 1,-1 0-1,1 1 1,-1 0-1,1 0 1,-1 2-1,1-1 1,0 1-1,0 1 1,0 0-1,1 0 1,-1 1-1,1 1 1,0-1 0,1 2-1,-1-1 1,-11 12-1,-42 48 263,14-15-501,24-24 63,0 2 0,-30 48-1,-35 71 719,78-128-810,-1 4 58,0 0 0,2 1 0,0 0 0,-7 29 0,-11 23 229,14 4-46,12-66-285,1 0 0,0 0 0,0 15 0,-1 19 60,1-39-99,1 0 0,1 1 0,0 0 0,0-1 0,3 14 0,0 57 79,2-50-52,0 0 1,2 0-1,18 48 0,-20-65-27,1-1-1,0 0 0,1-1 1,0 1-1,1-1 0,0-1 1,1 1-1,1-1 0,-1-1 1,15 12-1,-4-6 8,-12-9 6,0 0 1,1-1-1,0 0 0,0 0 0,18 8 1,-7-8 36,13 4 78,-22-6-103,-1 0-1,1-1 0,0 0 0,0-1 1,0 0-1,0-1 0,1 0 0,13-1 1,-9-1 31,1 0 1,-1-1 0,0-1 0,0 0 0,23-9-1,-35 10-50,27-9 206,-2 0 0,0-3 0,-1 0 0,36-24 0,-5-8 359,77-78-1,-121 108-286,-1-1-1,13-20 1,-15 19-81,-2 4-82,-1 0 0,0 0 0,-1-1-1,-1 0 1,-1 0 0,0 0 0,0-1 0,-2 0-1,0 0 1,-1-1 0,2-30 0,-5 47-142,1-21 72,-2 1 0,0 0 0,-1 0-1,-6-23 1,4 28-43,-2-9 12,-1 0 0,-20-44 0,8 19-23,14 36-15,0 0 1,0 0 0,-2 0-1,-9-15 1,-37-40-18,41 52 10,-1 2 0,-23-22 0,-2-1-19,31 29 2,-1 0 1,0 1-1,-1 0 1,1 1-1,-1 0 0,-17-8 1,1 0-161,18 9-4,-1 1 1,1 0 0,-13-4 0,13 6-216,-1-1 0,1 1 0,0 0 0,-1 1 0,1 0 0,-1 0 0,1 1 0,-1 0 0,1 0 0,-1 0 0,1 1 1,-14 3-1,-12 4-2851,0-1-6304,24-1 4801,7 1-64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14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35 132,'5'-3'576,"0"1"-1,0-1 1,0 1 0,1 0-1,0 0 1,-1 0 0,12-1-1,0 2 1381,24 0 1,-22 2 1906,-19 3-243,0-8-1078,1 4-2393,-1 1 0,0 0-1,0 0 1,0 0 0,0 0 0,0 0 0,-1 0-1,1-1 1,0 1 0,0 0 0,0 0-1,-1 1 1,0-2-169,1 0 64,-1-1 0,1 1 0,-1 0 0,0-1 0,1 1 1,-1 0-1,1-1 0,-1 1 0,1-1 0,0 1 0,-1-1 1,1 1-1,-1-1 0,1 1 0,0-1 0,0 0 0,-1 1 0,1-1 1,0 1-1,-1-2 0,-10 1 316,1 0-264,-1 0 1,-18-4-1,19 2-85,0 2 0,-18-2 1,-27 10 76,44-6-81,0 0 0,0 1-1,0 0 1,0 1 0,-19 7 0,5-2-31,16-4 23,0-1 0,0 1 0,0 1 0,1 0 0,0 0 0,0 0-1,0 1 1,1 1 0,0-1 0,0 1 0,0 0 0,-7 12 0,10-12-7,0 0 0,0 1 0,1 0 0,0 0 0,0 0-1,1 0 1,-2 9 0,0 1-2,0-6 7,1 1 0,1 0 0,0-1-1,0 20 1,2 71 19,1-92-11,1-1 1,0 1 0,1-1 0,0 0 0,0 0-1,1 0 1,1 0 0,7 12 0,-11-19-5,0 0 0,1-1 0,0 1 0,-1-1 0,1 1 0,0-1 0,0 0 0,0 0 0,0 0 0,1 0 0,-1 0 0,0-1 0,1 1 0,0-1 0,-1 1 1,1-1-1,0 0 0,-1 0 0,1 0 0,0 0 0,0-1 0,0 1 0,0-1 0,0 0 0,3 0 0,6 1-14,-11-1 13,1 1 0,0-1 0,-1 0-1,1 0 1,0 0 0,0 0 0,-1 0 0,1 0 0,0-1 0,-1 1 0,1 0 0,0-1-1,-1 1 1,1-1 0,-1 0 0,1 0 0,-1 1 0,1-1 0,1-1 0,6-6 2,-8 7-2,-1 1 0,1-1-1,0 1 1,0-1-1,-1 1 1,1-1-1,-1 0 1,1 1 0,0-1-1,-1 0 1,1 1-1,-1-1 1,0 0-1,1 0 1,-1 0 0,1 1-1,-1-1 1,0 0-1,0 0 1,1 0-1,-1 0 1,0 1 0,0-1-1,0-2 1,0 2-1,0-1 0,0 1 0,0 0 0,1-1 0,-1 1 0,0 0 0,1-1 0,-1 1 0,1 0 1,0 0-1,0-2 0,0 2-1,0 0 1,-1-1-1,1 1 1,0 0-1,-1 0 1,0-1-1,1 1 0,-1 0 1,0-1-1,1 1 1,-1-2-1,0-80-103,-1 81 97,1 0-1,-1 0 1,0-1-1,1 1 1,-1 0 0,0 0-1,0 0 1,-1 0-1,1 0 1,0 0 0,-1 0-1,1 0 1,-1 0-1,1 1 1,-1-1 0,-3-2-1,-7-8-119,10 10 101,-1 0 0,0 0-1,1 0 1,-1 1-1,0-1 1,0 1-1,0-1 1,0 1 0,0 0-1,0 0 1,0 1-1,0-1 1,-1 0-1,1 1 1,-6 0 0,-79 27-647,86-26 633,1 0 0,-1 0 1,1-1-1,-1 1 0,1 0 0,0 0 0,-1 0 0,1 0 0,-2 3 0,-5 3-359,3-3-7,3-3 227,1 0 0,0 0 0,-1 0 1,1 0-1,-1 0 0,1 0 0,-1-1 0,0 1 0,1 0 0,-1-1 0,0 1 0,0-1 0,1 0 0,-3 1 0,-18 5-4854,21-6 5136,0 1-264,1-1 0,0 0 0,0 0 0,-1 0 1,1 0-1,0 0 0,-1 0 0,1 0 0,0 0 1,0 0-1,-1 0 0,1 0 0,0 0 0,-1 0 1,1 0-1,0 0 0,0 0 0,-1 0 0,1 0 1,0-1-1,0 1 0,-1 0 0,1 0 0,0 0 1,0 0-1,-1-1 0,1 1 0,0 0 0,0 0 1,0 0-1,-1-1 0,1 1 0,0 0 0,0 0 1,0-1-1,0 1 0,0 0 0,-1 0 0,1-1 1,0 1-1,0 0 0,0 0 0,0-1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14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956 309 2552,'53'-110'8940,"-52"108"-8781,-1 0 0,1 0 0,-1 0 0,1 0 0,-1 0 0,0-1 0,0 1 0,0 0 0,0 0 0,-1 0 0,1 0 0,0 0 0,-1 0 0,0 0 0,1 0 0,-1 0 0,-1-2 0,1 2 24,0-1 1,0 1-1,0 0 1,1-1-1,-1 1 1,0-5-1,1 4-37,-1 0-1,0 1 1,0-1-1,0 0 1,0 0-1,-1 1 1,1-1-1,-1 0 1,1 1-1,-1 0 1,0-1-1,0 1 1,0 0-1,-3-2 1,-4-6 289,7 7-340,-1 0 0,1 1 0,-1-1 0,0 1 0,0 0-1,-6-3 1,-12-9 229,17 10-274,-1 1 0,-1-1 0,1 2 1,0-1-1,-1 0 0,1 1 0,-8-2 0,-44-8 226,33 7-199,-4 1 74,-49-2 1,29 4-51,24 1 5,-42 6 0,35-2-35,-64 10 121,58-7-124,22-3-34,0 0 0,1 1 1,-1 1-1,-26 13 1,-53 36 69,88-51-100,-4 5 3,0 0 0,0 0 0,1 1 0,0 0 0,0 0-1,1 1 1,0 0 0,-10 19 0,2 0 53,1 0-1,-13 40 1,19-41-26,2 0-1,1 1 1,1-1 0,1 1 0,2 1-1,0 29 1,2-31-42,3 80 41,-1-90-15,0 1 1,2 0 0,9 31 0,29 87 76,-32-108-72,0-1 1,16 29-1,-20-46-9,0-1-1,9 12 1,0 0 13,-9-14-12,0 1 0,1-1 1,-1 0-1,2 0 0,-1-1 1,1 0-1,0 0 0,12 7 1,-6-6 28,0-1 1,1 0 0,-1-1-1,31 7 1,-37-10-33,63 14 127,-60-15-110,1 0-1,-1-1 1,1 0 0,13-1-1,11-5 132,1-1 0,-1-1 1,-1-3-1,0 0 0,0-2 0,-1-2 0,0-1 0,58-37 1,-69 35 42,-1 0 1,-1-2-1,33-35 1,-43 40-116,0 0-1,-2 0 1,13-24 0,-7 12 9,-1 3-30,0-2-1,-2 0 1,-1 0-1,-1-1 1,6-27-1,17-98 33,-29 131-97,-2-1 0,1-25 0,1-10-4,-1 33 5,-1 9 3,0 0 0,-1 0 0,0-1 1,-3-21-1,1 27-2,-1-1 0,0 1-1,-1 0 1,0-1 0,-1 1 0,0 1 0,-6-12 0,1 1-9,7 15 1,1 1 1,-1-1-1,0 1 0,0-1 1,0 1-1,-4-4 0,-2-1-27,0 1-1,0 1 1,-1 0-1,1 0 1,-2 0-1,1 1 1,0 1-1,-1-1 1,0 2-1,0-1 1,0 1-1,-16-2 1,-10 0-412,0 2 1,-46 2 0,65 1 223,-9 2-734,-1 1 0,0 1-1,-50 16 1,6-2-4834,47-11-1153,13-6 3021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20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28 784,'0'0'3981,"-1"0"-3657,-7 0-49,6 0 452,2 8 62,1-7-686,-1-1 0,0 1 0,0-1 0,0 0 0,0 1 0,0-1-1,0 1 1,0-1 0,0 0 0,0 1 0,0-1 0,0 1 0,0-1 0,0 0 0,0 1 0,-1-1 0,1 0 0,0 1 0,0-1 0,0 1-1,0-1 1,-1 0 0,1 1 0,0-1 0,0 0 0,-1 0 0,1 1 0,0-1 0,-1 0 0,1 0 0,0 1 0,-1-1 0,1 0 0,0 0-1,-1 0 1,1 1 0,0-1 0,-6 0 4380,6-8-3181,-1 6 505,-7 5-784,8-3-1023,0 0 1,0 0-1,0 0 1,0 0 0,0 0-1,0 0 1,-1 0-1,1 0 1,0 0-1,0 0 1,0 0-1,0 0 1,0 0 0,0 0-1,0 0 1,0-1-1,0 1 1,0 0-1,0 0 1,-1 0-1,1 0 1,0 0 0,0 0-1,0 0 1,0 0-1,0 0 1,0 0-1,0-1 1,0 1-1,0 0 1,0 0 0,0 0-1,0 0 1,0 0-1,0 0 1,0 0-1,0 0 1,0 0-1,0-1 1,0 1 0,0 0-1,0 0 1,0 0-1,0 0 1,0 0-1,0 0 27,0 0-1,1-1 1,-1 1-1,0 0 0,0 0 1,0 0-1,0 0 1,0 0-1,0 0 0,0 0 1,0 0-1,0 0 1,0-1-1,0 1 0,0 0 1,0 0-1,0 0 1,0 0-1,0 0 0,0 0 1,0 0-1,-1 0 1,1-1-1,0 1 0,0 0 1,0 0-1,0 0 1,0 0-1,0 0 0,0 0 1,0 0-1,0 0 1,0 0-1,0 0 0,0 0 1,0 0-1,-1 0 1,1-1-1,0 1 0,0 0 1,0 0-1,0 0 1,0 0-1,0 0 0,0 0 1,-2 0-29,2 0 4,0 0 0,-1 1 0,1-1 0,0 0 0,0 0 0,-1 0 0,1 0 0,0 0 0,0 0 1,-1 0-1,1 0 0,0-1 0,0 1 0,-1 0 0,1 0 0,0 0 0,0 0 0,-1 0 0,1 0 0,0 0 0,0 0 0,-1-1 0,1 1 0,0 0 0,0 0 0,0 0 0,0-1 0,-1 1 0,1 0 0,0 0 0,0 0 0,0-1 0,0 1 0,0 0 0,0 0 0,-1-1 1,1 1-1,0 0 0,0 0 0,0-1 0,0 1 0,0 0 0,0 0 0,0-1 0,0 1 0,0-1 11,-1 1-1,-17-3 40,15 3-19,0-1 0,0 0 0,0 0 0,-1 1 0,1 0 0,-4 0 0,2 0 0,5 0-24,-1 0 0,1 0 0,-1 1-1,1-1 1,-1 0 0,1 0 0,0 0 0,-1 0 0,1 0 0,-1 0 0,1 0 0,-1 0 0,1 0 0,-1 0-1,1 0 1,-1 0 0,1 0 0,-1 0 0,1-1 0,-1 1 0,1 0 0,0 0 0,-1 0 0,1-1 0,-1 1-1,1 0 1,0-1 0,-1 1 0,1 0 0,0-1 0,-1 1 0,1 0 0,0-1 0,-1 1 0,1-1 0,0 1-1,-1-1 1,-9-1 217,9 1-223,1 1 1,0-1-1,-1 1 0,1-1 1,0 1-1,-1-1 1,1 1-1,-1 0 1,1-1-1,0 1 1,-1 0-1,1-1 1,-1 1-1,1 0 0,-1 0 1,1-1-1,-1 1 1,1 0-1,-1 0 1,1 0-1,-1 0 1,0 0-1,1 0 1,-1 0-1,1 0 0,-1 0 1,1 0-1,-1 0 1,1 0-1,-1 0 1,1 0-1,-2 1 1,-2-1 11,3 0 16,-1 0-5,-6 0 12,7 0 190,-1 0-139,-6 0-5,7 0 983,2 0-1037,0 0-28,-1 0-1,0 0 0,1 0 0,-1 0 0,0 0 0,0 0 0,1 0 1,-1 0-1,0 0 0,1 0 0,-1 0 0,0 0 0,1 0 0,-1 0 0,0 0 1,0 0-1,1-1 0,-1 1 0,0 0 0,1 0 0,-1 0 0,0 0 0,0-1 1,0 1-1,1 0 0,-1 0 0,0 0 0,0-1 0,0 1 0,1 0 0,-1-1 1,0 1-1,0 0 0,0 0 0,0-1 0,0 1 0,0 0 0,1-1 0,-1 0 61,-1 1-68,1 0 6,0 0-1,0 1 0,0-1 0,0 0 0,0 0 1,0 0-1,0 1 0,0-1 0,0 0 1,0 0-1,0 0 0,0 1 0,0-1 0,0 0 1,0 0-1,0 0 0,0 0 0,0 1 0,1-1 1,-1 0-1,0 0 0,0 0 0,0 0 1,0 1-1,0-1 0,0 0 0,0 0 0,1 0 1,-1 0-1,0 0 0,0 0 0,0 1 0,33 1-8,0 2 9,0-1 0,1-1 0,34-4 0,-9 1-2,-35 1-13,-19 1-8,1 0 0,-1-1 0,1 0-1,-1 0 1,1-1 0,-1 1 0,1-1 0,-1 0 0,10-4-1,-15 5 24,1-1-1,-1 1 0,0 0 1,0 0-1,0 0 0,1-1 1,-1 1-1,0 0 0,0 0 1,1 0-1,-1 0 0,0 0 1,1-1-1,-1 1 0,0 0 1,0 0-1,1 0 0,-1 0 1,0 0-1,1 0 0,-1 0 1,0 0-1,0 0 0,1 0 1,-1 0-1,0 0 0,1 0 1,-1 0-1,0 1 0,0-1 1,1 0-1,-1 0 0,0 0 1,0 0-1,1 0 0,-1 0 1,0 1-1,0-1 0,1 0 1,-1 0-1,0 1 0,0-1 1,0 0-1,1 0 0,-1 0 1,0 1-1,0-1 0,1 14 75,-1-11-126,-9 6 65,8-7-7,1 0 1,-1-1-1,1 1 1,0-1-1,0 1 0,-1 0 1,1-1-1,0 1 0,0 0 1,1 1-1,-1-1 9,0 0 0,0 0-1,0 0 1,0 0 0,0 0 0,0 1-1,-2 2 1,2-3-10,-2 1 21,1 1 0,-1 0 0,1 0 0,0-1 0,1 1 0,-1 0 0,0 0 0,1 7 0,0-7-8,-1-1-1,1 1 0,-1 0 0,0-1 1,-1 4-1,0-3-2,1 0 1,0 0-1,1 0 1,-1 0 0,0 5-1,1-5 7,-1 1 0,1 0 0,-1-1 1,-2 8-1,1-7 4,1 0-1,0-1 1,0 1 0,0 7 0,1-4 11,-1 0-1,0 0 1,0 0-1,-4 11 1,0 0 38,-9 19 34,10-29-70,1 0 1,-5 16-1,5-10 1,2-6-21,-1-1 0,0 0 1,-3 7-1,3-10-9,0 0 0,1 0 0,-1 0 0,1 0 0,0 0 0,0 0 0,0 10 0,0 1-6,-2 0 0,0 0 1,0-1-1,-2 1 0,-11 27 1,16-41-5,-1 0 0,1 0 0,-1 0 0,1 0 0,0 0 0,0 0 0,0 4 0,1-4 0,-1 0 0,0-1 0,0 1 0,0 0-1,0-1 1,0 1 0,-1 0 0,1-1 0,0 1 0,-2 1 0,-1 4-1,2-6 2,0 0 1,1 0-1,-1 0 1,0 0-1,1 0 0,-1 1 1,1-1-1,0 0 1,-1 0-1,1 0 1,0 1-1,0-1 1,0 0-1,0 1 0,0-1 1,0 2-1,11-4-223,-11-2 51,0 1-1,0-1 1,1 1-1,-1-1 0,0 1 1,1-1-1,0 1 1,-1-1-1,1 1 1,0 0-1,0-1 1,2-2-1,-2 3 18,0 0-1,0 0 1,-1-1 0,1 1-1,-1 0 1,0 0 0,0-1-1,0 1 1,0 0 0,-1-5-1,1 4-125,0 0-1,0-1 0,0 1 0,0 0 1,1-6-1,2-1-574,-1 6 360,-1 0 1,0 0 0,0 0 0,-1 0 0,1-8 0,4-29-3457,-2 30 2143,-2 0-1,1-14 0,-2 4-825,0 1-87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21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517 666 1588,'-1'0'1746,"-29"0"2235,30 0-3957,0 0 1,0 1 0,0-1 0,0 0-1,0 0 1,0 0 0,0 0-1,-1 0 1,1 0 0,0 0 0,0 0-1,0 0 1,0 0 0,0 0-1,0 0 1,0 0 0,0 0 0,0 0-1,0 0 1,0 0 0,0 1-1,-1-1 1,1 0 0,0 0 0,0 0-1,0 0 1,0 0 0,0 0 0,0 0-1,0 0 1,0 0 0,0 1-1,0-1 1,0 0 0,0 0 0,0 0-1,0 0 1,0 0 0,0 0-1,0 0 1,0 0 0,0 0 0,0 1-1,0-1 1,1 0 0,-1 0 0,0 0 0,0 0 0,0 0 1,0 0-1,0 0 0,0 1 0,0-1 0,0 0 1,0 0-1,0 0 0,0 0 0,0 0 0,0 0 1,0 0-1,0 0 0,0 1 0,0-1 0,0 0 1,0 0-1,0 0 0,0 0 0,0 0 0,0 0 0,0 0 1,-1 0-1,1 0 0,0 0 0,0 1 0,0-1 1,0 0-1,0 0 0,0 0 0,0 0 0,0 0 1,0 0-1,0 0 0,0 0 0,0 0 0,-1 0 1,1 0-1,0 0 0,0 0 0,0 0 0,0 0 1,0 0-1,-1 0 69,1 0 1,0 0 0,0 0-1,-1 0 1,1 0-1,0 0 1,-1 0 0,1 0-1,0 0 1,0 0-1,-1 0 1,1 0 0,0 0-1,0 1 1,-1-1-1,1 0 1,0 0 0,-1 0-1,1 0 1,0 0-1,0 1 1,0-1-1,-1 0 1,1 0 0,0 0-1,0 1 1,0-1-1,-1 0 1,1 0 0,0 1-1,0-1-37,0 0 0,0 1 0,1-1 0,-1 0 0,0 0 0,0 0 0,0 1 0,1-1 0,-1 0 0,0 0 0,0 0 0,0 0 0,1 1 0,-1-1 0,0 0 0,0 0 0,1 0 0,-1 0 0,0 0 0,1 0 0,-1 0 0,0 0 0,0 0-1,1 0 1,-1 0 0,0 0 0,1 0 0,-1 0 0,0 0 0,1 0 0,2-6 1436,0 6-1198,-1-1-1,1 1 0,-1 0 1,1 0-1,-1 0 1,1 0-1,2 0 1,5 0 83,75-5 954,18-15-955,-62 11-296,-26 5-45,0 0 0,26-13 0,0 0 15,-3 1-25,21-8 33,-51 20-57,0 1 0,-1-1 1,0-1-1,1 1 0,6-7 0,11-6 59,-23 14-51,1 1 1,-1 0-1,0 0 0,0-1 0,0 1 1,0-1-1,0 0 0,0 1 1,-1-1-1,1 0 0,-1 0 1,0 0-1,1-4 0,7-13-3,-5 14-1,-4 5-6,1 0 1,-1 0-1,1 0 0,-1 0 1,1 1-1,-1-1 0,1 0 1,-1 0-1,0 0 0,0 0 1,1 0-1,-1 0 1,0 0-1,0 0 0,0-2 1,1-17 4,0 12-2,-1 0 0,0 0 0,0 0 0,-1 0 1,-2-14-1,-2 5 4,3 8 15,-1 0 0,-7-17 0,-3-8-1,12 29-19,-1-1-1,0 1 1,0-1 0,0 1-1,-1 0 1,1 0-1,-6-6 1,-6-7 17,0 2 1,-2 0-1,0 1 1,0 0-1,-1 2 1,-1 0-1,0 1 1,-27-13-1,-21-3 125,55 23-105,0 1 0,-1 0 1,1 0-1,-1 1 0,-16-2 0,-64 1-136,83 5 126,1 0 0,0 0 0,-1 1 0,1-1 0,0 2 0,0-1 1,-14 8-1,-50 31 380,62-35-402,4-2 14,0 1 1,0 0-1,0 0 1,1 0-1,-1 0 0,-5 9 1,-12 13 41,-12 12 78,-36 51 0,23-14 7,47-76-147,-13 20 76,-24 42-1,14-14 21,7-16 17,1 0 0,2 2 0,-14 47-1,-15 111 152,31-135-261,7-22 32,1 0 0,2 69 0,2-72-5,11 96 81,-9-114-100,2 9 8,1 0 1,12 32-1,-12-38-16,1-2-2,0-1 0,1 0 0,13 21 0,-13-24-1,0-1 6,0 0 0,1 0 1,0-1-1,1 0 0,15 12 1,52 33 94,-62-47-56,0 0 0,1 0 0,0-1 0,0-1 0,0-1 0,1 0 0,-1 0 0,1-2 0,0 0 0,23-1 0,1-2 14,-1-2-1,-1-1 0,40-10 1,-44 5-7,-1-1 1,41-18-1,-38 13 9,-3 1 69,-1-2 1,33-22-1,-47 25 11,-1 0-1,-1-1 1,0 0 0,-1-2 0,0 0-1,20-29 1,-18 19 58,-2 0 0,20-45 0,-12 22-61,-13 24-70,-1 0 0,-1-1 0,-1 0 0,4-32 0,-1 8 6,6-65 53,-12 78-97,-2 8-26,-2 0 0,0 1 1,-2-1-1,-6-29 1,5 19-9,3 28 2,0 1 0,-1 0 0,-1 0 0,-4-18 1,-9-34-5,-14 8-22,18 28-18,7 16-29,0 0 0,-1 0 0,-1 0 0,-10-15 0,9 16-19,-28-38-672,30 41 591,0 0-1,0 1 0,0-1 0,0 1 0,-11-7 0,9 6-139,-1 0 0,1-1 0,-7-8 0,12 12 191,0 0-1,0 0 1,-1 1 0,1-1 0,0 1-1,-1 0 1,0 0 0,1 0 0,-1 0-1,0 0 1,0 0 0,0 1 0,-1 0-1,-5-2 1,1 1-515,-1 0 1,-16 1-1,21 1 303,0 0 1,1 0-1,-1 1 1,0-1-1,0 1 0,0 0 1,1 0-1,-1 1 0,1-1 1,-6 3-1,-22 14-2387,18-10 1429,0-1 1,1 1-1,0 1 0,0 0 1,-14 15-1,2 1-1383,-7-3-136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22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506 256 1552,'-5'11'17992,"0"-9"-18678,5-2 732,-1 0 0,1 1 0,-1-1 0,1 0 0,-1 0 0,1 0 0,-1 0 0,1 0 1,-1 0-1,1 0 0,-1 0 0,1 0 0,-1 0 0,1 0 0,-1 0 0,1 0 0,-1 0 0,1 0 0,-1 0 0,1-1 1,-1 1-1,1 0 0,-1 0 0,1-1 0,-1 1 0,1 0 0,-1-1 0,-8-3 178,3 4-156,-1 0-1,1 1 1,0-1 0,0 1 0,-7 3 0,-7-2 142,16 1-163,3-3-43,1 1 1,0-1-1,-1 0 0,1 0 0,0 1 0,-1-1 1,1 0-1,0 0 0,-1 0 0,1 1 1,-1-1-1,1 0 0,0 0 0,-1 0 1,1 0-1,-1 0 0,1 0 0,0 0 1,-1 0-1,1 0 0,-1 0 0,-1 1 3,1-1 0,-1 1 0,1 0-1,-1 0 1,1 0 0,0 1 0,0-1 0,0 0-1,-1 0 1,1 1 0,0-1 0,0 1 0,1-1-1,-2 3 1,-3 3 65,-15 28 176,19-34-239,-1 0-1,1 0 0,0 1 1,1-1-1,-1 1 0,0-1 1,0 1-1,1-1 0,-1 1 1,0 0-1,1-1 0,0 1 1,-1 0-1,1-1 0,0 4 1,0-3-3,-1 0 1,1 0 0,0 0 0,-1 0 0,1 0 0,-1 0-1,1 0 1,-3 3 0,2-4-2,1 1 0,-1 0 0,0 0 0,1 0 1,-1 0-1,1 0 0,-1 0 0,1 3 0,-1 0 5,1-3-5,0 0 0,0-1 0,0 1 1,0-1-1,0 1 0,0 0 0,0-1 1,0 1-1,1-1 0,-1 1 1,0 0-1,2 1 0,5 7 59,6 8 83,-12-16-129,1 0 1,-1 0 0,1 0 0,-1 0-1,0 0 1,0 0 0,0 0 0,1 3-1,8 14 148,89 119 805,-94-132-928,-1 0 1,1 0-1,-1 1 0,-1 0 1,1 0-1,-1 0 0,3 10 1,3 1 21,-7-15-58,-1 0 1,1 0-1,-1 0 0,0 0 1,0 0-1,0 0 0,0 0 1,0 0-1,0 4 1,-1-4-5,0-1 0,0 1 0,0-1 1,1 1-1,-1-1 0,1 1 0,0-1 1,1 4-1,-1-4 0,0 0-1,0 0 1,0 1 0,-1-1 0,1 0-1,-1 1 1,0-1 0,1 4 0,-1-2 2,0 1 1,-1-1-1,1 1 1,-1-1-1,0 1 1,0-1-1,0 0 1,-4 9 0,5-11 0,-1 1 1,1-1-1,-1 1 1,1-1-1,0 1 1,0-1-1,0 1 1,1 4-1,-1-4 0,0-1 0,0 1 0,0-1 0,0 1 0,0 0 0,0-1 0,-1 1 0,0 4 0,-3-1 3,3-6-7,1 1 0,-1 0-1,1 0 1,-1 0 0,1 0-1,-1-1 1,1 1-1,0 0 1,-1 0 0,1 0-1,0 0 1,0 0 0,0 0-1,0 0 1,0 1 0,-1 0 2,1-1 0,0 1 0,-1 0 0,1-1 1,-1 1-1,0-1 0,1 1 0,-1-1 0,0 1 1,0-1-1,0 0 0,0 1 0,0-1 1,-2 2-1,-23 19 102,10-8-22,14-13-77,0 0 0,0 1-1,0-1 1,0 0 0,0 0 0,0 0 0,0 0-1,0-1 1,-1 1 0,1-1 0,0 1 0,0-1-1,-3 0 1,-9 2 27,8-1-23,0-1 1,0-1-1,0 1 1,0-1 0,-8-3-1,7 3 0,2-1-4,1 0 0,-1 1-1,1-1 1,0-1 0,-1 1 0,1-1-1,1 0 1,-1 0 0,0 0-1,1 0 1,-1 0 0,-4-7 0,4 5-4,0-1-1,1 1 1,0 0 0,0-1 0,0 0 0,1 1 0,0-1 0,0 0 0,-2-13 0,2 1-25,1-1-1,1-19 1,0 17-36,1 12 2,0 0-1,0 0 1,1 0 0,6-16-1,10-9-157,-15 27 164,-1 0 1,1 1-1,1-1 0,0 1 1,0 0-1,0 0 0,0 1 0,1-1 1,8-7-1,1 1-73,0 0 1,26-14-1,11-9-172,-4 1 5,-33 26 219,-5 3 1,0 0 0,0-1 1,-1 0-1,0 0 0,10-12 0,-15 15 40,1 0 0,-1 0-1,0 0 1,1 0 0,0 0 0,5-2 0,16-14-199,30-27-332,-44 38 390,-10 8 124,-1-1 0,1 1 1,0-1-1,0 1 0,-1-1 1,1 1-1,0-1 0,-1 1 1,1-1-1,-1 0 0,1 0 1,-1 1-1,1-1 0,-1 0 1,1 0-1,-1 1 0,0-1 1,1 0-1,-1 0 0,0 0 1,0 0-1,0 0 0,0 1 1,1-1-1,-1 0 0,0 0 1,-1-2-1,6-2-695,-4 5 703,-1 0 1,1 0 0,-1 0-1,0 0 1,1-1 0,-1 1-1,0 0 1,0 0 0,1 0-1,-1-1 1,0 1 0,1 0-1,-1 0 1,0-1 0,0 1-1,1 0 1,-1 0 0,0-1-1,0 1 1,0 0 0,0-1-1,1 1 1,-1 0 0,0-1 0,0 1-1,0 0 1,0-1 0,0 1-1,0 0 1,0-1 0,0 1-1,0 0 1,0-1 0,0 1-1,0-1 1,0 1 0,0 0-1,0-1 1,0 1 0,-1 0-1,1-1 1,0 1 0,0 0-1,0 0 1,0-1 0,-1 1 0,1 0-1,-1-1 1,-2-2-114,3 3-27,-1 0 0,1-1 1,0 1-1,-1-1 1,1 1-1,-1 0 1,1-1-1,0 1 0,-1-1 1,1 1-1,0-1 1,0 1-1,-1-1 0,1 1 1,0-1-1,0 1 1,0-1-1,-1 0 1,1 1-1,0-1 0,0 1 1,0-2-1,0 2 99,0-1 1,0 1-1,0-1 0,0 1 0,0 0 0,0-1 1,0 1-1,0-1 0,0 1 0,0-1 0,0 1 1,0-1-1,1 1 0,-1 0 0,0-1 0,0 1 0,0-1 1,1 1-1,-1 0 0,0-1 0,0 1 0,1 0 1,-1-1-1,0 1 0,1 0 0,-1 0 0,0-1 1,1 1-1,-1 0 0,0 0 0,1-1 0,2-1 291,12-11-848,16-7 460,-11 5 366,-15 12 45,-1-1 0,-1-1 0,1 1 0,6-10 0,-3 4 437,-6 10-616,-1-1 0,0 1 0,0-1 0,1 1-1,-1-1 1,0 1 0,0-1 0,0 1-1,0-1 1,0 0 0,0 1 0,1-1 0,-2 1-1,1-1 1,0 1 0,0-2 0,0 1 13,0 1 0,0-1 0,0 1-1,0-1 1,0 1 0,0-1 0,0 0 0,0 1 0,0-1 0,0 1 0,0-1 0,1 1 0,-1-1 0,0 1 0,0-1 0,1 0 0,1-1 144,-2 1-84,1 1 1,0-1-1,-1 1 1,1-1-1,-1 0 0,1 1 1,-1-1-1,1 0 0,-1 1 1,1-1-1,-1 0 0,0 0 1,1 0-1,-1 1 0,0-1 1,0 0-1,1 0 1,-1 0-1,0 1 0,0-1 1,0 0-1,0 0 0,0 0 1,0 0-1,0 1 0,-1-1 1,1 0-1,0 0 1,0 0-1,-1 1 0,1-1 1,-1-1-1,-2-1 186,3 3-271,-1 0 0,1-1 1,-1 1-1,1-1 0,0 1 1,-1 0-1,1-1 0,-1 1 1,1-1-1,0 1 0,0-1 1,-1 1-1,1-1 0,0 1 1,0-1-1,0 1 0,-1-1 1,1 1-1,0-1 0,0 1 0,0-2 1,0 0 49,-1-1 1,0 1 0,0-1-1,1 1 1,-2-1-1,1 1 1,0-1 0,0 1-1,-1 0 1,1 0-1,-1 0 1,0 0 0,-2-3-1,-12-16 416,2 8-260,13 12-214,-1 0 1,0 0 0,0-1-1,1 1 1,-1-1-1,0 0 1,-1-2 0,3 3-28,-1-1 20,0 0 0,0 0 0,0 0 0,-1 0 0,1 1 1,0-1-1,-1 0 0,1 1 0,-1-1 0,0 1 0,0-1 0,1 1 1,-5-2-1,-3-3 92,-1 1 0,0 0 1,-16-6-1,24 11-102,0-1-1,-1 0 0,1 1 1,-1 0-1,1-1 1,-1 1-1,1 0 0,0 0 1,-4 1-1,-12 0 121,8 0-87,0 1 0,0 0 0,0 1 0,0-1 0,-10 6 0,-7 2-5,18-7-24,1 0 0,1 1 0,-1 0 0,-9 7 0,-10 5 41,19-11-33,0 0-1,0 0 0,1 1 1,0 0-1,-11 11 0,-17 14 78,23-22-69,1 1 0,0 0 1,1 0-1,0 1 1,-11 16-1,-7 10 67,-21 34 67,-39 88 205,75-132-279,-12 35 1,10-21-16,-1 0-9,2 0 0,1 0 0,3 2 1,-7 46-1,9-40-39,4-33-26,1 1 1,-2 31-1,5 111 66,1-144-52,1 1-1,1-1 1,0 0-1,1 0 1,0 0 0,1-1-1,1 1 1,0-1 0,1 0-1,1-1 1,0 0-1,14 18 1,-15-24-11,0-1-1,0 1 1,1-1-1,0 0 1,0-1-1,0 0 1,1 0 0,-1-1-1,1 0 1,0 0-1,1-1 1,12 3-1,-7-3 4,0 0 0,0-1 0,0 0-1,0-1 1,0-1 0,1 0-1,18-4 1,-32 4-13,84-18 45,-72 14-33,1-1-1,-1 0 1,22-12 0,24-21 372,108-87 0,-150 111-226,-2-2 0,21-25 0,-5 6 62,-14 14-65,-1 0 1,-1-1-1,25-48 1,30-83 382,-47 80-347,-13 38-105,5-15 37,-10 17-40,-2 0-1,1-51 1,-5 56-53,1 4-5,-1 1 0,-2-1 1,0 0-1,-6-25 0,3 28-16,-1-1 0,-1 1 0,-1 0-1,-1 1 1,-1 0 0,-13-21 0,15 28-46,-2 1-1,1 0 1,-1 0 0,-1 1 0,0 0 0,-1 1 0,-14-11-1,11 12-258,-1 0-1,-1 1 1,1 1-1,-1 0 1,-23-6-1,27 11-211,1-1-1,-1 2 0,0-1 0,1 2 1,-1 0-1,0 0 0,1 1 0,-17 3 0,6-1-1367,0 1-829,23-4 2604,0 1 0,0-1 0,-1 0-1,1 0 1,0 0 0,0 0-1,-1 0 1,1 0 0,0 0 0,0 1-1,-1-1 1,1 0 0,0 0 0,-1 0-1,1 0 1,0 0 0,-1 0-1,1 0 1,0 0 0,0-1 0,-1 1-1,1 0 1,0 0 0,-1 0 0,1 0-1,0 0 1,0 0 0,-1 0-1,1-1 1,0 1 0,0 0 0,0 0-1,-1 0 1,1-1 0,0 1 0,0 0-1,0 0 1,-1-1 0,1 1-1,0 0 1,0 0 0,0-1 0,0 1-1,0 0 1,0 0 0,0-1 0,-1 1-1,-7-1-5059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23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84 464,'0'0'106,"0"0"-1,0 0 1,0 1 0,0-1 0,0 0-1,0 0 1,0 1 0,0-1 0,0 0-1,0 0 1,0 1 0,0-1-1,0 0 1,0 0 0,0 1 0,0-1-1,0 0 1,1 0 0,-1 0-1,0 1 1,0-1 0,0 0 0,0 0-1,1 0 1,-1 1 0,0-1 0,0 0-1,1 0 1,-1 0 0,0 0-1,0 0 1,0 0 0,1 0 0,-1 1-1,0-1 1,0 0 0,1 0-1,-1 0 1,0 0 0,0 0 0,1 0-1,-1 0 1,0 0 0,1 0 0,-1 0-1,15-1 12689,-15 1-12754,0 0-1,0 0 1,0-1 0,0 1-1,0 0 1,0 0-1,0-1 1,0 1 0,0 0-1,-1-1 1,1 1 0,0 0-1,0 0 1,0-1 0,0 1-1,0 0 1,0 0-1,-1 0 1,1-1 0,0 1-1,0 0 1,0 0 0,-1 0-1,1-1 1,0 1 0,0 0-1,0 0 1,-1 0-1,1 0 1,0 0 0,0 0-1,-1 0 1,1-1 0,0 1-1,0 0 1,-1 0 0,1 0-32,-1 0 1,1 0-1,0 0 1,0 0 0,-1 0-1,1 0 1,0 0 0,0 0-1,0 0 1,-1 0-1,1 0 1,0 0 0,0-1-1,0 1 1,0 0-1,-1 0 1,1 0 0,0 0-1,0 0 1,0-1 0,0 1-1,-1 0 1,1 0-1,0 0 1,0-1 0,0 1-1,0 0 1,0 0 0,0 0-1,0-1 1,0 1-1,0 0 1,0 0 0,0 0-1,0-1 1,0 1-1,0-1 263,2 1-208,-2 0-58,0 0 1,1 0-1,-1 0 0,0 0 1,1-1-1,-1 1 0,1 0 1,-1 0-1,0 0 0,1 0 1,-1 0-1,0-1 0,1 1 1,-1 0-1,0 0 0,1 0 1,-1-1-1,0 1 0,0 0 1,1-1-1,-1 1 0,0 0 1,0 0-1,0-1 0,1 1 1,-1 0-1,0-1 0,0 1 1,0-1-1,0 1 0,0 0 1,1-1-1,-1-16 260,0 8-237,0 8-8,2 1 9,-2 0-28,0 1 0,0-1 0,1 0 1,-1 0-1,0 0 0,1 0 0,-1 0 0,0 0 0,1 0 1,-1 0-1,0 0 0,0-1 0,1 1 0,-1 0 0,0 0 0,1 0 1,-1 0-1,0 0 0,0 0 0,1-1 0,-1 1 0,0 0 1,0 0-1,1 0 0,-1-1 0,0 1 0,0 0 0,0 0 1,1 0-1,-1-1 0,0 1 0,0 0 0,0-1 0,0 1 1,0 0-1,0 0 0,1-1 0,-1 1 0,0-2 21,0 1 31,0 1-51,0 0 0,-1-1 0,1 1-1,0 0 1,0 0 0,0 0 0,0 0 0,0-1-1,0 1 1,0 0 0,0 0 0,0 0 0,0 0-1,0 0 1,0-1 0,0 1 0,0 0 0,0 0-1,0 0 1,0 0 0,1-1 0,-1 1 0,0 0-1,0 0 1,0 0 0,0 0 0,0 0 0,0 0-1,0-1 1,0 1 0,1 0 0,-1 0 0,0 0-1,0 0 1,0 0 0,0 0 0,0 0 0,8 0 177,4-4-117,-11 4-58,0-1 1,0 1-1,0-1 0,0 1 0,0 0 0,0-1 0,0 1 0,0 0 1,0 0-1,0 0 0,1 0 0,0 0 0,0-1 0,-1 1 0,1 0 0,0-1 0,-1 1 0,1-1 0,-1 1 0,1-1 0,2-1 0,-2 1-2,0 0 0,0 0 0,0 0 1,0 0-1,0 0 0,0 1 1,0-1-1,1 1 0,-1-1 0,2 1 1,2 0 3,-4 1-2,0-1-1,1 0 1,-1 0 0,0 0-1,0 0 1,0 0-1,1-1 1,3 0-1,-5 0 2,0 0 0,1 1 0,-1-1 0,0 0 0,1 1 0,-1-1 0,0 1 0,1-1 0,-1 1 0,1 0 0,-1 0 0,1 0 0,-1 0 0,1 0 0,2 0 0,27 7 91,-29-7-93,-1 1 0,1-1 0,-1 0 0,0 1 0,1-1 0,-1 1 0,0 0 0,0-1 0,0 1 0,1 0 0,-1 0 0,2 1 0,-2 0 0,0-1 1,1 0-1,-1 0 0,0 0 1,1 0-1,-1-1 0,1 1 1,0 0-1,-1-1 0,1 1 1,-1-1-1,1 1 0,3 0 1,18 5 2,-18-3-25,-4-2 19,-1-1-1,0 0 0,0 1 0,0-1 0,1 0 1,-1 0-1,0 0 0,0 1 0,0-1 0,1 0 1,-1 0-1,0 0 0,1 1 0,-1-1 0,0 0 1,0 0-1,1 0 0,-1 0 0,0 0 0,1 0 1,-1 0-1,0 0 0,1 0 0,-1 0 0,0 0 1,1 0-1,-1 0 0,1 0 0,-1 0 1,0 0 0,1 0-1,-1 0 1,0 1-1,1-1 1,-1 0-1,1 0 1,-1 0-1,0 0 1,1 0-1,-1 1 1,0-1-1,1 0 1,-1 0-1,0 0 1,0 1-1,1-1 1,-1 0-1,0 1 1,0-1-1,1 0 1,-1 0-1,0 1 1,0-1-1,0 1 1,1-1-1,-1 0 1,0 1-1,0-1 1,0 0-1,0 1 1,1 16-21,-2-8 19,2-9 1,-1 1 1,1 0-1,-1-1 1,1 1-1,-1-1 1,1 1-1,-1-1 1,1 1-1,0-1 1,-1 1-1,1-1 1,1 1-1,-2 0 1,1-1 1,-1 1 0,1-1 0,-1 1 0,0-1 0,1 1 0,-1-1 0,0 1-1,0-1 1,1 1 0,-1 0 0,0-1 0,0 1 0,0 0 0,0-1 0,0 1 0,0 0 0,0-1 0,0 1 0,0-1 0,0 1 0,0 0 0,0-1-1,-1 1 1,1 0 0,0-1 0,0 1 0,-1-1 0,1 1 0,0-1 0,-1 1 0,1-1 0,0 1 0,-1-1 0,1 1 0,-1-1 0,0 1 0,0 0 2,1 0-1,-1-1 1,1 1 0,-1 0 0,0 0 0,1 0 0,-1 0 0,1 0 0,0-1 0,-1 1 0,1 0 0,0 0 0,-1 2 0,1-3-3,0 0 1,0 1-1,0-1 0,0 0 1,0 0-1,0 0 0,0 1 1,0-1-1,0 0 0,1 0 1,-1 0-1,0 1 0,0-1 0,0 0 1,0 0-1,0 0 0,0 1 1,0-1-1,0 0 0,1 0 1,-1 0-1,0 0 0,0 0 1,0 1-1,0-1 0,1 0 1,-1 0-1,0 0 0,0 0 1,0 0-1,1 0 0,-1 0 1,0 0-1,0 0 0,0 0 1,1 0-1,-1 0 0,0 0 1,0 0-1,1 0 1,-1 0-1,0 1 1,1-1-1,-1 0 1,0 0 0,0 0-1,1 0 1,-1 0-1,0 0 1,0 0-1,1 1 1,-1-1-1,0 0 1,0 0 0,1 0-1,-1 1 1,0-1-1,0 0 1,0 0-1,1 1 1,-1-1 0,0 0-1,0 0 1,0 1-1,0-1 1,0 0-1,0 0 1,0 1 0,0-1-1,0 0 1,1 1-1,-1-1 1,0 0-1,0 0 1,0 1-1,-1-1 1,1 1 0,0 10-328,0-10 93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3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362 393 700,'3'-5'1086,"0"0"1,0-1-1,-1 1 0,0 0 0,3-11 1,-3 11-776,2-12 1598,-4 16-1679,0-1 1,0 1-1,0 0 0,1-1 1,-1 1-1,1 0 0,-1-1 1,1 1-1,-1 0 0,1 0 1,0-1-1,1 0 0,-2 1-102,1 1 0,-1-1 0,0 1-1,1-1 1,-1 1 0,0 0-1,0-1 1,1 1 0,-1-1-1,0 1 1,0-1 0,0 1-1,0-1 1,0 1 0,0-1 0,0 1-1,1-1 1,-1 0 0,-1 1-1,1-1 1,0 1 0,0-1-1,0 1 1,0-1 0,0 1-1,0-1 1,-1 1 0,1-1 0,0 1-1,0 0 1,-1-1 0,1 1-1,0-1 1,-1 1 0,1-1-1,0 1 1,-1 0 0,1-1-1,-1 1 1,1 0 0,0 0 0,-1-1-1,1 1 1,-1 0 0,1 0-1,-1-1 1,1 1 0,-1 0-1,-2 0 1759,1 0-1661,-2 1-158,1 0-1,-1 1 1,0-1-1,1 1 1,0 0 0,-1 0-1,1 0 1,0 1-1,0-1 1,-5 6 0,-14 12 73,0 0-2,1 1 1,-35 44-1,-76 146 316,122-191-418,0 1 0,2 0 1,-11 37-1,0 3 12,13-40-47,-4 28 0,6-31-3,4-12 3,0 0 1,0 0-1,0 0 1,1 0-1,0 0 1,0 0-1,1 0 1,3 10-1,-4-13 2,1 2 1,0-1 1,1 1 0,-1-1-1,1 1 1,0-1 0,0 0-1,0 0 1,1-1-1,-1 1 1,1-1 0,0 0-1,0 1 1,0-2 0,0 1-1,1 0 1,-1-1 0,1 0-1,8 3 1,7-2-69,0-1 0,1 0-1,19-2 1,-29-1-14,0-1 1,0 1-1,0-2 0,-1 1 0,1-2 0,-1 1 0,14-8 0,-6 2-50,0 1-88,27-18 0,-40 22 185,1 0 0,-1 0 0,-1 0 0,1-1 0,0 0 0,-1 0 0,0 0 0,0 0 0,3-7 0,-1 2-7,-4 7 31,-1 1 1,1-1 0,-1 0-1,1 1 1,-1-1 0,0 0-1,0 0 1,0 0 0,0 0 0,-1 0-1,1 0 1,-1 0 0,0 0-1,1 0 1,-2 0 0,1-4-1,-5-8-2,-1 1-1,0 0 1,-2 0-1,1 0 0,-12-15 1,10 17 4,0 0-1,0 1 1,-16-13 0,7 6-5,-10-8-4,-2 1 1,-62-40 0,-9-4 4,92 63 11,7 6-1,1-1-1,0 1 1,-1-1 0,1 0 0,0 1 0,0-1-1,-1 0 1,1 0 0,0 0 0,0 0 0,0 0-1,0 0 1,0 0 0,0 0 0,1 0 0,-1-1-1,0 1 1,0 0 0,1 0 0,-1-1 0,1 1 0,-1 0-1,1-1 1,-1-2 0,1 3-9,2-5-66,31-8-217,89-28-504,-39 15 242,-32 10 129,-25 9 93,31-15-1,140-80-886,-180 91 1257,28-26-1,-8 7 383,-32 27-280,-1 1 1,-1-1-1,1 1 1,0-1-1,-1 0 1,0 0 0,0-1-1,0 1 1,-1-1-1,1 1 1,-1-1-1,0 0 1,0 0 0,1-7-1,1 4 137,-1 1 1,1-1-1,10-12 0,1-4 269,-10 13-158,-5 10-373,0 1 0,0-1 0,0 1 0,1-1 0,-1 1 0,0-1-1,0 1 1,0-1 0,1 1 0,-1-1 0,0 1 0,1 0 0,-1-1 0,0 1 0,1-1 0,-1 1 0,1 0 0,-1-1 0,0 1 0,1 0 0,1-1 563,-2 0-577,0 1 0,-1 0-1,1 0 1,0 0 0,-1 0 0,1 0 0,0 0-1,-1 0 1,1 0 0,0 0 0,-1 0-1,1 0 1,0 0 0,-1 0 0,1 0 0,0 0-1,-1 0 1,1 0 0,0 0 0,-1 0 0,1 0-1,0 1 1,0-1 0,-1 0 0,1 0 0,0 0-1,-1 1 1,1-1 0,0 0 0,0 0-1,0 1 1,-1-1 0,1 0 0,0 0 0,0 1-1,0-1 1,0 0 0,-1 1 0,1-1 0,0 0-1,0 1 1,0-1 0,0 0 0,0 1-1,0-1 1,0 0 0,0 1 0,0-1 0,0 0-1,0 1 1,0-1 0,0 1 0,1 31 176,0-13 5,-1 0 0,-1 0 1,0 0-1,-1 0 0,-7 23 1,5-25 33,-5 28 1,0 4 54,0-9-98,-3 11 181,-23 63 0,29-101-307,2 0-1,-1 1 1,-2 21-1,-1-2 12,0-1-1,-3 0 0,-13 30 1,21-56-51,-1 7-38,1-1-1,-5 25 0,0 4-48,1-19 51,4-11 59,0 0 0,1 0 0,0 0 0,0 1 0,1 13 0,1-23-153,0 12-56,0-11-592,0-7-1145,0 3 1789,0 1 0,1-1 1,-1 0-1,1 1 0,-1-1 0,1 1 0,0-1 1,-1 1-1,1-1 0,0 1 0,-1-1 0,2 0 1,-1 1-74,13-22-3389,5 4 1176,26-31-4786,-23 21 3138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2:33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188 274 1700,'-2'0'2727,"-7"0"1347,7 8-594,-11 9-1005,11-15-2167,0 0-1,0 0 1,0 1 0,0-1-1,0 1 1,1-1-1,-2 4 1,-6 18 1464,-15 27 1,11-23-1237,10-21-406,1-1 0,0 1 1,0 0-1,-1 11 0,1-10-15,1-1 0,-1 0-1,-3 10 1,-2 1 203,1 0-1,-5 28 1,2-17-30,7-24-231,0 0 0,0 0 0,1 0 0,0 0 0,0 0-1,0 1 1,0 6 0,1-6 3,-1 0 1,0-1-1,-2 10 0,1-9 2,1 0 1,0 1-1,-1 9 0,2-11-24,-1-1-1,1 0 0,-1-1 1,0 1-1,-2 5 0,2-6 0,0 1-1,0-1 1,0 1-1,1 0 0,-1 3 1,1 0 20,0-3-18,1 0 1,-1 0 0,0 0 0,0 0 0,-1 0 0,0 0 0,1 0 0,-1 0 0,0 0 0,-1 0-1,-2 6 1,2-8 78,2-1-110,0-1-1,0 1 1,0-1 0,0 1 0,0-1 0,0 1 0,0-1 0,0 1 0,0-1 0,0 1 0,0-1 0,0 1 0,0-1-1,0 1 1,1-1 0,-1 0 0,0 1 0,0-1 0,0 1 0,1-1 0,-1 1 0,0-1 0,1 0 0,-1 1 0,0-1-1,1 0 1,-1 1 0,1-1 0,0 0 0,-1 0 0,0 0 0,1 0 0,-1-1 1,1 1-1,-1 0 0,0-1 0,1 1 0,-1 0 0,0-1 0,1 1 1,-1-1-1,0 1 0,0 0 0,0-1 0,1 1 0,-1-1 0,0 1 0,0-1 1,0 1-1,0-1 0,0 1 0,0-1 0,0 1 0,0-1 0,0 1 0,0-1 1,0 1-1,0-1 0,0 0 0,0 0-1,0 0 0,0-1-1,1 1 1,-1 0 0,0 0 0,1-1 0,-1 1-1,0 0 1,1 0 0,0 0 0,0-2 0,0 2-5,0-1 1,-1 1 0,1 0-1,0-1 1,-1 1-1,1 0 1,-1-1 0,0 1-1,1-1 1,-1 1 0,0-3-1,0-3-3,1 0-1,0 0 0,1 0 0,2-7 0,1-6-42,8-19-56,-9 29 45,0-1-1,4-18 0,-5 15-3,0 1 0,1 0 0,8-21 0,-3 11-41,7-27-1,-11 32 40,1 0-1,15-32 1,-7 22-15,9-32-1,-14 36 39,0 1-1,24-41 0,-11 24 2,-17 28 13,2 0 0,14-20 0,32-37-126,-40 51 102,-10 14 28,-1 0 1,1 0-1,0 0 0,0 0 0,0 1 0,1-1 0,-1 1 1,1 0-1,0 0 0,0 0 0,0 0 0,0 1 0,7-3 1,-10 5 6,0 0 1,0 0-1,0 0 1,0 0-1,1 0 1,-1 1 0,0-1-1,0 0 1,0 1-1,0-1 1,0 0-1,0 1 1,0 0 0,0-1-1,0 1 1,0 0-1,0-1 1,0 1-1,0 0 1,1 1 0,1 2-40,0-1 0,0 0 0,0 1 0,4 6 1,-6-6 31,1 0 0,0 0 0,-1 0 0,2 8 0,2 8 33,-2-8-19,-1-1-1,0 1 0,0-1 1,-2 1-1,0 12 0,0-6-44,-3 24-1,3-36 51,-1 0 0,-1 0 0,1-1 0,-1 1 0,0 0 0,-1-1-1,-5 10 1,0 1 11,7-14-8,0 0-1,0 1 0,0-1 1,0 0-1,-1 0 0,1 0 1,-5 4-1,0-1-85,0 1 0,0-1 0,-1 0-1,0-1 1,0 0 0,-1 0 0,1 0 0,-1-1 0,0 0-1,0 0 1,0-1 0,0 0 0,0-1 0,0 0 0,-13 1-1,13-3-476,1 0 0,-1 0 0,1 0 0,0-1 0,-1 0 0,-9-4-1,14 5-220,-1-1-1,1 0 1,-1 0-1,1 0 1,0 0-1,-3-3 0,5 4 268,0 0 0,0 0 0,0 0 0,0 0 0,0-1 0,0 1 0,1 0 0,-1 0 0,1 0 0,-1-1 0,0 1-1,1 0 1,0-1 0,-1 1 0,1 0 0,0-3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20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48 1400,'33'-34'9889,"-30"32"-9319,-1 0-1,1 0 1,0 1-1,0-1 1,0 1-1,0 0 1,1 0-1,5-1 4527,-8 22-3780,-1-14-1181,1 0-1,-1 0 1,0 0-1,-1 0 1,1 0-1,-3 8 1,-50 123 872,50-129-959,1 0 0,-1 0 0,-1 10 0,-6 21 137,0-16 37,-20 32 0,-7 13 159,36-66-372,-6 13 114,-9 28 1,15-39-114,0-1 1,-1 0-1,0 0 0,0 0 1,0-1-1,-2 4 1,2-4-2,0 0 0,0 0 0,1 0 0,-1 1 0,1-1 0,0 0 0,0 0 0,0 1 0,0-1 0,0 1 0,-1 3 0,2-5-7,0 0-1,0-1 1,0 1-1,0-1 1,0 1 0,-1-1-1,1 1 1,0 0 0,0-1-1,-1 1 1,1-1-1,0 1 1,0-1 0,-1 1-1,1-1 1,-1 0-1,1 1 1,0-1 0,-1 1-1,1-1 1,-1 0-1,1 1 1,-1-1 0,0 0-1,0 1 2,1-1-2,-1 1 1,1 0 0,0-1 0,0 1-1,-1-1 1,1 1 0,0-1 0,0 1-1,0 0 1,-1-1 0,1 1 0,0-1-1,0 1 1,0 0 0,0 0 0,1 2-4,-1-7 18,11 2 30,-11-8-377,-1 7 163,1 1 1,0-1 0,-1 1-1,2-1 1,-1 1-1,0-1 1,0 0 0,1 1-1,-1-1 1,2-2 0,0 1-117,-1 3 96,0-1-1,0 0 0,0 1 0,-1-1 0,1 0 1,0 0-1,-1 1 0,0-1 0,1 0 0,-1 0 0,0-2 1,1-2-800,-1 0 1,1 0 0,1-1-1,-1 1 1,5-10-1,-4 10-412,1 0-1,-2 0 0,1-1 0,-1 1 1,1-12-1,-2-2-2665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2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703 264 2728,'0'-97'7396,"-1"93"-7053,1 0 1,-1 0 0,1 0 0,-1 0-1,-2-4 1,2 5-48,0-1-1,0 1 1,0-1 0,0 0-1,1-3 1,-1 2-10,1 1 0,-1 0 0,0-1-1,0 1 1,0 0 0,0 0 0,-1 0 0,0 0 0,0 0 0,0 0-1,0 0 1,-1 1 0,1-1 0,-1 1 0,0 0 0,-6-6 0,4 5-102,0-1 1,-1 1 0,1 0-1,-1 1 1,0-1 0,0 1-1,-1 0 1,1 1 0,-1 0 0,-6-2-1,3 2-90,0 1-1,0 1 1,0-1-1,0 2 1,-19 2-1,18-1-58,1 1 0,0 0-1,0 1 1,0 0 0,-10 5 0,-46 30 101,60-36-120,-8 6 28,-7 3 74,1 2 1,0 0-1,-27 27 0,29-24-20,1 2 0,1 0 0,1 1 0,1 0 0,-15 28-1,17-23-8,-2 2 44,1 0 0,1 2 0,-13 49 0,12-27-21,4-16-49,1-1 0,2 1 0,-2 58 0,-2 64 81,10-137-124,0 0 0,1 0 0,5 33 0,-2-23-4,3 17 4,1-1 0,2 0 1,19 49-1,-24-81-13,2 0 1,0 0 0,1-1-1,10 14 1,-10-17 0,1-1 0,0 0 0,0 0 0,1-1 1,-1 0-1,2-1 0,-1 0 0,1 0 0,22 8 0,-26-12 4,1 0 0,-1 0 0,0-1-1,1-1 1,0 1 0,-1-1 0,1 0 0,0-1-1,-1 0 1,12-1 0,1-2 74,0-1 0,33-10 0,-36 7 11,-1 0 1,25-14-1,-16 7 19,1-1-11,0-1 0,-1-2 0,-1-1-1,0 0 1,-2-2 0,31-35 0,-31 31-2,-6 8 24,0-1 0,16-24-1,-26 32-80,8-11 94,0 0 1,-2-2-1,0 0 0,-2 0 1,10-28-1,-15 31-77,0 3 17,5-29 0,2-139 209,-10 126-190,-1 24-25,-5-63-1,-1 61-52,-2 0 0,-12-40 0,14 62-26,2 4-2,-1-1 0,0 1 0,-1 0 0,-9-17 0,1 9 3,-1 1 1,-1 0-1,-18-17 0,16 19-50,0 2-1,-1 0 1,-1 1-1,0 1 0,-34-17 1,28 16-184,18 9 70,-1-1 0,0 1 1,-10-3-1,-3-1-417,15 6 40,1-1 0,-1 1 1,1 1-1,-1-1 1,-9-1-1,5 8-2300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4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21 1944,'5'-21'23665,"-8"21"-24813,-1 14 1200,2-11-44,0-1-1,1 1 1,0 0-1,-1 0 1,1 0 0,-2 5-1,-5 15 49,-8 11 145,-23 69 0,34-90-163,0 0 0,-9 13 0,-6 17 56,-35 95 108,40-94-180,12-34 5,0-1-1,-7 17 1,8-14-8,2-12-19,0 1 0,0-1 0,0 1 0,0-1 0,0 1 0,0-1 0,0 1 0,0 0 0,0-1 0,0 1 0,0-1 0,0 1 0,0-1 0,-1 1 0,1-1 0,0 1 0,-1 0 0,-2 2-11,3-3 7,-1 0 0,1 1-1,-1-1 1,1 0 0,-1 1 0,1-1 0,0 1 0,-1-1 0,1 1 0,0-1 0,-1 1 0,1-1 0,0 1-1,0-1 1,0 1 0,-1-1 0,1 1 0,0-1 0,0 1 0,0-1 0,0 1 0,0 1 0,-1 3-17,1-10-36,0 4-233,-1-1-1,1 1 1,0 0 0,1-1 0,-1 1 0,0 0 0,0-1 0,1 1-1,-1 0 1,0 0 0,2-3 0,0 2-8,-2 2 178,1-1 0,0 0 0,-1 1-1,1-1 1,-1 0 0,1 0 0,-1 0 0,1 0 0,-1 1-1,1-1 1,-1 0 0,0 0 0,0 0 0,1 0 0,-1 0-1,0 0 1,0-2 0,1-2-638,-1 0-1,1 0 0,1 0 1,-1 0-1,3-5 1,0-1-723,-2 7 582,0-1-1,0 0 0,0 1 0,1 0 1,5-8-1,4-4-2439,-1-4 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4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112 702 508,'-1'-6'553,"1"1"-1,-1 0 1,0 0 0,0-1-1,-1 1 1,0 0 0,-4-8-1,-4-14 1090,6 17-1158,0 1 0,-1 0 0,-6-10 0,5 11-87,2-1 1,-1 1-1,1-1 1,-4-12-1,5 9-9,2 8-210,0-1 1,-1 0-1,1 1 0,-4-7 1,2 4 51,0-1 1,0 1-1,1-1 1,-3-11-1,1-1 239,2 12-183,1-1 1,0 0-1,1 1 0,1-17 1,0 2 203,-1 17-415,1 0-1,0 0 0,0 1 1,1-1-1,-1 1 0,1-1 0,0 1 1,1-1-1,0 1 0,-1 0 0,6-6 1,0-1-20,2 0 0,0 1 0,13-13 0,1 5-31,1 1 0,0 0 0,2 2 0,35-16 0,-38 20-15,9-3 1,1 2 0,65-16-1,-81 24-8,10-2 4,0 2 0,1 0-1,-1 2 1,37 1 0,-46 2 5,-6-1-18,0 1 0,-1 1 1,1 0-1,0 1 0,14 3 1,-19-2-21,-1-1-30,-1 0 0,0 0-1,1-1 1,-1 0 0,9 1-1,-13-2-79,-2 0 101,1 0 0,-1 0 0,0-1 0,0 1-1,1 0 1,-1 0 0,0 0 0,1 0 0,-1 0 0,0 0 0,0 0 0,1 0-1,-1 1 1,0-1 0,1 0 0,-1 0 0,0 0 0,0 0 0,1 0-1,-1 0 1,0 0 0,0 1 0,1-1 0,-1 0 0,0 0 0,0 0 0,0 1-1,1-1 1,-1 0 0,0 0 0,0 1 0,0-1 0,0 0 0,1 0 0,-1 1-1,0-1 1,0 0 0,0 0 0,0 1 0,0-1 0,0 0 0,0 1-1,0-1 1,0 0 0,0 0 0,0 1 0,0-1 0,0 1 0,0-1-11,0 0 0,0 0 1,0 1-1,0-1 1,0 0-1,0 0 1,0 0-1,0 1 1,0-1-1,0 0 0,0 0 1,0 0-1,0 1 1,0-1-1,0 0 1,0 0-1,0 0 0,0 0 1,0 1-1,0-1 1,0 0-1,0 0 1,1 0-1,-1 0 0,0 1 1,0-1-1,0 0 1,0 0-1,0 0 1,1 0-1,-1 0 0,0 0 1,0 1-1,0-1 1,0 0-1,1 0 1,-1 0-1,0 0 0,0 0 1,0 0-1,1 0 1,-1 0-1,0 0 1,0 0-1,1 0 0,0 1-801,-5 4-34,0 9-2379,-5-7 1173,-2 0-336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5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102 248 156,'-8'6'1057,"1"0"-1,0 0 1,0 0 0,0 1-1,1 0 1,-8 11 0,4-5-575,5-6 83,1 0-1,0 1 0,0 0 0,-4 15 1,2-8 168,5-9-486,0-1 1,0 0-1,0 1 1,1-1 0,0 1-1,0-1 1,1 7-1,0 7 326,-1 146 1021,0-164-1593,0 1 0,1-1 0,-1 0-1,0 1 1,0-1 0,1 0-1,-1 1 1,1-1 0,-1 0-1,1 0 1,1 2 0,-2-2 0,1 0-1,0 1 1,-1-1 0,1 0 0,-1 0 0,1 1 0,-1-1 0,1 0 0,-1 1-1,0-1 1,0 2 0,0 0 6,0 0-1,1 0 1,-1-1 0,1 1-1,-1 0 1,1-1 0,0 1-1,0-1 1,0 1 0,2 3-1,1 5 16,-4-10-23,0-1 1,0 1-1,0-1 1,0 1-1,1-1 1,-1 0-1,0 1 0,0-1 1,0 1-1,0-1 1,1 0-1,-1 1 1,0-1-1,0 0 0,1 1 1,-1-1-1,0 0 1,1 1-1,-1-1 1,0 0-1,1 1 1,-1-1-1,0 0 0,1 0 1,-1 0-1,1 0 1,-1 1-1,1-1 1,-1 0-1,1 0 0,7 3-11,-7-2 2,1-1 1,0 1-1,0 0 0,0-1 0,0 1 0,0-1 0,0 0 0,0 0 0,0 0 0,0 0 0,4 0 0,-3-1-2,9-1-25,0-1 0,0 0-1,13-6 1,5-4-42,-20 9 49,-1 0-1,1-1 1,-1 0 0,9-7-1,9-8-65,212-173-205,-198 161 529,-31 25 6,-1 0 1,1-1-1,-1 0 1,10-12-1,-8 8 286,10-16 1342,-21 27-1797,0 0 1,1 0-1,-1 0 0,1 0 1,0 0-1,-1 0 0,1 0 1,0 0-1,-1 0 0,1 1 1,0-1-1,0 0 0,2-1 1,-1-3 420,-1 2-411,0 2-46,0 1-1,0-1 1,0 0 0,0 1-1,0-1 1,0 1 0,0-1-1,0 1 1,0 0-1,0-1 1,0 1 0,0 0-1,0 0 1,0-1 0,3 1-1,-3 0 236,0 10-238,-1-9-12,1 1 0,-1 0 0,0-1 0,0 1 0,0 0 0,0-1 0,0 1 0,0 0 0,-1-1 0,1 1 0,-1 0 0,1-1 0,-1 3 0,-2-2 8,3-1-16,-1 0 0,0 0 0,1-1-1,-1 1 1,1 0 0,-1 0 0,1 0-1,-1 0 1,1 0 0,0 0 0,-1 0 0,1-1-1,0 1 1,0 0 0,-1 0 0,1 0-1,0 2 1,0-1 4,0 1-1,0-1 0,-1 0 1,1 0-1,-1 0 0,0 0 1,1 0-1,-1 0 1,0 0-1,0 0 0,0 0 1,-3 3-1,-20 21 59,4-6-22,16-15-52,-1 0 0,1-1 0,-1 1 0,0-1 0,-1 0 0,1 0 0,-1-1 0,0 0 1,0 0-1,0 0 0,0-1 0,-1 1 0,1-2 0,0 1 0,-1-1 0,1 0 0,-1 0 1,-12 0-1,19-1 4,-1 0 1,1 0-1,0 0 1,-1 0-1,1 0 1,0 0-1,0 0 1,-1 0 0,1 0-1,0 0 1,-1 0-1,1 0 1,0 0-1,0 0 1,-1-1-1,1 1 1,0 0 0,0 0-1,-1 0 1,1 0-1,0 0 1,0-1-1,0 1 1,-1 0-1,1 0 1,0 0 0,0-1-1,0 1 1,0 0-1,-1-1 1,1 1-1,0 0 0,1 0 0,-1-1 0,0 1 1,0 0-1,0 0 0,0 0 0,1-1 0,-1 1 1,0 0-1,0 0 0,1 0 0,-1-1 0,0 1 0,0 0 1,1 0-1,-1 0 0,0 0 0,0 0 0,1 0 0,-1 0 1,0 0-1,0 0 0,1 0 0,-1 0 0,0 0 1,1 0-1,-1 0 0,0 0 0,1 0 0,12-15-226,-2 4 176,-5 5 23,1-1 0,0 1 0,0 1 0,1-1 1,13-7-1,164-89-313,-86 46 301,-44 29 91,-53 26-49,0 0 1,0 0-1,0 0 1,0 0 0,0 1-1,0-1 1,1 0-1,-1 1 1,0 0 0,0 0-1,0 0 1,1 0 0,2 0-1,-5-4 36,0 7-10,0-2-1,0 7 18,0-4-33,1-2 0,-1 0 1,0 0 0,0 0 0,0-1-1,0 1 1,0 0 0,0 0-1,-1 0 1,1-1 0,-2 4 0,-16 30 149,14-9-96,-3-11-58,5-11-14,0 0 0,1 0 1,-1 0-1,1 0 1,-1 0-1,1 1 1,1-1-1,-1 0 0,0 7 1,1-10-6,0 0 0,0-1 1,0 1-1,0 0 0,1 0 0,-1 0 0,0-1 1,0 1-1,1 0 0,-1 0 0,0-1 1,1 1-1,-1 0 0,1-1 0,-1 1 0,1-1 1,-1 1-1,1 0 0,-1-1 0,1 1 1,0-1-1,-1 1 0,1-1 0,0 0 0,-1 1 1,1-1-1,0 0 0,0 1 0,-1-1 1,1 0-1,0 0 0,0 0 0,-1 1 0,1-1 1,0 0-1,0 0 0,0 0 0,-1 0 1,1-1-1,0 1 0,0 0 0,1-1 0,5 0-76,-1 0-1,1-1 1,-1 0-1,7-3 0,31-15-868,79-50 0,-68 25 837,-51 42 123,0 0-1,1 0 1,-1 0 0,-1-1 0,1 1 0,0-1 0,5-8 0,-2 3-2,12-8 16,-17 16-12,0-1 0,1 1 0,-2-1 0,1 1 0,0-1 0,0 0 1,0 0-1,-1 0 0,1 0 0,-1 0 0,2-3 0,30-69 274,-32 71-300,-1 1 0,1-1 0,-1 1 0,1-1 0,-1 1 0,0-1 1,0 0-1,0 1 0,0-1 0,-1-3 0,1-5 4,0 10 17,0 0 0,0 1 0,0-1 0,0 0 0,-1 0-1,1 0 1,0 0 0,0 0 0,0 0 0,-1 0 0,1 1-1,0-1 1,-1 0 0,1 0 0,-1 0 0,1 1 0,-1-1 0,1 0-1,-2 0 1,-1-2 0,2-4 3,1 7-3,0-4 2,0 4-2,-1-1 0,1 1 0,-1 0 0,1-1 0,-1 1 0,1 0 0,-1 0 0,1-1 0,-1 1 0,1 0 0,-1 0 0,1 0 1,-1 0-1,0 0 0,1 0 0,-1 0 0,1 0 0,-1 0 0,0 0 0,0 0-1,0 0-1,0 1 1,0-1-1,0 0 1,0 1-1,1-1 1,-1 1-1,0-1 1,0 1-1,1-1 1,-1 1 0,0-1-1,0 1 1,1 0-1,-1-1 1,1 1-1,-1 0 1,1 0-1,-1-1 1,1 1-1,-1 0 1,1 0 0,-1 1-1,-6 10-30,2-6 30,1 0 0,0 0 0,0 0-1,1 1 1,-4 9 0,6-13 1,0 1 0,0-1 0,0 1-1,0 0 1,1-1 0,-1 1 0,1 0 0,0-1 0,0 1 0,0 0 0,1 0 0,0-1 0,1 5 0,2 2-11,-4-8 9,1-1 1,0 1 0,-1-1-1,1 1 1,-1 0 0,1-1-1,-1 1 1,0 0 0,1 2-1,-1 1 1,1 1-1,0-1 0,1 1 1,-1-1-1,1 0 0,0 0 1,1 0-1,3 7 0,7 17 9,-11-19-9,-1-8 3,-1 1 0,1-1-1,0 0 1,-1 0 0,1 0-1,0 0 1,0 0-1,1 0 1,1 3 0,-1-1 2,1 0 0,0 0 0,-1 1 0,2 5 0,2 3 5,-6-12-6,1-1 1,-1 1-1,0 0 0,1 0 1,-1 0-1,0 0 0,0 0 1,0 0-1,0 0 0,0 0 1,0 1-1,1 6 9,4-1-2,-5-6-7,1-1 0,-1 1 0,1 0 0,-1 0 0,1 0 0,-1-1 0,0 1 0,1 0 0,-1 0 0,0 0 0,0 0 0,0 0 0,0 0 0,1 1 0,-1-2-1,0 1 0,0 0 0,0-1 0,0 1 0,0-1 0,0 1 0,0-1 0,0 1 0,0-1 0,1 1 1,-1-1-1,0 1 0,0-1 0,1 1 0,-1-1 0,0 1 0,1-1 0,-1 1 0,0-1 0,1 1 0,-1-1 0,1 0 1,-1 1-1,1-1 0,-1 0 0,1 1 0,1 0 0,-2-1 1,0 0-1,0 0 0,0 0 0,0 0 0,1 0 1,-1 0-1,0 0 0,0 0 0,0 0 0,0 1 1,0-1-1,0 0 0,0 0 0,1 0 0,-1 0 1,0 0-1,0 0 0,0 1 0,0-1 0,0 0 1,0 0-1,0 0 0,0 0 0,0 0 0,0 1 1,0-1-1,0 0 0,0 0 0,0 0 1,0 0-1,0 0 0,0 1 0,0-1 0,0 0 1,0 0-1,0 0 0,0 0 0,0 1 0,0-1 1,0 0-1,0 0 0,-1 0 0,1 0 0,0 0 1,0 0-1,0 1 0,0-1 0,0 0 0,0 0 1,0 0-1,-1 0 0,1 0 0,0 0 0,0 0 1,0 0-1,0 0 0,0 0 0,-1 0 1,1 0-1,0 0 0,-7 3 15,4 8 157,2-10-161,-1-1-1,1 0 0,0 1 0,-1-1 1,1 0-1,0 0 0,0 0 1,-1 0-1,-1 0 0,-13 1 81,10 0-71,1 0 0,-1 0-1,1-1 1,-1 1-1,1-1 1,-1-1 0,1 1-1,-1-1 1,-8-1-1,12 1-17,1 1 0,0 0-1,0 0 1,0 0 0,0 0-1,0 0 1,0 0 0,0 0-1,0 0 1,0 0 0,0 1-1,0-1 1,0 0 0,-1 1 0,-7 2-2,-8 0-456,1-1 1,-26 1 0,18 1-1120,17-2 1049,-15 6-4430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22 495 1696,'0'0'63,"0"0"1,0 0-1,1 1 0,-1-1 1,0 0-1,0 0 0,0 1 1,-1-1-1,1 0 0,0 0 0,0 0 1,0 1-1,0-1 0,0 0 1,0 0-1,0 1 0,0-1 1,0 0-1,0 0 0,-1 0 0,1 1 1,0-1-1,0 0 0,0 0 1,0 0-1,-1 0 0,1 0 1,0 1-1,0-1 0,0 0 0,-1 0 1,1 0-1,0 0 0,0 0 1,-1 0-1,1 0 0,0 0 1,0 0-1,-1 0 0,1 0 15,0 0 0,-1 1-1,1-1 1,0 0 0,0 0-1,-1 0 1,1 0 0,0 0 0,0 0-1,-1 0 1,1 0 0,0 1-1,0-1 1,-1 0 0,1 0 0,0 0-1,0 0 1,0 1 0,-1-1-1,1 0 1,0 0 0,0 1 0,0-1-1,0 0 1,0 0 0,-1 1-1,1-1 1,0 0 0,0 0 0,0 1-1,0-1 1,0 0 0,0 1-1,0-1 1,0 0 0,0 0 0,0 1-1,0-1 1,0 1 0,0-1-58,1 2 266,-1-2-279,0 0-1,0 0 1,0 0-1,0-1 1,0 1-1,0 0 1,0 0-1,1 0 1,-1-1-1,0 1 1,0 0-1,0 0 1,0 0-1,1 0 1,-1-1-1,0 1 1,0 0-1,0 0 1,0 0-1,1 0 1,-1 0-1,0 0 1,0 0 0,1-1-1,-1 1 1,0 0-1,0 0 1,0 0-1,1 0 1,-1 0-1,0 0 1,0 0-1,1 0 1,-1 0-1,0 0 1,0 0-1,1 0 1,-1 1-1,0-1 1,0 0-1,0 0 1,1 0-1,-1 0 1,0 0-1,0 0 1,1 1-1,2 3 79,-3-4-76,0 1 0,0-1-1,1 1 1,-1-1 0,0 1 0,0-1-1,1 1 1,-1-1 0,0 0 0,1 1 0,-1-1-1,1 0 1,-1 1 0,0-1 0,1 0-1,-1 1 1,1-1 0,-1 0 0,1 0-1,-1 1 1,1-1 0,-1 0 0,1 0-1,-1 0 1,1 0 0,0 0 0,6 0 62,1 0-1,-1 0 1,0-1 0,0 0-1,0 0 1,1-1 0,-1 1 0,12-7-1,-8 4-3,-4 2-39,0-1 0,0 0 0,-1-1 0,1 1 1,-1-1-1,7-6 0,-7 6-8,-1-1-1,1 1 1,1 0 0,8-4 0,-9 5 83,0-1-1,1 1 1,-1-1-1,7-7 1,18-14 1586,-30 24-1527,-1 0 0,1 0-1,-1-1 1,0 1-1,1 0 1,-1 0 0,0 0-1,0 0 1,0 0 0,0-1-1,0 1 1,0 0-1,0 0 1,-1-2 0,1 0 234,0 1-346,0 1 1,0-1-1,0 0 0,0 1 0,-1-1 0,1 0 0,-1 1 0,1-1 0,-1 1 0,1-1 0,-1 1 1,0-1-1,0 1 0,0-1 0,0 1 0,0 0 0,0-1 0,0 1 0,0 0 0,0 0 1,-1 0-1,1 0 0,0 0 0,-1 0 0,1 0 0,-1 0 0,1 1 0,-1-1 0,1 0 0,-1 1 1,1 0-1,-3-1 0,-4-2-18,-1 1 1,0 0 0,-9 0-1,14 1-33,1 1 1,0 0-1,0 0 0,0 0 0,0 1 0,0-1 0,0 1 0,0-1 0,0 1 0,0 0 0,0 0 0,-4 3 0,-7 1 10,12-4-6,0-1 0,1 1 0,-1 0 0,0-1 0,0 1 0,1 0 0,-1 0 0,1 0 0,-3 2-1,-16 12 34,16-12-24,-1 0 0,1 1 0,0-1 0,0 1 0,0-1 0,-6 10 0,-4 8 45,7-12-29,1 0 1,0 0 0,0 1 0,-8 20 0,11-18-19,0 1 1,0 0-1,-1 23 1,4-32-10,0-1 1,0 1 0,-1 0 0,0-1 0,0 1 0,-1 4 0,1-5 0,0 0 0,0 0-1,0 0 1,0 1 0,1-1 0,-1 4 0,2 1-6,-1-1 1,1 1 0,0-1-1,1 1 1,3 8 0,-2 18 127,-2-29-97,1 0 0,0-1 0,-1 1 0,2-1-1,-1 0 1,0 0 0,5 7 0,5 4 64,-12-14-92,1 0-1,0 1 1,0-1 0,-1 0 0,1 0 0,0 1 0,0-1 0,0 0-1,1 0 1,-1 0 0,0 0 0,0 0 0,0-1 0,1 1-1,-1 0 1,1-1 0,-1 1 0,0 0 0,1-1 0,-1 0 0,1 1-1,-1-1 1,1 0 0,-1 0 0,1 0 0,-1 0 0,3 0 0,17-2 27,-1-2 1,39-10 0,-33 7-33,-18 4 11,0 1 0,-1-1 0,0-1 0,0 1 0,0-1 0,0 0 0,0-1 0,6-6 0,19-11 33,-9 9 3,-15 10-24,-1-1 1,0-1-1,10-7 1,40-36 92,29-26 135,-74 65-198,0-1 0,-1 0-1,0 0 1,0-1 0,-1-1 0,-1 1 0,16-26 0,-21 30-31,0 1 1,10-12 0,-9 12 10,-1 0 1,9-13 0,7-15 214,-16 23-107,-2 8-76,-1 0 0,0 0-1,0 0 1,0 0 0,0 0-1,0-1 1,-1 1 0,0 0-1,1-6 1,-1 2 1,0 7-55,0 0 0,0-1 0,0 1 0,0-1 0,1 1 0,-1-1 0,0 1 0,0-1 0,0 1 0,0 0 0,0-1 0,0 1 0,-1-1 0,1 1 0,0-1 0,0 1 0,0-1 0,0 1 0,0 0 0,-1-1 0,1 1 0,0-1 0,0 1 0,-1 0 0,1-1 0,0 1 0,0 0 0,-1-1 0,1 1 0,-1 0 0,1-1 0,0 1 0,-1 0 0,1 0 0,-1 0 0,1-1 0,0 1 0,-1 0 0,1 0 0,-1 0 0,1 0 0,-1 0 0,1 0 0,-1 0 0,1 0 0,0 0-1,-1 0 1,1 0 0,-1 0 0,1 0 0,-1 0 0,-2 1-6,-1-1 0,1 1-1,0 0 1,0 0-1,0 0 1,0 0-1,0 1 1,0-1-1,0 1 1,1 0 0,-4 2-1,-29 25 1,24-20 1,10-7 0,-1-1 0,1 1 0,-1 0-1,1-1 1,0 1 0,0 0 0,0 0 0,0 0 0,0 0 0,-1 4 0,-7 11-7,-7 10-14,12-18 9,3-8 9,0 1 0,1-1 0,0 1 0,-1-1-1,1 1 1,0-1 0,0 1 0,0-1 0,0 1 0,0-1 0,0 1 0,0-1-1,0 1 1,1-1 0,-1 1 0,1-1 0,-1 1 0,1-1 0,0 0 0,0 3 0,1-2-4,-1 0 0,-1 0 0,1 1 1,0-1-1,-1 0 0,1 1 0,0 3 1,-1-2 0,1 0 0,0 0 0,1-1 0,-1 1 0,1 0 0,-1-1 1,1 1-1,0-1 0,0 1 0,4 3 0,5 11-8,11 20-175,-21-35 171,-1-1-1,1 1 0,-1-1 1,1 0-1,-1 1 0,0-1 0,0 1 1,0-1-1,0 1 0,-1 4 0,1 5 40,0-5 102,0-3-83,0 0 0,1-1 0,-2 1 0,1 0 0,0-1 0,-2 7 0,-1-5-27,-2 8 26,4 12-57,0-24 16,1-1 1,0 0 0,0 1 0,0-1-1,0 0 1,0 1 0,0-1-1,0 0 1,0 1 0,0-1-1,0 1 1,0-1 0,0 0 0,0 1-1,0-1 1,0 0 0,0 1-1,0-1 1,1 0 0,-1 1-1,0-1 1,0 0 0,0 1-1,1-1 1,-1 0 0,0 0 0,0 1-1,0-1 1,1 0 0,-1 0-1,0 1 1,1-1 0,-1 0-1,0 0 1,1 0 0,-1 1 0,0-1-1,1 0 1,-1 0 0,0 0-1,1 0 1,-1 0 0,0 0-1,1 0 1,-1 0 0,0 0 0,1 0-1,-1 0 1,1 0 0,10 2-38,-8 1 17,-2-3 20,-1 1 0,1-1 0,-1 0 0,0 0 0,1 1 0,-1-1 0,1 0 0,-1 0 0,1 1 0,-1-1 0,1 0 0,-1 0 1,1 0-1,-1 0 0,1 0 0,0 0 0,-1 0 0,1 0 0,-1 0 0,1 0 0,51-7-183,-46 7 124,1-1 0,0 0 0,0 0 0,9-4 0,7 0-64,-13 4 23,0-2 1,1 1 0,13-7-1,-1 1-7,-4 1 28,0-2 1,0 0-1,-1-1 0,24-18 1,-5 3-34,-17 13 64,-10 7 40,1-2-1,-1 0 1,-1 0 0,1 0 0,8-11-1,9-7 36,-20 20 21,-1-2 0,1 1 1,-1-1-1,9-11 0,6-8 184,-15 19-84,0 0 1,0 0-1,8-14 1,-11 16-21,1 0-1,-1 0 1,1 0 0,6-6 0,-7 8-42,0 0 1,0 0-1,0-1 0,0 1 0,-1-1 1,1 0-1,-1 0 0,0 0 0,0 0 1,1-4-1,0-4 123,-2 7-109,0 1-1,0-1 1,1 0 0,3-5-1,4-16 297,-8 22-302,1-1 0,-1 1 0,1-1 1,0 1-1,3-5 0,-2 3 5,0 0 1,-1 0-1,0-1 0,0 1 1,0-1-1,1-6 0,4-16 213,-1 10 98,17-37 0,-22 44-198,-1 12-200,0-1-1,0 1 0,0 0 0,0-1 1,0 1-1,0-1 0,0 1 0,0 0 1,0-1-1,0 1 0,0-1 1,0 1-1,1 0 0,-1-1 0,0 1 1,0-1-1,0 1 0,0 0 1,1-1-1,-1 1 0,1-1 0,2 0 45,-2 1-50,-1 0 0,0 0 0,0 0-1,1 0 1,-1 0 0,0 0 0,0 0 0,0-1 0,1 1 0,-1 0-1,0 0 1,0 0 0,0 0 0,1 0 0,-1 0 0,0-1 0,0 1 0,0 0-1,0 0 1,1 0 0,-1 0 0,0-1 0,0 1 0,0 0 0,0 0 0,0 0-1,0-1 1,0 1 0,0 0 0,1 0 0,-1 0 0,0-1 0,0 1-1,0 0 1,0-1 0,0 0 79,0 0 4,0 0-82,0 1-1,0 0 1,0 0 0,0 0 0,0 0-1,0 0 1,0-1 0,0 1 0,0 0-1,0 0 1,0 0 0,0 0 0,0-1-1,0 1 1,0 0 0,0 0 0,0 0-1,0 0 1,0-1 0,0 1 0,0 0-1,0 0 1,0 0 0,0 0 0,-1 0-1,1-1 1,0 1 0,0 0 0,0 0-1,0 0 1,0 0 0,0 0-1,0 0 1,-1 0 0,1 0 0,0-1-1,0 1 1,-1 0 1,1 0 0,0 0 0,-1 0 1,1 0-1,-1 0 0,1 1 0,0-1 0,-1 0 0,1 0 0,0 0 0,-1 0 0,1 0 0,-1 1 0,1-1 0,0 0 0,0 0 0,-1 1 1,1-1-1,0 0 0,-1 0 0,1 1 0,0-1 0,0 0 0,-1 1 0,1-1 0,0 0 0,0 1 0,0-1 0,0 0 0,-1 1 1,1-1-1,0 1 0,0-1 0,0 0 0,0 1 0,0-1 0,0 1 0,0-1 0,0 0 0,0 1 0,0-1 0,0 1 0,0-1 0,1 1 1,-2 0 2,1-1 1,-1 1 0,1 0 0,-1-1 0,1 1 0,-1-1 0,1 1 0,-1-1 0,0 1 0,1-1-1,-1 1 1,-1 0 0,2-1 5,-2 2 11,1-1-1,0 1 1,0 0 0,0-1 0,0 1-1,1 0 1,-2 4 0,-6 11 173,-1-5-76,5-7-60,1-1 0,-1 0 0,1 1-1,-3 7 1,-40 70 631,17-39-449,20-30-137,-15 26 1,19-29-79,1-1 6,-1 1 0,0-1 0,-11 15-1,9-15-15,1 1 0,1-1-1,0 1 1,-6 14 0,-12 24 17,15-35-31,4-8-4,1-1 0,0 1 0,1 0 0,-1 0-1,1 0 1,-2 6 0,-18 72-20,21-80 16,0 1-1,1-1 1,-1 1 0,1-1-1,0 1 1,0 0-1,0 5 1,1 6-24,0-13 8,-1 0-1,1 0 1,-1 0-1,1 0 0,0-1 1,0 1-1,0 0 0,0 0 1,0-1-1,0 1 1,0-1-1,1 1 0,-1-1 1,0 1-1,1-1 1,0 0-1,-1 0 0,1 1 1,0-1-1,-1 0 0,1-1 1,0 1-1,0 0 1,2 0-1,2 2-129,0-1-1,1 0 1,-1-1-1,0 1 1,1-1 0,9 0-1,6-1-1002,-1 0-1,35-7 1,-33 2-1242,44-16 0,-29 7-393,52-21-6128,-66 21 5200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7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55 172 2048,'-6'2'954,"0"-1"1,0 1-1,0-2 0,0 1 0,-8 0 0,14-1-903,0 0-1,-1-1 0,1 1 0,0 0 0,-1 0 0,1 0 0,0 0 1,-1 0-1,1 0 0,0 0 0,-1 0 0,1 0 0,0 0 1,-1 0-1,1 0 0,0 0 0,-1 1 0,1-1 0,0 0 0,-1 0 1,1 0-1,0 0 0,-1 1 0,1-1 0,0 0 0,0 0 1,-1 0-1,1 1 0,0-1 0,0 0 0,0 0 0,-1 1 0,1-1 1,0 0-1,0 1 0,0-1 0,0 0 0,-1 1 0,1 0 1,4 0 762,29-7 481,-6 2-811,8-1 26,53-15 0,-7 0-270,-21 6-179,119-28-533,-143 33 5,-19 6-423,0-1 0,-1 0 0,1-2 0,-1 0 1,17-9-1,-9 1-1541,7 0-329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8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84,'0'0'879,"0"0"-798,0 1 0,0-1 0,0 0 0,0 0 0,0 1 0,0-1 0,0 0 0,0 0 0,0 0 0,0 1 0,0-1 0,0 0 0,0 0 0,0 1 0,0-1 0,0 0 0,0 0 0,0 1 0,0-1 0,0 0 0,0 0 0,-1 0 0,1 1 0,0-1 0,0 0 0,0 0-1,0 0 1,0 1 0,-1-1 0,1 0 0,0 0 0,-1 0-79,1 0 14,-1 0-1,1 0 1,0 0-1,0 0 1,-1 0 0,1 0-1,0 0 1,0 0-1,-1 0 1,1 0-1,0 0 1,-1 0 0,1 0-1,0 0 1,0 0-1,-1 0 1,1 0-1,0 0 1,0 0 0,0 1-1,-1-1 1,1 0-1,0 0 1,0 0-1,-1 0 1,1 1 0,0-1-1,0 0 1,0 0-1,0 0 1,-1 1-1,1-1 1,0 0 0,0 0-1,0 1 1,0-1-1,0 0 1,0 0-1,0 1 1,0-1 0,0 0-1,0 1 1,0 0 391,-1-1-390,1 0 0,-1 0 1,1 1-1,-1-1 0,1 0 0,-1 0 0,1 0 0,-1 1 0,1-1 1,-1 0-1,1 1 0,0-1 0,-1 0 0,1 1 0,-1-1 1,1 1-1,0-1 0,0 0 0,-1 1 0,1-1 0,0 1 1,-1 0-1,-2 4 111,-1-4-93,4-1-36,-1 0 1,1 0-1,0 0 1,0 0-1,0 0 1,-1 0-1,1 0 1,0 0-1,0 0 1,0 0-1,-1 1 1,1-1-1,0 0 1,0 0-1,0 0 1,-1 0-1,1 0 1,0 1-1,0-1 1,0 0 0,0 0-1,0 0 1,-1 0-1,1 1 1,0-1-1,0 0 1,0 0-1,0 0 1,0 1-1,0-1 1,0 0-1,0 0 1,0 1-1,0-1 1,0 0-1,0 2-11,-2-1 28,2-1-21,-1 0 15,0 0-1,1 1 0,-1-1 0,1 1 0,-1-1 1,1 0-1,-1 1 0,1-1 0,-1 1 1,1-1-1,-1 1 0,1-1 0,0 1 0,-1-1 1,1 1-1,0 0 0,0-1 0,-1 1 0,1-1 1,0 2-1,0-1 88,-13 7 449,5-5-310,8-2-209,-1-1-1,0 0 1,1 0-1,-1 0 1,0 0-1,1 1 0,-1-1 1,0 0-1,1 1 1,-1-1-1,1 0 1,-1 1-1,0-1 1,1 1-1,-1-1 0,1 1 1,-1-1-1,1 1 1,0-1-1,-1 2 1,1-1 257,-1 0-242,0 0 0,0 0 0,-1 1 0,1-1 0,0 0-1,0-1 1,-1 1 0,1 0 0,0 0 0,-1 0 0,1-1 0,-1 1 0,1-1 0,-1 1 0,1-1 0,-1 0 0,0 0 0,1 1 0,-1-1 0,-1 0 0,2 0-39,1-1 0,0 1 0,-1 0 0,1 0 0,0 0 0,-1 0 1,1 0-1,0 0 0,-1 0 0,1 0 0,0 0 0,-1 0 0,1 1 0,0-1 0,-1 0 0,1 0 0,0 0 0,0 0 0,-1 0 0,1 0 0,0 1 0,-1-1 1,1 0-1,0 0 0,0 1 0,0-1 0,-1 0 0,1 0 0,0 1 0,0-1-2,0 0 0,0 1 0,0-1 0,0 0 0,0 0 0,0 0 0,0 1 0,0-1 0,1 0 0,-1 0 0,0 0 1,0 0-1,0 0 0,0 1 0,0-1 0,1 0 0,-1 0 0,0 0 0,0 0 0,0 0 0,1 0 0,-1 0 0,0 0 0,0 0 0,0 0 0,1 1 0,-1-1 0,0 0 0,0 0 0,0 0 0,1-1 0,1 1 54,0 0-23,6 4 238,-7-6 205,-1 0-272,77 2 1583,-35-6-1568,2-1-136,-22 0-96,-21 7 1,10 1-112,-11-1 100,0 0-1,0 1 1,0-1-1,0 0 1,1 0 0,-1 1-1,0-1 1,0 0-1,0 0 1,0 0-1,0 1 1,0-1-1,0 0 1,0 0-1,0 0 1,0 0-1,1 1 1,-1-1-1,0 0 1,0 0-1,0 0 1,0 0-1,0 0 1,1 1 0,-1-1-1,0 0 1,0 0-1,0 0 1,1 0-1,-1 0 1,0 0-1,0 0 1,0 0-1,1 0 1,-1 0-1,0 0 1,11-2-1261,-8 1 878,-1 0 1,0 0 0,0 0 0,1 0 0,-1-1-1,3-2 1,4-3-1160,2 0-495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8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 22 1548,'1'0'162,"-1"0"1,1 0-1,-1 0 0,1 0 0,-1 0 0,0 0 1,1 0-1,-1 0 0,1 0 0,-1-1 1,1 1-1,-1 0 0,0 0 0,1 0 0,-1 0 1,1-1-1,-1 1 0,0 0 0,1 0 1,-1-1-1,0 1 0,1 0 0,-1-1 0,0 1 1,1 0-1,-1-1 0,0 1 0,0 0 0,0-1 1,1 1-1,-1-1 0,0 1 0,0 0 1,0-1-1,0 1 0,0-1 0,0 1 0,0-1 1,1 1-1,-1 0 0,-1-1 0,1 1 1,0-1-1,0 1 0,0-1 0,0 1 0,0 0 1,0-1-1,-1 0 0,1-5 4350,-1 6-3381,-9 0 2537,10 0-3644,1 0 0,-1 1-1,0-1 1,0 0 0,0 0-1,0 0 1,0 0 0,0 1-1,0-1 1,0 0 0,0 0-1,0 0 1,0 1 0,0-1-1,0 0 1,0 0-1,0 0 1,0 0 0,0 1-1,-1-1 1,1 0 0,0 0-1,0 0 1,0 0 0,0 1-1,0-1 1,0 0 0,0 0-1,-1 0 1,1 0 0,0 0-1,0 0 1,0 1-1,-4 0 133,4-1-145,-1 0 0,1 0 0,0 0 0,0 0 0,-1 0 0,1 0-1,0 0 1,0 0 0,-1 1 0,1-1 0,0 0 0,0 0 0,0 0 0,-1 0-1,1 0 1,0 0 0,0 1 0,0-1 0,0 0 0,-1 0 0,1 0 0,0 1-1,0-1 1,0 0 0,0 0 0,0 0 0,0 1 0,0-1 0,-1 0 0,1 0 0,0 1-1,0-1 1,0 0 0,0 0 0,0 1 0,0-1 0,0 0 0,0 1 0,0 1 43,-1 0 1,0 0 0,-1 1 0,1-1-1,0 0 1,-1 0 0,1 0 0,-1 0 0,1-1-1,-1 1 1,-2 2 0,-11 12 212,8-3-51,-19 20 0,20-26-126,0 1 0,1 0 1,-8 14-1,7-12 40,-12 18-1,-29 36 347,-45 82 0,-11 16-10,50-75-410,18-25-203,20-30 99,13-27 48,0 0 1,0 0-1,-1 0 0,-4 6 0,6-10-66,1 0-1,0 1 1,-1-1 0,1 0 0,0 1 0,0-1-1,-1 0 1,1 0 0,0 1 0,0-1 0,1 2-1,-1-1-1554,0-2 1594,0 0 0,0 0 0,0 0-1,0-1 1,0 1 0,0 0 0,0 0 0,0 0 0,0-1-1,0 1 1,0 0 0,0 0 0,0 0 0,1-1-1,-1 1 1,0 0 0,0 0 0,0 0 0,0 0-1,0 0 1,0-1 0,1 1 0,-1 0 0,0 0-1,0 0 1,0 0 0,0 0 0,1 0 0,-1-1-1,0 1 1,0 0 0,0 0 0,1 0 0,-1 0-1,0 0 1,0 0 0,0 0 0,1 0 0,-1 0-22,0 0 1,1 0 0,-1 0-1,0 0 1,1 0-1,-1 0 1,0 0 0,0-1-1,1 1 1,-1 0 0,0 0-1,0 0 1,1 0 0,-1 0-1,0-1 1,0 1 0,0 0-1,1 0 1,-1-1 0,0 1-1,0 0 1,0 0 0,0-1-1,1 1 1,-1 0 0,0 0-1,0-1 1,0 1-1,0 0 1,0 0 0,0-1-1,0 1 1,0 0 0,0-1-1,0 1 1,0 0 0,0 0-1,0-1 1,0-2-284,1 1 0,-1-1-1,1 1 1,0-1 0,-1 1 0,1-1 0,1 1-1,-1-1 1,0 1 0,0 0 0,2-2 0,7-13-1512,23-66-6697,-22 50 5399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39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1 116 844,'0'-2'336,"0"0"1,0 1-1,0-1 1,1 0-1,-1 0 0,1 1 1,-1-1-1,1 0 0,1-1 1,-1 1-39,0 0-1,-1 0 1,1 0 0,0 0 0,-1 1 0,1-1 0,-1 0-1,0 0 1,1-3 0,0-7 1699,3 15 699,-3 0-2350,0-1 0,0 1 0,0 0 0,-1-1 0,1 1 0,0 3 0,-1-3-146,0 0 0,0 0 0,1-1 0,0 1 0,-1 0 0,3 4 0,-2-4-55,0 0-1,0-1 0,0 1 0,-1 0 0,1 0 1,0 4-1,-1 297 4014,0-298-4144,1-1 0,-1 1 0,4 9 1,-3-9-3,1 0 1,-1 0 0,1 11 0,-2-11-9,1-1 0,-1 0 0,1 0 0,1 0 0,-1 1 0,1-1 1,4 8-1,4 14-17,-8-23 6,0 1 0,0-1 1,1 0-1,-1 0 0,1 0 0,0 0 0,0-1 0,0 1 0,0-1 0,1 0 0,6 5 0,-4-3-59,1-1-1,1 1 0,-1-1 1,1 0-1,13 4 1,-17-7-19,0 0 1,-1-1-1,1 1 1,0-1 0,0 0-1,-1 0 1,1 0-1,0 0 1,-1-1 0,1 1-1,0-1 1,-1 0-1,1 0 1,-1-1-1,1 1 1,-1-1 0,5-2-1,4-4-194,-1 0 0,0-1 0,13-12 0,-20 16 216,10-10-69,-1-1-1,-1 0 1,0-1 0,12-23-1,-13 21 110,-5 7 18,0 1 0,-2-1-1,7-19 1,-8 18 6,2 0 0,8-18-1,3 2 14,-9 1 0,1-5-7,-1 15 51,-1 0 0,5-23 0,-6 27 91,0 0 1,1 0-1,1 1 0,8-14 0,0 1 217,16-28 653,-24 43-737,-6 10-227,-1 1 1,1-1 0,-1 0-1,1 0 1,-1 0 0,1 0-1,-1 0 1,1 0-1,-1 0 1,0 1 0,0-1-1,1 0 1,-1 0-1,0 0 1,0 0 0,0-2-1,-1 5-16,1 0-1,-1 0 0,0 0 1,0-1-1,0 1 1,0 0-1,0-1 1,0 1-1,-2 1 0,-6 11 200,2 0 46,0-1-1,0-1 1,-19 23 0,-4 8 205,-25 33 196,46-61-591,-17 25 116,-60 83 238,80-114-424,0 1 0,0-1 0,-4 12 0,-8 11-1,13-22-4,0-1 0,-4 14 0,-3 4 7,11-25-34,1 0 0,-1 0 0,1 0 1,-1 0-1,1 1 0,0-1 1,0 0-1,0 0 0,0 0 0,1 4 1,-1 1-214,0-6 215,0-1-1,0 0 1,0 0-1,1 1 1,-1-1-1,0 0 1,0 0-1,0 0 0,0 1 1,0-1-1,0 0 1,0 0-1,1 0 1,-1 0-1,0 1 1,0-1-1,0 0 1,0 0-1,1 0 1,-1 0-1,0 0 1,0 1-1,0-1 1,1 0-1,-1 0 1,0 0-1,0 0 1,0 0-1,1 0 0,-1 0 1,0 0-1,0 0 1,1 0-1,-1 0-19,0 0 0,0 0 0,1 0 0,-1 0 0,0 0 1,0 0-1,1 0 0,-1 0 0,0 0 0,0 0 0,0 1 0,1-1 0,-1 0 0,0 0 0,0 0 0,0 0 0,1 0 0,-1 0 0,0 1 0,0-1 0,0 0 0,0 0 0,0 0 0,1 0 0,-1 1 0,0-1 0,0 0 0,0 0 0,0 0 0,0 1 0,0-1 0,0 0 0,0 1 0,1-1-58,-1 1 0,0-1 0,0 1 1,1-1-1,-1 1 0,0-1 0,1 1 0,-1-1 0,1 1 0,-1-1 0,1 0 0,-1 1 0,1-1 0,-1 0 0,1 1 0,-1-1 0,1 0 0,-1 1 0,1-1 0,0 0 0,-1 0 0,1 0 0,-1 0 0,2 0 0,5 3-745,-6-3 689,0 0 1,-1 0 0,1 0 0,0 0 0,-1 0 0,1 0 0,-1 0 0,1 0-1,0 0 1,-1-1 0,1 1 0,-1 0 0,1 0 0,-1-1 0,1 1 0,-1 0 0,1-1-1,0 0 1,2-1-441,7-2-1331,0 0 0,0-1 0,-1 0 0,0-1 0,16-12 0,-12-1-1676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40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188 132 588,'0'1'244,"0"0"-1,0-1 1,0 1-1,-1 0 1,1-1 0,0 1-1,0 0 1,0 0 0,-1-1-1,1 1 1,0 0-1,-1-1 1,1 1 0,0-1-1,-1 1 1,1 0-1,-1 0 1,0-1-171,0 1-1,1 0 1,-1-1-1,1 1 1,-1 0-1,1-1 1,0 1-1,-1 0 1,1 0-1,0 0 1,-1-1-1,1 1 1,0 0-1,0 0 1,0 0 0,0 0-1,0 1 1,-1 7 613,1-7-460,-1 1 0,1-1 1,0 1-1,0 0 1,0-1-1,0 1 0,1-1 1,-1 1-1,1-1 0,1 5 1,-1-6-229,-1 0 81,1 0-1,0 0 0,0 0 1,-1 0-1,1 0 1,0 0-1,-1 0 0,1 0 1,-1 0-1,0 0 1,1 0-1,-1 0 0,0 0 1,0 1-1,1 0 1,8 0 445,-8-1-488,0 0 1,1 0-1,-1-1 1,0 1-1,1-1 0,-1 1 1,0-1-1,1 1 1,-1-1-1,1 0 1,-1 0-1,1 0 1,-1 0-1,1 0 1,1 0-1,3 0 41,-3 0-46,0 1 0,0-1 1,-1 0-1,1-1 0,0 1 0,0 0 1,0-1-1,-1 0 0,1 0 1,0 0-1,4-2 0,-6 2-18,1 1 0,-1-1-1,1 0 1,0 1 0,0-1-1,-1 1 1,1-1 0,0 1 0,0 0-1,1-1 1,-1 1-9,-1 0 0,1 0 0,-1 0 0,0 0 0,1-1 0,-1 1 0,1 0 0,-1-1 0,0 1 0,1-1 0,-1 0 0,0 1 0,0-1 0,1 0 0,1-2-1,0 0-18,1-1-1,-1 0 0,0 0 0,0 0 1,4-9-1,12-8-60,-8-6 356,-11 26-245,1 0 0,-1 0 0,1 0 0,-1 0 0,0 0 0,1 0 0,-1 0 0,0-1 0,0 1 0,0 0 0,0 0 0,0 0 0,0 0 0,0-1 0,-1 0 0,1-8 430,-1 5-298,0 1 0,-1 0 0,1 0 0,-1 0 0,0 0 0,0 0 0,-3-6 0,0 3 25,0-3 91,5 8-239,-1 0-1,0 0 1,0 0 0,0 0-1,0 0 1,0 1 0,0-1-1,-1 0 1,1 1 0,0-1-1,-1 1 1,0-1 0,1 1-1,-1 0 1,0-1 0,1 1-1,-1 0 1,0 0 0,-2 0-1,-4-2 99,0 2-1,1-1 1,-1 1-1,-15 0 0,18 1-76,0 0-1,0 1 0,0 0 0,0 0 1,0 1-1,0-1 0,0 1 1,0 0-1,0 1 0,1-1 0,-7 5 1,-13 6 215,19-10-220,1-1 0,0 1 0,0 0 0,0 1 1,0-1-1,-4 6 0,-14 12 213,13-13-170,1 1 0,1 0 0,0 1 0,0-1 1,-6 12-1,0 0 12,9-15-88,1-1 0,0 1-1,0 0 1,1 0 0,-1 0-1,1 0 1,1 1-1,-2 5 1,1-3-12,-8 17 32,9-23-42,-1 0 0,1 0 0,-1 1 0,1-1 0,0 0 0,1 1 0,-1-1 0,0 8 0,1 0 2,0-3 0,0-1 0,0 0 0,1 0 0,2 12 0,-3-17-5,1 1 0,0-1 0,1 1 0,-1-1 0,0 1 0,1-1 0,-1 0 0,1 0 1,0 1-1,-1-1 0,1-1 0,0 1 0,1 0 0,-1 0 0,4 2 0,9 6 15,-11-7-15,0 0 1,0 0-1,1-1 0,-1 0 0,0 0 0,1 0 1,-1 0-1,1-1 0,7 2 0,2-2-2,0 0 0,14-1-1,-9-1-2,-8 1-6,0-1 0,-1 0 0,1-1 0,0 0 0,16-7 0,-1 0-44,24-15 1,35-25-53,-57 25 76,-11 9 15,0 2 4,-1-1 0,-1 0 1,-1-1-1,0 0 0,20-31 1,-20 28 27,-11 15-14,0 0 0,-1 0 1,1-1-1,-1 1 0,2-5 1,-3 5 1,0 1-1,1-1 1,-1 0 0,0 1 0,1-1 0,1-2-1,1-7 20,0 10-20,-4 2-5,0 0 1,1 0-1,-1 0 1,0 0-1,0 0 1,0 0-1,1 0 1,-1 0-1,0 0 1,0 0-1,1 0 0,-1 0 1,0-1-1,0 1 1,0 0-1,0 0 1,1 0-1,-1 0 1,0 0-1,0-1 1,0 1-1,0 0 1,0 0-1,1 0 0,-1-1 1,0 1-1,0 0 1,0 0-1,0 0 1,0-1-1,0 1 1,0 0-1,0 0 1,0-1-1,0 1 0,0-1 14,0-4 25,0 9-26,0-3-3,-2 12 87,-10 8 4,11-17-84,-2 0 0,1 0 0,0-1 0,-1 1 0,-5 6 0,7-9-13,0 0-1,0 1 1,0-1 0,0 0 0,0 1 0,1-1-1,-1 1 1,0 0 0,1-1 0,-1 1 0,1-1-1,0 1 1,0 0 0,-1-1 0,1 1-1,0 2 1,-3 12 23,-1-6-8,3-9-17,1 1 1,-1-1-1,0 1 0,1-1 0,-1 1 0,1-1 0,0 1 0,0-1 1,-1 1-1,1 1 0,0-2-1,0 0-1,0 1 1,0-1 0,0 0 0,-1 0-1,1 1 1,-1-1 0,1 0 0,-1 0-1,1 0 1,-1 1 0,1-1 0,-2 1-1,1-1 0,1-1 0,0 1 0,-1-1 0,1 1 0,-1 0 0,1-1 0,0 1 0,0 0 0,-1-1 0,1 1 0,0 0 0,0-1 0,0 1 0,0 0 0,0-1 0,0 1 0,0 0 0,0 0 0,0-1 0,0 1 0,0 0 0,0 0 0,0-1 0,1 1 0,-1 0 0,2 4 2,-1-2-7,1 0 0,-1 0 0,-1 0 1,1-1-1,0 1 0,-1 1 1,1 4-1,-1-7-2,1 0 0,-1 0 0,0 0 0,1 0 0,-1 0 0,1 0 0,-1 0 0,1 0 0,0 0 0,-1 0 0,1 0 0,0-1 0,0 1 0,-1 0 0,1 0 0,0-1 0,0 1 0,0 0 0,0-1 0,0 1 0,0-1 0,0 1 0,0-1 0,0 0 0,0 1 0,0-1 0,1 0 0,-1 0 0,0 0 0,1 0 0,4 1-65,-1 0 0,0-1 0,0 0 0,0 0 0,0 0 0,6-2-1,-5 0-29,1 1-1,-1-2 0,0 1 0,0-1 0,-1 0 0,1 0 0,9-8 0,38-35-387,-44 38 459,-2 1 29,-1-1 0,0 1 0,0-1-1,-1 0 1,7-14 0,-8 9 49,1 9-35,-2 3 47,-2 12-10,-1-11-49,0 1 1,0-1 0,0 0 0,0 0 0,0 0 1,0 1-1,0-1 0,0 0 0,0 0 0,0 0 0,0 1 1,0-1-1,0 0 0,0 0 0,0 0 0,1 1 0,-1-1 1,0 0-1,0 0 0,0 0 0,0 0 0,0 0 1,1 1-1,-1-1 0,0 0 0,0 0 0,0 0 0,0 0 1,1 0-1,-1 0 0,0 0 0,0 1 0,0-1 0,1 0 1,-1 0-1,0 0 0,0 0 0,0 0 0,1 0 1,-1 0-1,0 0 1,1 0-1,-1 0 1,0 0 0,1 0-1,-1 0 1,0 0 0,0 0-1,1 1 1,-1-1 0,0 0-1,0 0 1,1 0 0,-1 0-1,0 1 1,0-1 0,0 0-1,1 0 1,-1 0-1,0 1 1,0-1 0,0 0-1,0 0 1,1 1 0,-1-1-1,0 0 1,0 0 0,0 1-1,0-1 1,0 0 0,0 1-1,0-1 1,0 0-1,0 0 1,0 1 0,0-1-1,0 0 1,0 1 0,0 1 10,0 1 0,1-1 0,-1 0 0,1 0 0,0 0-1,-1 1 1,3 2 0,2 13 56,-5-17-66,0 0 1,1 0-1,-1 0 0,0 0 0,1 0 1,-1 0-1,1 0 0,-1 0 0,1 0 1,-1-1-1,1 1 0,0 0 0,0 0 1,-1 0-1,1-1 0,0 1 1,0-1-1,1 2 0,20 11 21,-12-8-14,-10-4-9,4 1 1,-1 1 1,0-1 0,1 0 0,0 0-1,0-1 1,-1 1 0,1-1-1,0 1 1,0-1 0,1 0-1,-1-1 1,5 1 0,-4-1-4,20 0-5,27-3 1,-44 2 6,-1-1 0,1 1-1,-1-1 1,1-1 0,-1 1 0,0-1-1,13-7 1,-18 8 2,0 1-1,0-1 0,0 0 1,0 0-1,0 0 1,0 0-1,0 0 1,0 0-1,-1 0 1,1-1-1,-1 1 1,0-1-1,0 1 1,0-1-1,2-3 1,-2-2 16,1 0 1,-1-1 0,-1 1-1,1-11 1,-2 13-16,0 1 0,0-1 1,-1 0-1,0 0 1,0 1-1,0-1 0,-4-5 1,-1-6-13,4 12 11,0-1-1,0 2 1,-1-1-1,1 0 1,-1 1-1,0-1 0,0 1 1,-1 0-1,1 1 1,-1-1-1,-7-4 1,-20-17 11,30 24-14,0 0 1,1 0-1,-1 0 0,0 0 0,0 0 1,1 0-1,-1 0 0,0 1 0,0-1 1,0 1-1,0-1 0,0 1 0,-3 0 1,-10-3-17,11 2-4,0 0-1,1 1 0,-1-1 1,0 1-1,1 0 0,-1 0 1,0 0-1,-4 2 0,6-2-65,0 0 0,0 1 1,-1-1-1,1 1 0,0 0 0,0-1 0,0 1 0,0 0 0,0 1 0,0-1 1,0 0-1,0 0 0,-1 2 0,-7 2-618,10-5 634,-1 0 0,1 0-1,-1 0 1,1 1 0,-1-1 0,1 0 0,0 0 0,-1 0 0,1 0 0,-1 1 0,1-1 0,0 0 0,-1 0 0,1 1 0,-1-1 0,1 0 0,0 1 0,-1-1 0,1 0 0,0 1 0,0-1 0,-1 0 0,1 1 0,0-1 0,0 1 0,-1-1 0,1 0 0,0 1 0,0 0 0,0 0-35,0-1 0,0 1 1,0-1-1,-1 1 0,1 0 0,0-1 0,0 1 0,0-1 0,-1 1 0,1-1 0,0 1 0,0-1 0,-1 1 0,1-1 0,-1 1 0,1-1 0,0 0 1,-1 1-1,1-1 0,-1 1 0,1-1 0,-1 0 0,1 1 0,-1-1 0,0 1-109,1-1 130,-1 0-1,1 0 1,0 0 0,0 0 0,0 1 0,0-1 0,-1 0 0,1 0-1,0 0 1,0 0 0,0 1 0,0-1 0,0 0 0,0 0-1,0 1 1,0-1 0,0 0 0,-1 0 0,1 0 0,0 1 0,0-1-1,0 0 1,0 0 0,0 1 0,1-1 0,-1 0 0,0 0-1,0 0 1,0 1 0,0-1 0,0 0 0,11 2-8002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40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0 584,'-1'1'1166,"-29"11"1300,30-12-2452,0 0-1,0 0 1,0 0-1,-1 1 1,1-1-1,0 0 1,0 0 0,0 0-1,-1 0 1,1 0-1,0 0 1,0 0-1,-1 1 1,1-1-1,0 0 1,0 0-1,-1 0 1,1 0-1,0 0 1,0 0-1,-1 0 1,1 0-1,0 0 1,0 0-1,-1-1 1,1 1-1,0 0 1,0 0-1,-1 0 1,1 0-4,0 0 0,-1 0 0,1-1 0,0 1 0,0 0 0,-1 0 0,1 0 0,0 0 0,0 0 0,-1 0 0,1 0 0,0 0 0,0 0 0,-1 0 0,1 0 0,0 0-1,0 0 1,-1 0 0,1 0 0,0 1 0,0-1 0,-1 0 0,1 0 0,0 0 0,0 0 0,0 0 0,-1 0 0,1 1 0,0-1 0,-30 11 648,22-9-379,5-1-216,-1 2 87,-3 0 60,-3 0 199,9-3-350,-1 1 0,1-1 0,0 1 0,0-1 0,0 0 0,-1 1 0,1-1 0,0 0 0,0 0 0,-2 0 0,-5 0 346,1 0 0,0-1 0,0 0 0,-1 0 1,-8-4-1,11 4-330,-12-3 467,6 0-325,11 4-189,-1 0 0,0-1 0,0 1 1,1-1-1,-1 1 0,0 0 0,0-1 0,0 1 0,1 0 1,-1 0-1,0 0 0,0 0 0,0 0 0,-1 0 0,-7 0 73,5-1-112,-1 1 0,0 0 1,0 0-1,0 1 1,0-1-1,1 1 1,-1 0-1,0 1 1,0-1-1,1 1 1,-1 0-1,-4 3 1,-55 28-3774,62-32 2717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41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407 255 252,'0'-22'15721,"0"23"-15659,-1 0 0,1-1 0,-1 1 0,1 0 0,-1-1 0,1 1-1,-1-1 1,0 1 0,1-1 0,-1 1 0,0-1 0,-1 1 0,2-1 23,0 1-42,-1 0-1,1 0 1,-1-1 0,1 1-1,0 0 1,0-1 0,0 1-1,-1 0 1,1 0 0,0 0-1,0-1 1,0 1 0,0 0-1,0 1 1,-1 7 270,-30 54 1314,-18 41-174,19-45-830,-50 85 655,52-97-933,0-2-51,16-28-117,-15 32-1,4-13-1,17-28-129,1 0 0,0 1 1,0-1-1,-4 13 1,-26 75 241,26-77-252,8-17-29,-1 1 0,1 0 0,-1 0-1,1 0 1,0 0 0,0 0 0,0 0 0,1 0-1,-1 0 1,1 3 0,0 19 18,0-18 4,0-21 48,0 13-76,0-1 0,0 0-1,1 1 1,-1-1 0,1 0-1,0 1 1,-1-1 0,2-2-1,5-12-7,-2 4-14,12-23-1,4-8-35,32-92-112,-28 52 28,32-65-57,36-87-128,-74 195 248,8-23-17,-20 46 77,1 1 1,0 0-1,1 1 1,15-21-1,-16 24 5,49-63-171,-55 74 173,-1-1 0,1 0 1,0 1-1,0-1 0,0 1 1,0-1-1,3-1 0,-3 2-6,0 0 0,0 0 0,0-1 0,0 1 0,-1 0 0,1-1 0,2-2 0,-3 3 10,0 0 0,0 1 0,0-1 0,0 0 0,1 0 0,-1 1 0,0-1 0,0 1 0,1-1 0,-1 1 0,0 0 0,0 0 0,1-1 0,-1 1 0,0 0 0,1 0 0,-1 0 0,1 0 0,-1 0 0,0 1 0,0-1 0,1 0 0,-1 1 0,0-1 0,1 1 0,-1-1 0,0 1 0,1 0 0,4 2-15,-1 0 1,0 0-1,0 0 0,0 0 0,7 7 0,-9-7 4,0 0 0,0 1 0,0-1 0,0 1 0,-1 0 0,1 0 0,-1 0 0,0 0 0,0 0 0,-1 0-1,1 1 1,-1-1 0,0 1 0,1 7 0,-2-7-1,1-1 0,-1 0 1,1 0-1,3 9 0,-3-10 10,-1-1 0,1 1 0,0 0 0,0 0-1,-1 0 1,0 0 0,0 0 0,0 0 0,0 0 0,0-1 0,-1 6 0,-1 0-14,0-2 2,1 0 0,-1 0 0,1 0 1,0 9-1,0-8-10,1 1-1,-1-1 1,-1 0 0,-3 13-1,1-6-8,-1 0 3,-1 0-1,-1-1 1,0 0-1,-10 14 1,13-21 19,-1 0-1,0 0 1,0-1 0,0 0-1,-9 7 1,-3 3-30,15-13 40,0-1 0,1 0 0,-1 1 1,0-1-1,0 0 0,-1 0 0,1 0 0,0 0 0,-4 1 0,-14 7-87,17-8 68,0 0 0,0 0 0,0 0 0,0 0 0,0 0 0,0-1 0,0 1 0,0-1 1,0 0-1,0 0 0,-4 0 0,-17 1-234,17 0 134,-1 0 0,1 0 0,-1 0 1,1-1-1,-1 0 0,1-1 0,-1 1 0,-9-3 0,-40-4-1377,46 6 830,-1 1-1,1 0 0,-1 0 0,1 2 1,0-1-1,-20 6 0,11-2-518,13-3 629,0 0-1,0 0 1,1 1 0,-1 0-1,-9 7 1,8-6-312,1 0 0,-1 0 0,-8 3 0,15-7 784,0 0 0,1 0 0,-1 1-1,1-1 1,-1 0 0,1 0 0,-1 1 0,1-1-1,-1 0 1,1 1 0,-1-1 0,1 1-1,-1-1 1,1 1 0,0-1 0,-1 1-1,1 0 1,-4 4-1367,-5 2-602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42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250 395 804,'6'-4'1104,"0"0"0,0 0-1,0-1 1,-1 0 0,8-8 0,-10 0 268,1 10-1081,-4 2-243,1 1 0,-1 0 0,0-1 0,1 1 1,-1-1-1,1 1 0,-1 0 0,0-1 0,1 1 1,-1-1-1,0 1 0,0-1 0,1 1 1,-1-1-1,0 1 0,0-1 0,0 1 0,0-1 1,1 1-1,-1-1 0,0 0 0,0 0 45,0 0-1,0 0 1,0 0-1,0 0 1,1 1-1,-1-1 1,0 0-1,1 0 1,-1 0-1,0 0 0,1 1 1,-1-1-1,2-1 1,-1 1-30,-1 0-1,1 1 1,-1-1 0,1 0 0,-1 0 0,1 0-1,-1 1 1,0-1 0,1 0 0,-1 0-1,0 0 1,0 0 0,1-1 0,-1-3 246,0 0 0,0 1 0,0-1 0,-1 0-1,1 1 1,-1-1 0,0 1 0,0-1 0,-1 1 0,-2-5 0,1-2 16,3 10-315,0 1-1,0-1 0,0 1 1,-1 0-1,1-1 1,0 1-1,0-1 1,0 1-1,0-1 0,-1 1 1,1 0-1,0-1 1,0 1-1,-1 0 1,1-1-1,0 1 0,-1 0 1,1-1-1,0 1 1,-1 0-1,1 0 1,0-1-1,-1 1 0,1 0 1,0 0-1,-1 0 1,1-1-1,-1 1 1,1 0-1,-1 0 0,-2-1 36,0 0-1,0 0 1,0 0-1,1 0 1,-1 1-1,0 0 1,0-1-1,0 1 0,0 0 1,0 0-1,0 0 1,0 1-1,0-1 1,0 1-1,0 0 0,-3 1 1,-12 5 15,1 2 0,0-1 0,1 2 0,-1 0 0,2 2 0,0-1 0,0 2 0,1 0 1,-20 24-1,-10 25-54,43-61-8,0 1 0,0-1 1,0 0-1,0 1 1,0-1-1,0 1 1,0-1-1,1 1 0,-1 0 1,1-1-1,-1 1 1,1-1-1,0 1 0,-1 0 1,1 3-1,-7 16-14,14 5-31,-7-26 44,0 1 0,0 0 0,1 0 0,-1 0 0,0 0 0,0 0 0,1 0 0,-1-1 0,1 1 0,-1 0 0,1 0 0,-1-1 0,1 1-1,-1 0 1,1-1 0,0 1 0,-1 0 0,1-1 0,0 1 0,-1-1 0,1 1 0,0-1 0,0 1 0,0-1 0,-1 0 0,1 1 0,2-1 0,-1 1-5,0 0-1,1-1 1,-1 1 0,1-1-1,0 0 1,-1 0-1,1 0 1,-1 0 0,5-1-1,11-2-27,-11 3 12,0-2 1,0 1-1,0-1 0,11-4 1,130-78-380,-142 80 398,2-1-4,1-1-1,-1-1 0,0 1 1,0-1-1,7-10 0,-4 9-2,8-3 22,-17 10 5,-2 1-14,0 0 0,0 0 0,0 0 0,0 1-1,0-1 1,0 0 0,0 0 0,0 0 0,0 1 0,0-1 0,0 0 0,0 0 0,0 0 0,0 1 0,0-1 0,0 0-1,0 0 1,0 0 0,0 1 0,0-1 0,0 0 0,0 0 0,0 0 0,0 1 0,0-1 0,-1 0 0,1 0-1,0 0 1,0 0 0,0 1 0,0-1 0,0 0 0,-1 0 0,1 0 0,-7 8 19,6-7-20,0 6 8,1-6-6,0 0-1,0 0 0,0 0 0,0 0 1,0 0-1,0 0 0,0 0 0,0 0 1,-1 0-1,1 0 0,-1 1 0,-1 3-4,0 1 1,0-1-1,1 1 0,0-1 0,0 1 0,1-1 1,-1 1-1,2 10 0,-2-3 11,1-9-4,-1-1-1,1 1 1,0-1 0,0 1-1,1-1 1,-1 1 0,2 6-1,-1-8-4,0 0-1,0 0 0,0 0 1,0 0-1,0 0 0,0 0 1,1-1-1,-1 1 0,1 0 1,-1 0-1,1-1 0,-1 1 1,1-1-1,0 0 1,0 1-1,0-1 0,0 0 1,0 0-1,0 0 0,0-1 1,0 1-1,0 0 0,0-1 1,1 1-1,-1-1 0,0 0 1,0 0-1,1 0 1,2 0-1,4-1-72,0 0-1,0 0 1,9-4 0,12-2 18,-22 6 57,-1-2 1,0 1 0,0-1 0,0 0 0,7-4 0,2-1 125,-10 4-89,0 1 0,0-1 0,8-8 0,9-5-2,-8 8-38,0 0-1,-1-1 1,-1-1-1,0 0 0,14-15 1,-5 1-1,-12 14 5,-1 0 1,7-12-1,-8 11-11,-5 9 5,0-1 1,0 0 0,-1 0 0,1 0-1,-1 0 1,0 0 0,-1-1 0,1 1 0,-1-1-1,2-8 1,-3 10-1,1 0-1,-1 0 1,1 0-1,0 0 1,0 0-1,2-4 0,-3 5 2,1 1-1,0-1 1,0 0-1,-1 1 1,1-1-1,-1 0 1,1 0-1,-1 1 1,0-1-1,0 0 1,0 0-1,0 1 1,0-1-1,0 0 1,0 0-1,-1 0 1,1 1-1,0-1 1,-2-2-1,1 2 0,0 0 1,-1 1-1,1-1 0,0 0 0,-1 0 0,0 1 1,1-1-1,-1 1 0,0-1 0,0 1 1,0 0-1,0 0 0,0 0 0,0 0 0,0 0 1,0 0-1,0 0 0,-4 0 0,2 0 1,-1 1 0,1 0 0,0 0 1,-1 0-1,1 0 0,-1 0 0,1 1 0,0 0 0,-6 1 0,-7 2-4,14-3 6,0 0 1,0 0-1,1-1 1,-1 2-1,0-1 1,0 0-1,1 0 0,-5 3 1,-2 2-8,-1 1 0,1 0 1,0 0-1,0 1 0,1 0 1,-13 16-1,-1 8 1,15-23 9,0 1 1,0 0-1,1 1 1,-9 20-1,11-19-1,2-7-7,1 0 1,-1 0 0,1 0 0,0 0 0,0 0 0,0 9 0,1-12 1,0 0 0,0 0 1,0 0-1,0 1 0,0-1 0,1 0 0,-1 0 1,0 0-1,1 0 0,0 0 0,-1 0 1,1 0-1,0 0 0,0 0 0,0 0 0,1 0 1,-1 0-1,0-1 0,1 1 0,-1-1 0,1 1 1,-1-1-1,1 1 0,0-1 0,-1 0 1,1 0-1,0 0 0,0 0 0,3 2 1,1-4-9,-1 1-1,1-1 1,-1 0 0,0 0 0,1 0 0,-1-1 0,0 1 0,5-4 0,-2 2 7,-1-1-1,0 0 0,10-7 0,3-2-7,-11 5 5,1 1 0,-2-1-1,1-1 1,10-12-1,12-13 59,-17 17 50,3-1 253,-17 18-325,1 0-1,-1 0 1,0 0 0,0 0-1,0 0 1,0 0-1,0 0 1,0 0 0,1-1-1,-1 1 1,0 0-1,0 0 1,0 0 0,0 0-1,0 0 1,0 0-1,0-1 1,0 1 0,0 0-1,0 0 1,1 0-1,-1 0 1,0-1 0,0 1-1,0 0 1,0 0-1,0 0 1,0 0 0,0-1-1,0 1 1,0 0-1,0 0 1,0 0 0,-1 0-1,1 0 1,0-1-1,0 1 1,0 0 0,0 0-1,0 0 1,0 0 0,0 0-1,0-1 1,0 1-1,0 0 1,-1 0 0,1 0-1,0 0 1,0 0-1,0 0 1,0 0 0,0 0-1,0 0 1,-1-1-1,1 2-6,-1-1-1,0 1 1,1-1-1,-1 0 1,0 1-1,1-1 1,-1 1-1,1 0 0,-1-1 1,1 1-1,-1-1 1,1 1-1,0 0 1,-1-1-1,1 1 1,0 0-1,0-1 1,-1 1-1,1 0 1,0 0-1,0-1 1,0 1-1,0 0 0,0 0 1,0-1-1,0 1 1,0 0-1,0 1 1,0 0 34,0 0 1,-1 0-1,1 0 0,-1 0 1,1 0-1,-1 0 1,0 0-1,-2 3 0,-3 9 243,2-3-73,-1 0 0,-10 15 0,-3 6 75,7-9-126,7-16-117,0 0 0,1 0 0,0 0 0,-3 12 1,5-12-19,-3 11 89,0 0 1,-11 28 0,-27 51 234,32-74-277,1 2 0,1-1 1,1 1-1,-7 42 1,11-50-41,-2 0 1,-9 22-1,5-17 7,6-12-35,-1 0 1,-1 0-1,0 0 1,0-1-1,-1 0 1,-8 10-1,2-1 14,10-14-30,1-1 0,-1-1-1,0 1 1,0 0 0,0 0 0,0-1 0,-1 1 0,1-1-1,-1 0 1,0 1 0,1-1 0,-1 0 0,-3 1-1,-2 0 9,5-1-7,-1 0 1,1-1-1,0 1 1,-1-1-1,1 0 1,-1 0-1,1 0 0,-1 0 1,1-1-1,-1 0 1,0 0-1,1 0 1,-1 0-1,0 0 0,1 0 1,-1-1-1,-5-2 1,8 3-5,-2-1 0,1 0 0,-1 0 0,1 0-1,0 0 1,-1-1 0,1 1 0,0-1-1,0 0 1,0 0 0,-4-3 0,-17-41-8,20 42 9,1-1-1,-1 0 1,1 0-1,1 0 1,-1 0-1,1 0 1,-1-6-1,-2-7 1,2 11-5,1 0 1,0-1-1,1 1 0,0-1 0,0 1 1,0 0-1,1-1 0,0 1 1,1 0-1,0-1 0,5-13 0,-4 13-10,0-1 0,0 1 0,2-17 0,-4 18 0,1 0-1,0-1 1,0 1 0,0 0 0,1 0 0,5-11 0,33-31-125,-37 43 117,1 0 0,-1 0 1,1 0-1,1 0 0,-1 1 1,10-7-1,16-16-63,-25 21 59,2 1 1,-1 0-1,10-7 1,28-14-174,84-37 0,-105 54 148,40-15-69,51-22 8,-54 19 100,25-7 24,-62 24-6,0 0-1,-1-2 1,23-16 0,-17 10-21,-12 8 19,-2-1-1,1-1 1,-2 0 0,0-1-1,18-24 1,-23 29 0,-8 8-3,0 0 0,0 0 1,0 0-1,0-1 1,0 1-1,0 0 0,0 0 1,0 0-1,-1-1 1,1 1-1,0 0 0,-1-1 1,1 1-1,-1-1 0,1 1 1,-1-1-1,0-2 1,1 3-2,-1 0 0,0-1 1,0 1-1,1-1 0,-1 1 1,1 0-1,-1-1 0,1 1 1,1-2-1,-1 2 0,-1 0 1,0 1-1,1-1 0,-1 1 0,1-1 0,-1 0 0,0 0 1,1 1-1,-1-1 0,0 0 0,0 0 0,0 1 0,0-1 1,0 0-1,1 0 0,-1 1 0,0-1 0,-1 0 1,1 0-1,0 1 0,0-1 0,0-1 0,-4-4-1,3 5 0,0-1 0,1 1-1,-1 0 1,1-1 0,-1 1 0,1 0 0,-1-1-1,1 1 1,0-1 0,-1 1 0,1 0 0,0-1-1,0 1 1,0-2 0,0 1-6,0 1 1,-1-1 0,1 1-1,-1-1 1,0 1-1,1 0 1,-1-1-1,0 1 1,0 0-1,0-1 1,0 1-1,0 0 1,0 0 0,0 0-1,0 0 1,0 0-1,-1 0 1,1 1-1,-2-2 1,-9-8-62,11 9 62,0 0 1,0 0-1,-1 0 0,1 0 1,0 1-1,-1-1 0,1 0 0,-1 1 1,1-1-1,-1 1 0,1-1 1,-1 1-1,1 0 0,-1 0 1,1-1-1,-1 1 0,1 0 1,-1 0-1,0 1 0,1-1 1,-1 0-1,1 0 0,-1 1 0,1-1 1,-3 2-1,-3 0-3,0 1-1,1 0 0,-1 0 1,-6 5-1,2-3 5,9-5 4,-1 1 0,1 0 0,0 0 0,0 0 0,0 0 0,0 1 0,-3 2 0,-15 9-3,17-11 4,0 0 1,0 0-1,0 0 1,0 0-1,1 1 0,-5 4 1,-21 24 20,19-21-8,0 1-1,0 0 1,-13 22 0,17-24-3,0-1 1,1 1-1,0 0 1,1 1-1,0-1 1,0 1-1,1-1 1,0 1-1,0 16 1,2-23-4,0 0 0,1 1 0,-1-1-1,1 0 1,0 0 0,0 1 0,0-1 0,3 4 0,0 2 10,-3-7-17,0 0 0,1 0 0,-1 0 0,1-1 0,0 1 0,-1-1 0,1 1 0,0-1 0,0 1 0,0-1 0,0 0 0,0 0 0,0 0 0,0 0 0,4 1 0,3 1-22,-1-1-1,16 2 1,-1-1-212,0-2 1,0-1-1,31-4 0,-40 2-248,1-1 1,21-6-1,8-3-1324,-26 7 242,-1 0 0,0-1 0,0-1 0,22-13 1,-17 8-996,2-2-987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3:5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31 172 300,'-8'0'1234,"16"0"199,-9 1-1403,1 0 0,0-1 0,0 1 0,0 0 0,0-1-1,0 1 1,0 0 0,0 0 0,0-1 0,1 1 0,-1 0 0,0-1 0,0 1 0,0 0 0,1-1 0,-1 2 0,6 0 24,-12-3-11,5 1 1004,-21-1-46,22-8-894,0 7-10,0 6-55,0-3 107,-2-1-129,-4 0 147,12 0-117,-4 0 0,0 0-29,6-3 13,-8 3-29,1-1 0,0 1 0,0-1 0,-1 1 0,1 0 1,0-1-1,0 1 0,0 0 0,0-1 0,0 1 1,-1 0-1,1 0 0,0 0 0,1 0 0,-1 0-4,-1 0 0,0 0 0,1 0-1,-1 0 1,0 0 0,1 0 0,-1 0 0,0 0-1,1 0 1,-1 0 0,0 0 0,0 0 0,1 0 0,-1 0-1,0 0 1,1 0 0,-1 0 0,0 0 0,0-1-1,1 1 1,-1 0 0,0 0 0,0 0 0,1-1-1,-1 1 1,0 0 0,0 0 0,0 0 0,1-1-1,-1 1 1,0 0 0,0-1 0,0 1 0,0 0-1,0 0 1,0-1 0,1 1 0,-1-1 0,1-1 7,7-2-5,1 1 31,-9 3-34,0 0 1,0 0 0,1 0-1,-1 0 1,0 0-1,0 0 1,0 0 0,0 0-1,0 0 1,1 0-1,-1 0 1,0 0-1,0 0 1,0 0 0,0 0-1,0 0 1,0 0-1,1 0 1,-1 0-1,0 0 1,0 0 0,0 0-1,0-1 1,0 1-1,0 0 1,0 0 0,0 0-1,0 0 1,1 0-1,-1 0 1,0 0-1,0-1 1,0 1 0,0 0-1,0 0 1,0 0-1,0 0 1,0 0-1,0 0 1,0-1 0,0 1-1,0 0 1,0 0-1,0 0 1,0 0 0,0 0-1,0-1 1,0 1-1,0 0 1,0 0-1,0 0 1,0 0 0,17-6 25,-14 5-40,-1 0 1,-1 1 12,-1 0 0,1 0 1,-1 0-1,0 0 1,0 0 0,1 0-1,-1 0 1,0 0-1,1 0 1,-1 0-1,0 0 1,0 0 0,1 0-1,-1 0 1,0 0-1,0 0 1,1 0-1,-1 0 1,0 0 0,1 0-1,-1 0 1,0 0-1,0 0 1,1-1 0,-1 1-1,0 0 1,0 0-1,0 0 1,1 0-1,-1-1 1,0 1 0,0 0-1,0 0 1,1-1-1,-1 1 1,0 0-1,0 0 1,0-1 0,0 1-1,0 0 1,0 0-1,0-1 1,0 1 0,1 0-1,-1 0 1,0-1-1,1 0-8,9-1-4,-9 0 13,-1 0-1,6-1 9,-5 3-5,0 0-1,0 0 0,-1-1 0,1 1 0,0-1 0,0 1 0,0-1 1,0 1-1,0-1 0,-1 1 0,1-1 0,0 0 0,-1 1 1,1-1-1,0 0 0,-1 1 0,2-3 0,-2 2 0,12-7-4,-11 7 3,0 1 0,-1-1-1,0 1 1,1 0-1,-1-1 1,1 1 0,-1 0-1,0-1 1,1 1-1,-1 0 1,1 0 0,-1-1-1,1 1 1,-1 0-1,1 0 1,-1 0 0,1 0-1,0 0 1,-1-1-1,1 1 1,7-1 8,36-26 3,-38 22-25,-5 4 14,-1 0 0,1 1-1,0-1 1,0 0 0,0 1-1,0-1 1,0 1-1,-1-1 1,1 1 0,0 0-1,0-1 1,0 1 0,0 0-1,0-1 1,0 1 0,0 0-1,0 0 1,2 0 0,-2 0-2,-1 0 1,0 0-1,1 0 1,-1 0-1,1 0 1,-1 0-1,0 0 1,1 0-1,-1 0 1,1-1-1,-1 1 1,0 0-1,1 0 1,-1 0-1,0-1 1,1 1-1,-1 0 1,0 0-1,0-1 1,1 1-1,-1 0 1,0 0-1,0-1 1,1 1-1,-1 0 1,0-1-1,0 1 1,0-1-1,1 1 1,-1 0-1,0-1 1,0 1-1,0 0 1,0-1-1,0 1 1,0-1 0,0 1-1,0 0 1,0-1-1,0 1 1,0-1-1,0 1 1,0 0-1,-1-1 1,1 0-12,7-1-35,-7 2 46,0 1 0,0-1 0,0 0 0,1 0 0,-1 0 0,0 0 0,0 0 0,0 0 0,0 0 0,1 0 0,-1 0 0,0 0 0,0-1 0,0 1 0,0 0 0,0 0 0,1 0 0,-1 0 0,0 0 0,0 0 0,0 0 0,0 0 0,0 0 0,0 0 0,1 0 0,-1-1 0,0 1 0,0 0 0,0 0 0,0 0 0,0 0 0,0 0 0,0 0 0,0-1 0,0 1 0,0 0 0,0 0 0,1 0 0,-1 0 0,0-1 0,0 1 0,0 0 0,0 0 0,0 0 0,0 0 0,0 0 0,0-1 0,0 1 0,-1 0 0,1 0 0,10-3-24,1-3 75,-8-7 164,-2 13-217,-1 0 5,1 0-1,-1 0 1,0 0 0,0 0 0,1 0 0,-1 0 0,0 0 0,0 0 0,1 0 0,-1 0 0,0 0 0,0 0-1,1 0 1,-1 0 0,0 0 0,0 0 0,1 0 0,-1 0 0,0 0 0,0 0 0,1-1 0,-1 1-1,0 0 1,0 0 0,0 0 0,1-1 0,-1 1 0,0 0 0,0 0 0,0 0 0,0-1 0,1 1 0,-1 0-1,0 0 1,0-1 0,0 1 0,0 0 0,0 0 0,0-1 0,0 1 0,0 0 0,0-1 0,0 0 101,0 1-101,0 0 0,1-1 0,-1 1 0,0 0 0,0 0 0,0 0 0,0-1 1,0 1-1,0 0 0,0 0 0,1-1 0,-1 1 0,0 0 0,0 0 0,0 0 0,1 0 0,-1-1 0,0 1 0,0 0 0,0 0 0,1 0 1,-1 0-1,0 0 0,0 0 0,1 0 0,-1 0 0,0 0 0,0 0 0,1-1 0,-1 1 0,0 0 0,0 0 0,1 1 0,-1-1 0,0 0 0,0 0 1,1 0-1,-1 0 0,0 0 0,0 0 0,1 0 0,-1 0 0,0 0 0,0 0 0,0 1 0,1-1 0,-1 0 0,0 0 0,0 0 0,0 0 1,0 1-1,1-1 0,-1 0 0,0 0 0,0 0 0,0 1 0,-1-3-1,11-3-7,-8 1 12,-2 2 61,-2 2-72,-6 2 8,7 1 3,1-3-6,0 0 0,0 0 0,1 0 0,-1 0 0,0 0 0,0 0 0,0 0 0,0 1 0,0-1 0,0 0 0,0 0 0,0 0 0,0 0 1,0 0-1,0 0 0,0 0 0,0 0 0,0 0 0,0 0 0,0 0 0,0 0 0,0 0 0,0 1 0,0-1 0,0 0 0,0 0 0,0 0 1,-1 0-1,1 0 0,0 0 0,0 0 0,0 0 0,0 0 0,0 0 0,0 0 0,0 0 0,0 0 0,0 0 0,0 0 0,0 0 0,0 0 1,0 0-1,0 0 0,0 0 0,0 0 0,0 0 0,-1 0 0,1 0 0,0 0 0,0 0 0,0 0 0,0 0 0,0 0 0,0 0 0,0 0 1,0 0-1,0 0 0,0 0 0,0 0 0,0 0 0,-1 0 0,0 1-1,0-1 0,0 0 0,-1 0 1,1 1-1,0-1 0,0 1 0,0 0 0,0-1 0,0 1 0,-1 0 0,1-1 1,0 1-1,0 0 0,1 0 0,-1 0 0,-2 2 0,2-1 5,-1-1 0,0 1 0,0 0 0,0-1 0,0 0 0,0 1 0,0-1 0,-4 1 0,5-1 0,-32 26 42,23-20-43,-1 0 1,-12 12-1,-20 16-25,22-20 7,18-12 16,0 0 0,0-1 0,-1 1 0,1-1 0,-1 1 0,-7 2 0,-2 2-5,2 0 16,10-1 1,1-5-7,0-1-6,0 0 0,0 1 0,0-1 0,0 0 0,0 0 0,0 1 0,0-1 0,-1 0 1,1 0-1,0 1 0,0-1 0,0 0 0,0 0 0,0 0 0,0 1 0,0-1 0,-1 0 0,1 0 0,0 0 0,0 1 0,0-1 0,0 0 0,-1 0 0,1 0 0,0 0 1,0 0-1,0 1 0,-1-1 0,1 0 0,0 0 0,0 0 0,-1 0 0,1 0 0,0 0 0,-1 0 0,-3 0 1,3 0-10,1 0-14,0 0 0,0 0 0,0 1 1,0-1-1,0 0 0,0 0 0,0 0 0,0 1 0,0-1 1,0 0-1,0 0 0,0 1 0,0-1 0,0 0 0,0 0 1,0 1-1,0-1 0,0 0 0,0 0 0,0 0 0,0 1 1,-1-1-1,1 0 0,0 0 0,0 0 0,0 1 0,0-1 1,0 0-1,-1 0 0,1 0 0,0 1 0,-2-1-274,-1 0 219,-3 0-3222,-3 0 988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13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199 103 1168,'66'0'19031,"-66"0"-19016,0 0 1,0 0-1,0 0 0,0-1 0,0 1 0,0 0 0,0 0 1,0 0-1,0 0 0,0-1 0,0 1 0,0 0 0,0 0 1,0 0-1,0-1 0,0 1 0,0 0 0,0 0 1,0 0-1,0 0 0,0-1 0,0 1 0,0 0 0,-1 0 1,1 0-1,0 0 0,0-1 0,0 1 0,0 0 1,0 0-1,-1 0 0,1 0 0,0 0 0,-4-2 62,4 2-54,0 0 0,-1 0 1,1 0-1,0 0 0,0 0 0,-1 0 0,1 0 1,0 0-1,0 0 0,0 0 0,-1 0 1,1 0-1,0 0 0,0 0 0,0-1 0,0 1 1,-1 0-1,1 0 0,0 0 0,0 0 0,0 0 1,0-1-1,0 1 0,-1 0 0,1 0 1,0 0-1,0-1 0,0 1 0,0 0 0,0 0 1,0 0-1,0-1 0,0 1 0,0 0 0,0 0 1,0 0-1,0-1 0,0 1 0,0-1 368,0-21 6,0 21-387,-1 0 0,1 1 0,0-1 0,0 0 0,0 1 0,0-1 0,0 0 0,0 0 0,0 1 0,0-1 0,0 0 0,0 1 0,1-1 0,-1 0 0,0 1 0,0-1 0,1 0 0,-1 1 0,0-1 0,1 0 0,-1 1 0,1-1 0,-1 1 0,0-1 0,1 1 0,-1-1 0,1 1 0,0-1 0,-1 1 0,1-1 0,-1 1 0,2-1 0,2-10 36,7 6-49,0 0-1,0 1 1,1 0 0,-1 1 0,1 0-1,0 1 1,17-1 0,36-4 9,-1 7-39,-64 0 33,1 0 0,0 0 0,0 0-1,0 0 1,0 1 0,0-1 0,-1 0 0,1 0 0,0 0-1,0 1 1,0-1 0,-1 0 0,1 1 0,1 0 0,8 2 0,10 1-12,-19-4 11,0 0 0,-1 0 0,1 1 1,0-1-1,0 0 0,-1 0 0,1 1 0,-1-1 1,1 0-1,0 1 0,-1-1 0,1 1 0,-1-1 1,1 1-1,-1-1 0,1 1 0,-1-1 0,1 1 1,-1-1-1,0 1 0,1-1 0,-1 2 0,0-2 1,0 0 0,0 1-1,0-1 1,0 0 0,0 0-1,0 1 1,0-1 0,0 0-1,0 0 1,0 1 0,1-1-1,-1 0 1,0 0 0,0 1-1,0-1 1,0 0 0,0 0-1,0 0 1,1 1-1,-1-1 1,0 0 0,0 0-1,0 0 1,0 1 0,1-1-1,-1 0 1,0 0 0,0 0-1,0 0 1,1 0 0,-1 0-1,0 1 1,0-1 0,1 0-1,-1 0 1,0 0 0,0 0-1,1 0 1,-1 0-1,0 0 1,1 0 0,-1 0-1,0 0 1,0 0 0,1 0-1,-1 0 1,0 0 0,0 0-1,1 1 1,-1-1-1,0 0 1,0 0 0,0 0-1,1 0 1,-1 0 0,0 1-1,0-1 1,0 0-1,0 0 1,1 0 0,-1 1-1,0-1 1,0 0 0,0 0-1,0 0 1,0 1-1,0-1 1,0 0 0,0 0-1,0 1 1,0-1 0,0 0-1,0 0 1,0 1 0,0-1-1,0 0 1,0 1-1,1 1 1,-1 0 0,0 0 0,0 0-1,-1 0 1,1 1 0,0-1 0,-1 0-1,1 0 1,-1 0 0,0 0 0,0 0-1,0 0 1,0 0 0,0 0 0,0 0-1,0-1 1,-1 1 0,1 0 0,0-1-1,-1 1 1,0-1 0,1 1 0,-3 1-1,-7 6 18,-1 4 5,7-8-12,-1 0 1,1 0-1,-11 7 0,-8 3 14,-26 17 0,-95 44 1,130-68-20,-23 13 1,3 0 2,-73 44-3,62-35-9,15-4 2,28-21-15,4-8-1,-1 2-9,26 1-34,47-6-1,-16-1 75,-45 6-32,25 1 0,-24 0 12,-12 0 6,0 0 1,0 0-1,-1 0 1,1 0 0,0 1-1,0-1 1,0 0-1,0 0 1,-1 0-1,1 1 1,0-1 0,0 0-1,0 1 1,0 0-1,10 2-1,-9-3 2,0 0-1,0 1 1,-1-1-1,1 0 1,0 1-1,0-1 1,0 1-1,0 0 1,-1 0-1,1 0 1,0-1-1,-1 2 1,1-1-1,-1 0 1,1 0 0,1 2-1,30 31-26,-29-29 19,17 19 5,-19-23 4,0 1 0,-1-1 0,1 0 1,0 0-1,0 0 0,0 0 0,0 0 0,0 0 0,0-1 0,0 1 0,0-1 0,0 1 1,0-1-1,3 0 0,16 4-7,-19-3-6,1 0 0,-1-1 1,0 1-1,1-1 0,-1 1 1,1-1-1,-1 0 0,0 0 1,1 0-1,-1 0 0,6-2 1,57-9-1137,-50 8 551,2-1-361,28-18-3571,-32 14 1161,20-19-1,-22 17 1367,20-14-1,-9 10-90,0-6-127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13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1232 609 440,'17'-30'2917,"-10"19"-1663,0-1-1,-1 0 1,10-26 0,-15 31-666,0-1 0,0 1-1,-1-1 1,-1-12 0,1 1 252,-1 8-230,0 0 0,-1 0 0,-3-12 0,1 4 72,0 3 183,-13-30 1,7 20-268,4 11-187,-1 1 0,-1 0 0,0 1 0,-19-25 0,4 6 165,11 18-435,0 0 1,-1 1 0,-1 1 0,0 0 0,0 1 0,-24-14 0,28 20-83,0 0 0,0 0 0,0 1 0,-21-5 0,12 3 19,6 2 4,0 1 0,0 1 0,0 0 1,0 1-1,-20 0 0,4 3 141,-43 8 1,36-1-35,1 1 1,0 2 0,1 1 0,-33 18-1,46-20 5,-28 20-1,-2 2 63,31-22-160,0 0 1,0 2-1,2 1 1,-25 21-1,0 1 49,30-26-100,0 1-1,0 0 0,-13 16 0,-42 63 143,56-72-167,1 0-1,0 2 1,-8 20 0,1 8 31,-21 82 1,36-117-41,-2 11 10,0-1 0,1 1 0,-1 30 0,5-14-7,-1-6-3,4 36 0,8 18 12,-8-78-11,-1 1 0,2-1 0,-1 0 0,2 0 0,9 17 0,-1-1 27,-7-15-17,1 1-1,0-2 1,1 1 0,0-1 0,0 0 0,1-1-1,0 0 1,1 0 0,0-1 0,0 0 0,13 6 0,-2-2 13,-1-2 0,2 0 0,-1-1 1,1-1-1,30 6 0,-11-6 70,70 5 0,-81-12 28,53-6 0,-40 2-9,1-2 232,68-18-1,-61 12-23,-18 4 154,38-14 0,-56 16-274,-1-1 0,0-1 1,-1 0-1,24-17 0,-1-1 255,-24 18-349,-1-1 1,0-1 0,0 1 0,-1-2-1,11-12 1,-1-3 46,-9 14-110,-1-1-1,-1 0 1,0-1 0,0 0 0,-2-1 0,1 0 0,8-24 0,-8 11-76,-1 0 0,0 0 1,-3 0-1,3-34 1,-6 20-9,0 28 54,-1-1-1,0 0 1,0 0 0,-1 0 0,-1 0 0,-1 0 0,-6-21 0,-5 2 99,-25-45-1,30 64-102,0 0 0,-1 0-1,0 1 1,-1 0 0,-15-13-1,13 15-16,0 0 1,0 0-1,-1 2 0,-23-13 0,19 12-58,0 1 0,-1 1-1,0 0 1,0 2 0,-1 0 0,0 1 0,-25-3 0,36 8-18,-8-3-381,0 2 1,0 0-1,0 1 1,0 1 0,0 0-1,0 1 1,-17 5 0,23-4-355,-26 11-1983,34-13 2373,1 0 0,0 0-1,0 0 1,0 1-1,0-1 1,0 1 0,0 0-1,0-1 1,0 1 0,0 0-1,1 0 1,-3 3-1,4-3-505,-1 0-1,0 1 0,1-1 0,0 0 0,-1 0 0,1 1 0,0-1 0,0 0 1,0 1-1,1-1 0,-1 0 0,0 0 0,1 1 0,0 2 0,9 14-3786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15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49 1036,'11'-3'17902,"-11"-5"-12573,2 5-5768,-2 3 442,1 0-1,-1 0 1,0 0 0,1 0 0,-1 0 0,0 0 0,1 0 0,-1 0 0,0 0 0,0 0 0,1 0 0,-1 0 0,0 0 0,1 0 0,-1 0 0,0 0 0,0 0 0,1 0 0,-1-1 0,0 1 0,1 0 0,-1 0 0,0 0 0,0-1 0,0 1 0,1 0 0,-1 0 0,0 0 0,0-1 0,0 1 0,1 0 0,-1 0 0,0-1 0,0 1 0,0 0 0,0-1 0,0 1 0,0-1 0,11-1 45,7-4-46,-11 3-8,0 1 0,0 0 0,1 0 1,-1 0-1,1 1 0,9 0 1,56-6-15,-65 7 20,138 5-20,-124-4 7,-20-1 11,1 0 1,-1 0-1,1 0 0,-1 0 0,1 0 1,-1 1-1,0-1 0,1 1 1,-1 0-1,1 0 0,-1 0 1,4 2-1,14 4-5,-19-7 7,0 0 0,0 0 0,0 0 0,0 0 0,0 0-1,0 1 1,0-1 0,0 0 0,0 1 0,0-1 0,0 1 0,0-1-1,0 1 1,-1-1 0,1 1 0,0 0 0,0-1 0,-1 1 0,1 0-1,0 0 1,-1 0 0,1-1 0,0 1 0,-1 0 0,1 0 0,-1 0-1,0 0 1,1 0 0,-1 0 0,0 0 0,1 0 0,-1 0 0,0 0-1,0 0 1,0 0 0,0 0 0,0 2 0,0 1 3,0 0 0,-1 0 0,1 0 0,-1 0 0,0 0 0,0-1 0,0 1 0,-3 6 0,4-10-3,-1 2 3,-1 0 0,1 0-1,0 0 1,-1 0 0,1 0-1,-1 0 1,1 0 0,-1-1 0,0 1-1,0 0 1,-3 1 0,-27 15 28,7-5-15,16-8-11,0-1 0,0 1 0,-10 2 1,-12 5-3,25-9-3,0-1 0,-1 0 0,-8 2 0,-19 7 4,2-4-6,27-6 3,0 0 0,0 0 0,0 0 0,0 1 0,0-1 0,-6 4 0,2-1 8,9-4-20,5 3-4,-4-3 13,-1 1 0,0-1 1,0 0-1,0 0 1,0 0-1,1 0 1,-1 0-1,0 1 0,0-1 1,1 0-1,-1 0 1,0 0-1,0 0 0,1 0 1,-1 0-1,0 0 1,0 0-1,1 0 1,-1 0-1,0 0 0,0 0 1,1 0-1,-1 0 1,0 0-1,0 0 1,1 0-1,-1 0 0,0 0 1,1-1-1,-1 1 1,0 0-1,0 0 0,1 0 1,-1 0-1,0 0 0,0 0 1,1 0-1,-1 0 0,0 0 1,0 0-1,1 0 0,-1 0 1,0 0-1,0 0 0,1 0 1,-1 0-1,0 0 0,0 0 1,1 0-1,-1 0 0,0 0 1,0 0-1,0 0 0,1 0 1,-1 1-1,0-1 0,0 0 1,1 0-1,-1 1 0,8 4-27,1-1 0,16 7 0,10 9-27,-30-18 58,1 0-1,-1 1 1,0 0 0,0 1-1,0-1 1,6 6 0,13 13 69,-16-16-59,-7-6-11,-1 0 0,1 1 0,0-1-1,-1 0 1,1 1 0,0-1-1,-1 1 1,1-1 0,0 1 0,-1-1-1,1 1 1,-1-1 0,1 1-1,-1 0 1,0-1 0,1 1 0,-1 0-1,1-1 1,-1 1 0,0 0-1,0 0 1,1-1 0,-1 2 0,0-1 0,0 0 1,0-1-1,1 1 1,-1 0 0,0 0-1,1-1 1,-1 1 0,0 0-1,1-1 1,-1 1 0,1-1-1,-1 1 1,1 0 0,0 0-1,-1-1 0,1 0 0,-1 1 0,0-1-1,1 0 1,-1 1 0,1-1 0,-1 0 0,0 1-1,0-1 1,1 1 0,-1-1 0,0 0 0,0 1-1,1-1 1,-1 1 0,0-1 0,0 1 0,0-1-1,0 1 1,0-1 0,0 1 0,0-1-1,0 1 1,0-1 0,0 1 0,0-1 0,0 1-1,0-1 1,0 1 0,0-1 0,0 1 0,-1-1-1,1 1 1,0-1 0,0 1 0,-1 0 0,-1 1 4,2-1-3,-1-1-1,0 1 1,1 0 0,-1 0-1,0 0 1,1 0 0,-1 0-1,1-1 1,0 1 0,-1 0-1,1 0 1,0 0 0,-1 0 0,1 0-1,0 0 1,0 2 0,-1 0 2,0 1 1,-1-1-1,1 0 1,-1 0 0,0 0-1,0-1 1,0 1-1,0 0 1,0-1 0,-3 3-1,-3 2 14,0-1-1,-1-1 1,0 0 0,0 0-1,0 0 1,-17 4 0,7-1 17,8-5-15,-1 0 1,0 0 0,1-1-1,-1 0 1,0-1-1,0 0 1,-19-2 0,8 0-2,12 1-13,0-1-1,-1-1 1,1 0 0,-20-6-1,-43-20-16,46 11-42,25 15 28,-1-1 0,0 1-1,0-1 1,0 1 0,-5-2 0,7 4-74,1-1 0,-1 0 1,1 1-1,0-1 1,-1 0-1,1 0 1,0 0-1,0 0 0,-1 0 1,1 0-1,0 0 1,0 0-1,0 0 0,0-1 1,-1-2-1,2 4-74,-1-1-1,1 0 0,0 0 1,0 1-1,0-1 0,-1 0 0,1 0 1,0 0-1,0 1 0,0-1 1,0 0-1,0 0 0,1 0 1,-1 1-1,0-1 0,0 0 0,0 0 1,1 1-1,-1-1 0,0 0 1,1 0-1,-1 1 0,1-1 1,-1 0-1,1 1 0,-1-1 0,1 1 1,-1-1-1,1 0 0,0 1 1,-1-1-1,1 1 0,0 0 1,1-1-1,20-14-3469,-6 4-136,22-10 0,-16 13 369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16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1013 319 1144,'16'-20'2594,"-11"16"-2108,0-1 1,-1 0 0,0-1 0,0 1-1,-1-1 1,1 0 0,4-11-1,-5 6 237,0 0-1,-1 0 0,0 0 1,-1 0-1,0-1 0,-1-13 1,0 18-311,-1 0 1,-1-1-1,1 1 0,-5-10 1,4 10-164,0 4-120,0-1-1,0 0 1,0 1-1,0-1 0,0 1 1,-1-1-1,1 1 1,-1 0-1,0 0 0,-6-4 1,2 1 54,-1 1 0,0 0 0,-12-6 0,11 7-25,1 1 0,-1 0 1,0 1-1,-9-2 0,-8-2 299,-1 2-74,1 1 0,-1 1 0,1 2 0,-40 3 0,-10 9 59,38-4-246,5-1-1,0 1 1,0 3-1,1 0 1,-55 28-1,71-29-54,-25 19-1,-1 0 68,19-12-88,1 2 1,1 0-1,0 1 0,-20 27 1,28-33-79,-3 7 50,0 2 0,1-1 0,1 2 0,-18 40 0,27-52-63,-6 13 53,-12 47 1,11-32-30,7-20-18,0-1 0,-1 23 0,2-13 7,2-11-12,1-1 0,1 22 0,1-10 1,0-12-10,0 0 0,7 27 1,-5-33-14,1 5 13,2 0 0,0-1 1,0 1-1,2-2 0,15 25 1,-19-33-4,0-1 0,1 0 0,0 0 0,0 0 0,0-1 1,1 1-1,0-1 0,-1-1 0,1 1 0,1-1 0,-1 0 0,0 0 1,7 1-1,1 1 17,-1-2 1,1 0-1,0 0 1,0-1-1,21 0 1,2-4 122,1-1 0,-1-1 0,0-3 1,0-1-1,0-1 0,-1-2 0,45-21 0,-66 25 48,22-14-1,-1 0 50,-24 13-172,0 0-1,-1-1 1,0 0-1,17-20 1,-16 18-31,26-26 121,-17 18-69,-2-1 0,24-29 0,-33 36-66,2-3 22,0 0 0,-2-1-1,1 0 1,-2 0 0,0-1 0,8-24 0,-9 14 29,-1 5 61,8-43 1,-14 58-127,0-1 1,-1 1-1,0 0 0,0-1 0,-1 1 0,0 0 1,-1 0-1,1 0 0,-4-9 0,-2-3 5,3 6-14,-1 1 0,0 0-1,-1 0 1,0 0 0,-1 1 0,0 0-1,-12-15 1,8 15-11,5 4-8,0 1 0,-1 1 0,-9-8 0,-59-47-541,66 56 278,1 0 0,-1 0 0,0 1 0,0 0 0,-10-3 0,7 3-93,3 0-475,-1 2-1,1-1 1,-1 1-1,-12-1 1,-17 2-9805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45 324,'-2'-2'782,"1"0"-1,-1-1 0,0 1 1,0 1-1,0-1 1,0 0-1,0 0 1,-3-1-1,4 2-686,1 1-1,0 0 0,0 0 1,-1 0-1,1 0 0,0 0 1,0-1-1,0 1 1,-1 0-1,1 0 0,0 0 1,0-1-1,0 1 0,-1 0 1,1 0-1,0-1 0,0 1 1,0 0-1,0 0 0,0-1 1,0 1-1,0 0 1,0 0-1,0-1 0,0 1 1,0 0-1,-1 0 0,2-1 1,-1 1-1,0 0 0,0-1 1,0 1-1,0 0 0,0 0 1,0-1-1,0 1 0,0 0 1,8-9 4348,-3 4-519,-5 5-3887,0 0-1,0 0 1,0 0 0,0 0 0,-1 0-1,1 0 1,0 0 0,0 0 0,0 0-1,0 0 1,0 0 0,0 0 0,0 0-1,0 0 1,0 0 0,0-1 0,0 1-1,0 0 1,0 0 0,0 0 0,0 0-1,0 0 1,-1 0 0,1 0 0,0 0-1,0 0 1,0 0 0,0 0 0,0 0-1,0 0 1,0 0 0,0 0 0,0 0-1,0 0 1,0 0 0,0 0 0,0-1-1,0 1 1,0 0 0,0 0 0,0 0-1,0 0 1,0 0 0,0 0 0,0 0-1,0 0 1,0 0 0,0 0 0,0 0 0,0 0-1,0 0 1,-7 3 584,3 5-412,-27 32 131,21-24-245,-1-1 1,0 0 0,-20 21-1,-16 20 126,-28 39 102,66-82-253,-14 24 1,9-13-6,-25 47 157,25-45-159,-43 99 151,37-72-182,18-50-32,2-1 0,0 14 0,1-13 0,-2-2 0,-8 10 0,9-11-2,0-1 0,0 1 0,1 0 0,-1 0-1,0 0 1,0 0 0,0-1 0,0 1 0,0 0 0,1 0-1,-1 0 1,0 0 0,0 0 0,0 0 0,0-1 0,1 1-1,-1 0 1,0 0 0,0 0 0,0 0 0,1 0 0,-1 0-1,0 0 1,0 0 0,1 0 0,-1 0 0,0 0 0,0 0-1,0 0 1,1 0 0,-1 0 0,0 0 0,0 0 0,0 0-1,1 0 1,-1 0 0,0 1 0,0-1 0,0 0 0,0 0-1,1 0 1,-1 0 0,0 0 0,0 0 0,0 1 0,0-1-1,0 0 1,1 0 0,-1 0 0,0 0 0,0 1 0,0-1 0,0 0-1,0 0 1,0 0 0,0 1 0,0-2-142,0-1-562,0 2 685,0 0 0,1 0 1,-1 0-1,0-1 0,0 1 0,0 0 0,0 0 1,0 0-1,0 0 0,0-1 0,0 1 0,0 0 0,0 0 1,0 0-1,0 0 0,0 0 0,0-1 0,0 1 1,0 0-1,0 0 0,-1 0 0,1 0 0,0 0 0,0-1 1,0 1-1,0 0 0,0 0 0,0 0 0,0 0 1,0 0-1,-1 0 0,1-1 0,0 1 0,0 0 1,0 0-1,0 0 0,0 0 0,-6-2-1476,10-16-13797,1 10 13685,4 2-1921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119 536 1400,'-2'-3'286,"1"-1"0,-1 1-1,1 0 1,0 0 0,0-1 0,0 1-1,0-1 1,0 1 0,1-1 0,0 1-1,-1-1 1,1 0 0,1-4-1,-1 0-217,0 8-55,0-1 0,0 1 1,0-1-1,0 1 0,0-1 1,0 1-1,0-1 0,0 1 1,1-1-1,-1 1 0,0-1 0,0 1 1,0-1-1,1 1 0,-1-1 1,0 1-1,0 0 0,1-1 1,-1 1-1,0-1 0,1 1 0,-1 0 1,0-1-1,2 1 0,-2-1-2,1 1 0,-1 0-1,0-1 1,1 1-1,-1 0 1,0-1-1,1 1 1,-1 0-1,0-1 1,1 1 0,-1-1-1,0 1 1,0-1-1,0 1 1,1 0-1,-1-1 1,0 1 0,0-1-1,0 1 1,0-1-1,0 1 1,0-1-1,0 1 1,0-2 0,0-7 125,-1 7-83,1-1 1,0 0-1,0 0 0,0 0 0,0 1 0,0-1 1,0 0-1,1 0 0,1-4 0,0 4 27,-1-1 1,0 1-1,0 0 0,0-1 0,0 1 1,0-1-1,-1 1 0,1-1 0,-1-4 0,0 7-64,0 1 0,0-1 0,0 1 0,0-1 0,0 1 0,0-1 0,1 1 0,-1-1 0,0 1 0,0-1 0,0 1 0,1-1 0,-1 1 0,0-1 0,0 1 0,1-1 0,-1 1 0,0-1 0,1 1 0,-1 0 0,1-1 0,3-4 119,0-3 31,-2 5-98,-1 0 0,1 1 0,0-1 0,0 0 0,0 0 0,0 1 0,0-1 0,3-1-1,35-38 902,-29 29-697,1 1 0,-1 0 0,2 1 0,21-15 0,3-3-57,-30 23-127,-1 1 0,1 0-1,0 0 1,1 0 0,-1 1 0,15-7 0,-15 8 20,0 0 1,12-9-1,-11 7 24,1 0 0,-1 0 0,11-3 0,38-18 398,-31 14-185,32-11 0,-40 18-172,-8 3-46,0-1-1,-1-1 0,1 1 1,9-7-1,-18 9-117,0 0 0,0 1 0,0-1 0,1 1 1,-1-1-1,0 1 0,0-1 0,0 1 0,0-1 0,0 1 0,1 0 0,-1 0 0,0 0 1,0-1-1,1 1 0,-1 0 0,0 1 0,0-1 0,0 0 0,1 0 0,-1 0 0,0 1 0,0-1 1,0 1-1,1-1 0,-1 1 0,0-1 0,0 1 0,0 0 0,0-1 0,0 1 0,0 0 1,0 0-1,-1 0 0,1 0 0,0-1 0,1 3 0,1 11 250,0-11-208,-3-3-44,1 0 0,-1 1 0,1-1 0,-1 1 1,1-1-1,-1 1 0,0-1 0,1 1 0,-1-1 0,0 1 0,1-1 0,-1 1 0,0 0 0,0-1 0,0 1 0,1-1 0,-1 1 0,0 0 0,0-1 0,0 1 1,0 0-1,0-1 0,0 1 0,0-1 0,0 1 0,-1 0 0,1-1 0,0 1 0,0 0 0,-22 68 453,20-65-440,0 0 0,0 0-1,0-1 1,0 1 0,-1 0-1,1-1 1,-1 0 0,0 1-1,0-1 1,0 0 0,-5 3 0,-11 12 45,-19 21 95,-2-2 0,-68 49 1,-2-17-111,94-58-141,-31 15 1,0 0 22,-204 131-74,255-157 165,-4 0-23,0 0 1,0 0-1,0 0 0,1 0 0,-1 0 1,0 0-1,0 0 0,0 0 0,0 0 1,1 0-1,-1 0 0,0 0 0,0 0 1,0 0-1,0 0 0,1 0 0,-1 0 1,0 0-1,0 0 0,0 0 0,0 0 1,1 0-1,-1-1 0,0 1 0,0 0 1,0 0-1,0 0 0,0 0 0,0 0 1,1 0-1,-1 0 0,0-1 0,0 1 1,0 0-1,0 0 0,0 0 0,0 0 1,0 0-1,0-1 0,0 1 0,0 0 1,0 0-1,0 0 0,0 0 0,0-1 1,0 1-1,0 0 0,0 0 0,0 0 0,0 0 1,0-1-1,0 1 0,11-2 19,-4-1-21,1 1 0,-1 0 1,0 0-1,1 1 0,-1 0 1,1 0-1,0 1 0,7 0 1,-2 3-10,-9-3 9,-1 0-1,0 1 0,1-1 0,-1 1 0,0 0 0,1 0 0,-1 1 1,0-1-1,0 0 0,0 1 0,0 0 0,4 3 0,6 6-5,-11-10 9,0 1 0,0-1 0,0 1-1,-1-1 1,1 1 0,0 0-1,1 2 1,5 10 8,-6-11-5,0 0 0,0 0 0,0 1 0,-1-1 0,1 1 0,-1-1-1,0 1 1,0-1 0,0 1 0,-1 0 0,1-1 0,-1 5 0,0 96 34,0-102-39,0 0 1,1-1-1,-1 1 0,0 0 0,1-1 0,-1 1 0,1-1 1,1 3-1,-1-2-7,0 0 1,0 0 0,-1 0-1,1 0 1,0 0-1,-1 1 1,0-1 0,1 0-1,-1 2 1,0-2 8,1-1 1,-1 1-1,1-1 1,-1 1-1,1-1 1,0 1-1,0-1 1,-1 1-1,1-1 1,0 0-1,0 0 1,0 1-1,0-1 1,1 0 0,-1 0-1,0 0 1,0 0-1,1 0 1,-1-1-1,1 1 1,-1 0-1,1 0 1,1 0-1,6 3 8,-4-2-10,1-2-1,-1 1 0,1-1 1,-1 0-1,1 0 0,-1 0 1,1-1-1,5-1 1,5-2-15,-1-1 0,1-1 1,-1-1-1,0 0 0,14-9 1,-7 4 17,-18 10 9,0-1 1,0 1-1,0-1 0,6-4 1,43-35 141,35-31 391,-62 52 157,-21 18-546,-1 1-1,-1-1 1,1 0-1,0-1 1,3-3-1,0 1 76,-7 6-220,1 0 0,-1 0-1,0 0 1,1-1 0,-1 1 0,0 0-1,0 0 1,1 0 0,-1-1 0,0 1-1,1 0 1,-1 0 0,0-1 0,0 1-1,0 0 1,1-1 0,-1 1 0,0 0-1,0-1 1,0 1 0,0 0 0,0-1-1,0 0-5,1 1 0,-1 0 0,0 0 0,0-1 0,0 1-1,0 0 1,0 0 0,0 0 0,0-1 0,0 1 0,0 0-1,1 0 1,-1 0 0,0 0 0,0-1 0,0 1 0,0 0-1,1 0 1,-1 0 0,0 0 0,0 0 0,0 0 0,0-1-1,1 1 1,-1 0 0,0 0 0,0 0 0,1 0 0,-1 0-1,0 0 1,0 0 0,0 0 0,1 0 0,-1 0 2,0 0 0,1 0 0,-1 0 1,0 0-1,0 0 0,1 0 0,-1 0 0,0 0 1,0 0-1,0 0 0,1 0 0,-1-1 0,0 1 1,0 0-1,0 0 0,1 0 0,-1 0 0,0 0 1,0-1-1,0 1 0,0 0 0,0 0 1,1 0-1,-1 0 0,0-1 0,0 1 0,0 0 1,0 0-1,0 0 0,0-1 0,0 1 0,0 0 1,0-1-1,0 71 566,0-67-564,0 0 0,-1 1 0,1-1 0,-1 0 0,-2 6 0,2-7-5,0 1 1,0 0-1,0 0 0,1 0 0,-2 5 0,2 28-92,0-36 87,0 0 0,0 0 0,0 1 0,0-1 0,0 0 0,0 0 1,0 1-1,0-1 0,1 0 0,-1 0 0,0 1 0,0-1 0,0 0 0,0 0 0,0 0 0,0 1 1,0-1-1,0 0 0,1 0 0,-1 1 0,0-1 0,0 0 0,0 0 0,0 0 0,1 0 0,-1 1 0,0-1 1,0 0-1,1 0 0,-1 0 0,0 0 0,0 0 0,0 0 0,1 0 0,-1 0 0,0 0 0,0 0 1,1 0-1,-1 0 0,0 1-1,1-1 1,-1 0 0,0 0 0,0 0 0,1 0 0,-1 0-1,0 0 1,0 0 0,1 0 0,-1 0 0,0 0 0,0 1 0,0-1-1,1 0 1,-1 0 0,0 0 0,0 0 0,0 1 0,0-1 0,1 0-1,-1 0 1,0 0 0,0 1 0,0-1 0,0 0 0,0 0-1,0 1 1,0-1 0,0 0 0,1 0 0,-1 1 0,0-1 0,0 0-1,0 0 1,0 1 0,0-1 0,-1 0 0,1 7 203,1 8-1905,-1-15 1636,0 0 0,0 1 0,0-1 0,1 0-1,-1 1 1,0-1 0,0 0 0,0 1 0,0-1 0,1 0 0,-1 0 0,0 1 0,0-1-1,1 0 1,-1 0 0,0 0 0,1 1 0,-1-1 0,0 0 0,0 0 0,1 0 0,-1 0-1,0 1 1,1-1 0,-1 0 0,0 0 0,1 0 0,-1 0 0,0 0 0,1 0 0,0 0 0,0 0-1221,-1 0 1186,0-1 1,0 1 0,0 0 0,0 0-1,0-1 1,0 1 0,0 0-1,0 0 1,0-1 0,0 1-1,0 0 1,0 0 0,0-1 0,0 1-1,0 0 1,0 0 0,0-1-1,0 1 1,1 0 0,-1 0-1,0 0 1,0-1 0,0 1 0,0 0-1,0 0 1,1 0 0,-1-1-1,0 1 1,0 0 0,3-3-484,-3 2 235,1-1-1,0 1 1,0 0-1,0 0 0,0 0 1,0 0-1,0 0 0,0 0 1,0 0-1,1 0 1,-1 0-1,0 0 0,1 1 1,-1-1-1,0 1 1,1-1-1,-1 1 0,1-1 1,-1 1-1,1 0 1,1-1-1,8 1-2417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95 320,'0'-3'457,"1"-1"0,-1 1-1,1-1 1,-1 1 0,3-6-1,-1 5-7,-1 0-1,0 1 1,0-1-1,-1 0 1,1-7-1,-1-21 1918,0 32-2346,0-1 0,0 1-1,0 0 1,-1-1 0,1 1-1,0 0 1,0 0 0,0-1-1,0 1 1,-1 0 0,1 0-1,0-1 1,0 1-1,-1 0 1,1 0 0,0 0-1,0 0 1,-1-1 0,1 1-1,0 0 1,-1 0 0,1 0-1,0 0 1,-1 0 0,1 0-1,0 0 1,-1 0 0,1 0-1,-4-2 285,4 7-173,-9-3-536,5 11-609,1-10 694,3-3 248,-1 0-1,1 1 1,-1-1 0,1 0 0,0 1-1,-1-1 1,1 0 0,-1 1-1,1-1 1,0 1 0,0-1 0,-1 1-1,1-1 1,0 1 0,0-1-1,0 1 1,-1-1 0,1 1-1,0 0 1,0-1 0,0 1 0,-2 6-1483,-7 0-499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6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594 370 824,'-1'0'236,"0"-1"0,1 1 0,-1-1 0,0 1 0,0-1 0,1 0 0,-1 1 0,0-1 0,1 0 0,-1 0 0,1 1 0,-1-1 0,1 0 0,-1 0 0,1 0 0,0 0 1,-1 1-1,1-1 0,0 0 0,0 0 0,0 0 0,-1 0 0,1 0 0,0 0 0,0 0 0,0 0 0,1 0 0,-1-1 0,0 0 372,0 2-572,0-1 1,0 1 0,0 0-1,0 0 1,0 0-1,0-1 1,-1 1 0,1 0-1,0 0 1,0 0-1,0-1 1,0 1 0,0 0-1,0 0 1,-1 0-1,1 0 1,0-1 0,0 1-1,0 0 1,0 0-1,-1 0 1,1 0 0,0 0-1,0 0 1,0 0-1,-1 0 1,1-1 0,0 1-1,0 0 1,-1 0-1,1 0 1,0 0 0,-1 0-1,1 0 21,0 0-1,0 0 1,0 0-1,-1 0 1,1 0-1,0 0 0,0 0 1,-1 0-1,1 0 1,0 0-1,0 0 1,0 0-1,-1 0 1,1 0-1,0-1 1,0 1-1,0 0 1,0 0-1,-1 0 1,1 0-1,0-1 0,0 1 1,0 0-1,0 0 1,0 0-1,-1 0 1,1-1-1,0 1 1,0 0-1,0 0 1,0 0-1,0-1 1,0 1-1,0-1 44,0 1 0,-1-1 0,1 0 1,0 1-1,-1-1 0,1 1 0,0-1 0,-1 1 0,1-1 0,0 1 1,-1-1-1,1 1 0,-1-1 0,1 1 0,-1 0 0,1-1 0,-1 1 1,1 0-1,-1-1 0,0 1 0,1 0 0,-1 0 0,-1-1 0,1 1-76,-1-1 0,1 1 0,-1 0-1,1-1 1,-1 1 0,1 0 0,-1 0-1,1 0 1,-1 0 0,1 0 0,-4 1-1,-48 13 149,46-12-157,1 0-1,-1 1 0,1 0 0,0 0 0,0 0 1,-10 8-1,4-4 2,-14 19 2,21-23-17,4-3-1,0 1-1,-1 0 0,1 0 0,0 0 0,0 0 0,0 0 0,-1 0 0,1 0 0,0 0 0,0 0 0,1 0 0,-1 1 1,0-1-1,-1 2 0,1-1 0,-1 1 0,0-1 0,0 0 0,0 0 0,0 0 0,0 0 0,-3 1 0,3-2 1,0 0 0,1 0 0,-1 0 0,1 1 0,-1-1-1,1 0 1,-1 1 0,1-1 0,0 1 0,0-1 0,0 1 0,0-1 0,0 1-1,0 0 1,0 0 0,0 0 0,1-1 0,-1 1 0,0 3 0,1 47 20,1-50-18,-1 0-1,1-1 1,-1 1 0,1-1 0,0 1 0,0 0 0,-1-1 0,1 0 0,0 1 0,1-1 0,-1 1 0,0-1-1,0 0 1,0 0 0,1 0 0,-1 0 0,1 0 0,-1 0 0,1 0 0,-1 0 0,1 0 0,-1-1 0,1 1-1,3 0 1,1 1 10,0 0 0,0 0 0,0-1 0,0 0 0,7 0 0,22-7-37,-25 5 21,0-2-1,0 1 1,0-2-1,-1 1 1,1-1-1,-1 0 1,11-8-1,-14 8 34,-1 0-1,0 0 1,0-1-1,0 0 1,0 0 0,4-7-1,-7 10 11,-2 2-19,1-1 1,-1 1-1,0-1 0,0 1 0,1-1 0,-1 0 1,0 1-1,0-1 0,0 1 0,0-1 1,0 1-1,0-1 0,0 1 0,0-1 1,0 0-1,0 0 0,0 0 17,0 1 0,0-1 0,0 1 0,0-1 0,0 0 0,0 1 1,0-1-1,0 1 0,0-1 0,0 1 0,0-1 0,0 0 0,1 1 0,-1-1 0,0 1 0,1-2 0,2-1-267,2-4 3011,-6 7-2738,1-1 1,0 1-1,0 0 0,0 0 1,0 0-1,0-1 1,0 1-1,-1 0 1,1 0-1,0 0 0,0-1 1,0 1-1,-1 0 1,1 0-1,0 0 1,0 0-1,0 0 1,-1 0-1,1-1 0,0 1 1,0 0-1,-1 0 1,1 0-1,0 0 1,0 0-1,-1 0 1,1 0-1,0 0 0,0 0 1,-1 0-1,1 0 1,0 0-1,0 0 1,-1 1-1,1-1 0,-2 0 66,2 2-66,0 0-1,0-1 1,0 1-1,0 0 1,0 0-1,0 0 0,0 0 1,-1 0-1,0 1 1,-1 0-6,1-2-27,0 0 0,1 0 0,-1-1 0,1 1 0,-1 0 1,0 0-1,1 0 0,0 0 0,-1 0 0,1 0 0,0 0 0,-1-1 0,1 1 1,0 0-1,0 0 0,0 0 0,0 0 0,0 2 0,0 1 19,-1-1 0,1 1-1,-1-1 1,0 1 0,-1 3 0,0-3 5,1 0 1,0 0 0,0 0 0,1 0-1,-1 6 1,-1 26 227,-2 0 0,-12 53 0,3-18-29,6-42-180,-1-1 1,-1-1 0,-1 0 0,-22 40 0,21-46-43,-5 10-1,-27 35 0,16-25-7,12-21-15,0-1-1,-2-1 1,0 0 0,-1-2-1,-21 16 1,-28 20-47,56-45 45,0 0 0,-1-1 0,0 0 0,-17 6 0,26-12 7,0 1-1,0 0 1,0-1 0,0 0 0,0 1 0,0-1 0,0 0 0,0-1 0,0 1 0,0 0 0,0-1-1,1 0 1,-1 0 0,0 0 0,0 0 0,0 0 0,1 0 0,-1-1 0,1 1 0,-1-1-1,1 0 1,0 1 0,-1-1 0,1-1 0,0 1 0,0 0 0,0 0 0,1-1 0,-1 1-1,1-1 1,-1 1 0,1-1 0,0 0 0,0 1 0,0-1 0,0 0 0,0 0 0,1 0 0,-1 0-1,1-3 1,-1-2-15,1 0-1,1-1 0,-1 1 0,1 0 1,1 0-1,-1 1 0,2-1 0,2-10 1,6-3-22,1 0 1,0 0-1,16-19 1,71-68-85,111-72-78,-89 77 101,13-7 76,-101 79 44,53-61 0,-65 66-37,-2 0 0,0-1 1,-2 0-1,28-60 1,-42 81 29,0-1 0,1 1 0,0-1 0,0 1 0,6-7-1,-7 10-1,-1 0 1,0 0 1,-1 0-1,1 0 1,-1 0-1,1-1 1,-1 1-1,0 0 0,1-6 1,-1 6 4,-1-1 1,2 0 0,-1 1-1,0-1 1,3-4 0,16-32 341,-8 16 103,-12 14-248,0 9-161,0 0 0,0 0 1,0 0-1,0 0 0,0-1 1,1 1-1,-1 0 1,0 0-1,0 0 0,1 0 1,-1 0-1,1-2 0,3 2 101,-4 1-137,1 0 0,-1 0-1,0 0 1,0 0 0,0 0-1,1 0 1,-1 0 0,0 0 0,0 0-1,1-1 1,-1 1 0,0 0-1,0 0 1,0 0 0,1 0-1,-1 0 1,0 0 0,0-1-1,0 1 1,0 0 0,0 0-1,1 0 1,-1-1 0,0 1-1,0 0 1,0 0 0,0 0-1,0-1 1,0 1 0,0 0-1,0 0 1,0 0 0,0-1-1,0 1 1,0 0 0,0-2 777,-6 4-530,6-2-256,0 0 0,0 0-1,-1 0 1,1-1 0,0 1-1,0 0 1,0 0 0,0 0-1,0 0 1,-1 0 0,1 0-1,0 0 1,0 0 0,0 0-1,0 0 1,0 0 0,-1 1-1,1-1 1,0 0 0,0 0-1,0 0 1,0 0 0,0 0-1,0 0 1,-1 0 0,1 0-1,0 0 1,0 0 0,0 0-1,0 1 1,0-1-1,0 0 1,0 0 0,0 0-1,-1 0 1,1 0 0,0 0-1,0 1 1,0-1 0,0 0-1,0 0 1,0 0 0,0 0-1,0 0 1,0 1 0,0-1-1,0 0 1,0 0 0,0 0-1,0 0 1,0 0 0,0 1-1,0-1 1,0 0 0,0 0-1,0 1 130,-1 0-110,0-1 0,0 1 0,0-1 0,0 1 0,0 0 0,0 0 0,0-1 0,1 1 0,-1 0 0,0 0 0,0 0 0,1 0 0,-1 0 0,0 0 0,1 0 0,-2 2 0,-6 9 54,-6 0 10,1 2 1,-15 19 0,-3 5 21,21-26-74,2-1-1,-10 19 1,0-3 0,9-13-18,2-4-7,0 0 1,0 1-1,-8 21 0,10-22-2,0 0-1,-7 10 1,6-10-2,0 0 0,-4 12 0,-6 14-9,9-22-6,0 1 0,-5 22 0,9-27-7,0 3-150,1-1-1,0 1 1,-1 23-1,3-3-1119,0-33 1265,0 0-1,1 0 0,-1 1 1,0-1-1,0 0 0,1 0 1,-1 0-1,0 0 0,0 0 0,1 0 1,-1 1-1,0-1 0,1 0 1,-1 0-1,0 0 0,1 0 0,-1 0 1,0 0-1,0 0 0,1 0 1,-1 0-1,0 0 0,1-1 0,-1 1 1,0 0-1,1 0 0,-1 0 1,0 0-1,0 0 0,1 0 0,-1-1 1,0 1-1,14-6-185,-13 6 209,9-5-66,1 0 1,-1-1 0,0 0-1,0-1 1,14-12 0,9-10-49,-20 19 27,18-19 1,122-128 89,-141 143 126,0 0 96,-8 13-182,-4 1-40,1 0-1,-1 0 1,0 0-1,0 0 1,0-1-1,1 1 1,-1 0-1,0 0 1,0 0-1,0 0 0,1 0 1,-1 0-1,0 0 1,0 0-1,0-1 1,1 1-1,-1 0 1,0 0-1,0 0 1,0 0-1,0 0 1,1-1-1,-1 1 0,0 0 1,0 0-1,0 0 1,0-1-1,0 1 1,0 0-1,0 0 1,0-1-1,0 1 1,0 0-1,0 0 1,0-1-1,0 0 76,0 22 232,0-19-292,0 1 0,0 0 1,-1 0-1,1-1 0,-1 1 0,0 0 0,-1 2 0,1-2-6,0-1 0,0 1 0,0-1-1,1 1 1,-1-1 0,1 1 0,-1 3-1,1-1 6,-1 0 0,0 0 0,-1 0 0,1 0 0,-1 0 0,-4 7 0,-1 6 22,2-2-16,3-13-23,1 0 0,0 1 1,0-1-1,0 1 0,0 0 0,1-1 0,-1 8 0,1-7-14,0 1 0,-1 0-1,0-1 1,-2 6 0,2-5-8,-1 0-1,1 0 1,1 0 0,-2 6-1,2-2-67,0-6 37,0 0 0,0-1-1,0 1 1,0-1 0,1 1-1,-1 0 1,2 2 0,-2-3-2,1-1 0,-1 0 0,1 0 0,0 0 0,0-1 0,0 1 0,-1 0 0,1 0 0,0 0 0,0 0 0,0-1 0,0 1 0,0-1 0,1 1 0,-1 0 0,0-1 0,0 0 0,2 1 0,0-1-31,0 0 0,0 0 1,-1 0-1,1 0 0,0-1 1,0 1-1,-1-1 0,1 0 0,0 0 1,-1 0-1,1 0 0,2-2 0,3 0-128,11-8-156,0 0 0,27-22 0,-46 33 367,7-6-79,0 0 1,11-13-1,-2 2-7,21-23-44,56-79 0,-80 98 208,13-27 0,-12 20 66,6-21 216,-5 12 42,-10 24-146,-1 1 0,4-17 0,-5 15-88,1-11 250,-3 23-366,-1-1 0,0 1 0,1-1 0,-1 1 0,1-1 0,0 1 0,0 0 0,1-3 0,-1 3 14,-1 0 0,1 0 0,-1 0 1,1 0-1,-1 0 0,0 0 0,0 0 0,0 0 1,0 0-1,0 0 0,-1-3 0,1-3 349,0 8-351,-1-1 0,1 1 0,0 0 0,-1-1 0,1 1 0,-1-1 0,1 1 0,-1-1 0,1 1 0,0 0 0,-1-1 0,0 1-1,1 0 1,-1 0 0,1-1 0,-1 1 0,1 0 0,-1 0 0,1 0 0,-1 0 0,0 0 0,1 0 0,-1 0 0,0 0 0,-2 3-14,-1 0 1,1 0 0,0 1 0,0 0-1,0-1 1,1 1 0,-4 7-1,-11 14 94,-41 56 271,-48 88 0,87-137-354,14-23-23,1 0 1,-5 14 0,5-13-13,0-1-1,-7 13 1,5-11-13,0-2-2,0 0-1,1 1 1,0 0-1,1 0 1,-4 12 0,7-17-5,-20 75 29,20-77-32,1 0 1,-1 0-1,1 0 0,0 0 1,-1 0-1,2 0 0,-1 0 0,0 0 1,0 0-1,1 0 0,0 0 1,1 6-1,-1-7-6,0 0 1,0 0-1,0 0 0,0 0 0,0-1 1,0 1-1,0 0 0,0 0 1,1-1-1,-1 1 0,1-1 0,-1 1 1,1-1-1,0 0 0,0 0 1,-1 0-1,1 0 0,3 2 0,6 2-97,-10-4 79,0 0 1,0-1-1,0 1 0,0 0 1,0-1-1,0 1 1,1-1-1,-1 0 1,0 1-1,0-1 0,1 0 1,-1 0-1,0 1 1,0-1-1,1 0 1,-1 0-1,0 0 1,2-1-1,15-2-286,-11 2 100,0 0 0,0 0 1,0-1-1,11-4 0,26-13-1186,-36 16 802,0-1 0,-1 0 0,0 0 0,1-1 0,6-6 0,11-6-1762,-18 12 1085,-1 0 0,0 0 0,0-1 1,9-11-1,13-12-4896,-26 28 5655,0 0 0,0-1-1,0 1 1,1 0 0,-1 0 0,5-1-1,-7 2 504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6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53 131 180,'-7'-2'1327,"0"0"1,-1 1-1,0 0 1,1 0-1,-9 1 1,19-2-262,-3 2-1020,1-1 1,-1 1-1,1-1 1,-1 1-1,1-1 1,-1 1-1,1 0 0,-1-1 1,1 1-1,0-1 1,-1 1-1,1 0 0,0 0 1,-1-1-1,2 1 1,60-13 551,-44 9-555,1 0-1,21-2 1,-21 4-16,-1-1 0,22-6 0,53-14-398,1-1-345,-70 18-244,-18 5 418,-1 0 0,0-1 0,0 1 0,1-1-1,7-5 1,2 1-2035,5 4-215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452 173 1384,'-3'-4'572,"1"0"-1,0 0 1,0 0 0,0 0-1,0 0 1,0-5 0,1 6-287,0-1 0,0 1 1,-1-1-1,1 1 0,-1 0 1,0 0-1,1 0 0,-1 0 0,-3-3 1,-2 0 597,6 4-593,-1 0 1,0 0-1,0 0 0,0 1 1,0-1-1,0 1 1,0-1-1,0 1 1,0 0-1,0 0 1,-1 0-1,1 0 1,0 0-1,-1 0 0,1 1 1,-1-1-1,1 1 1,-1 0-1,-4-1 1,0 2 45,1 0 1,-1 0 0,0 0-1,1 1 1,0-1 0,-1 2 0,1-1-1,0 1 1,0 0 0,-7 4-1,-9 7 195,-25 23 0,28-22-237,4-2-121,0 1 1,-18 24-1,8-9-24,11-12-74,0 1 1,1 1 0,-21 39 0,28-43-63,0 0-1,1 0 1,1 1 0,0 0-1,-1 17 1,2-20-10,1 7 4,1-1 0,2 26 1,-1-14 11,1-26-15,-1 0 0,1 0 1,0 0-1,0 0 0,1 0 1,-1-1-1,5 9 0,1 7 12,-6-16-13,0-1 1,0 1-1,0-1 0,1 1 0,-1-1 1,1 0-1,0 1 0,3 3 1,-2-3-9,1-1 1,0 0 0,1 1-1,8 4 1,-10-6 1,3 1-7,0 0 0,0 0-1,1-1 1,-1 1 0,0-1-1,1-1 1,0 1-1,-1-1 1,1-1 0,0 1-1,0-1 1,-1 0 0,1 0-1,10-3 1,9-2-93,-2-1 0,40-16 1,-44 15 36,5-2 13,1-1-1,-1-2 1,-1 0 0,28-19-1,-29 14 36,-6 6-2,-2-1 0,19-18 0,51-53-4,-74 71 37,0-2-1,17-24 1,-11 12 4,-1 3 13,-1-1 0,-1-1 1,-1 0-1,17-49 0,-26 65-4,0-1-1,8-13 0,-8 16 5,0 0-1,-1-1 0,1 1 1,-2-1-1,3-9 0,-1-3 188,1 0 0,8-22-1,-12 39-158,0 0 1,-1 0-1,1 0 0,-1 0 0,0 0 0,0 0 1,0-6-1,-1-3 462,1 11-511,0 1-1,0 0 0,0-1 0,0 1 0,0 0 1,0 0-1,-1-1 0,1 1 0,0 0 1,0-1-1,0 1 0,0 0 0,-1 0 0,1 0 1,0-1-1,0 1 0,0 0 0,-1 0 1,1 0-1,0-1 0,-1 1 0,1 0 0,0 0 1,0 0-1,-1 0 0,1 0 0,0 0 1,-1 0-1,1 0 0,0 0 0,0 0 0,-1-1 1,1 2-1,0-1 0,-1 0 0,1 0 1,0 0-1,-1 0 0,-1 0 198,0 1-132,-20 25 117,14-20-164,5-4-12,1 0-1,-1 1 1,0-1-1,1 1 0,-1-1 1,1 1-1,-3 3 0,-14 16 96,16-19-90,-1 1 0,1-1 1,0 1-1,0 0 0,0 0 0,-3 7 0,1-1 19,-1 1 1,-1-1-1,1 0 0,-2-1 0,-15 16 1,16-15-8,0 0 0,0 0 0,-9 20 0,0-1 18,4-9-17,4-9-15,2 0 1,-1 1-1,-5 17 1,4-8-6,2 0 0,0 1 0,1-1 0,2 1 1,0 0-1,1 34 0,2-51-13,0 0 1,1 0-1,0 0 0,0 0 1,1 0-1,-1 0 0,1-1 1,4 8-1,-5-9-5,0-1 0,1 1 0,0-1-1,-1 1 1,1-1 0,0 0 0,0 0 0,0 0 0,0 0 0,1 0 0,-1 0-1,0-1 1,1 1 0,-1-1 0,1 1 0,0-1 0,4 1 0,0 0-17,-1 0-19,0-1 0,0 0 0,0 0 1,-1-1-1,11 0 0,-3-2-86,1-1 0,-1-1-1,1 0 1,-1-1 0,0 0 0,18-12 0,-18 9 50,0 0 0,0-1 1,12-13-1,-6 4-3,-12 11 60,0 0-1,-1 0 1,0-1-1,6-9 1,-8 12 17,0 0-1,0 0 1,0 1-1,0-1 1,7-4-1,-8 7 4,-1-1-1,0 0 0,0 1 0,0-1 0,-1 0 0,1 0 0,-1 0 0,1 0 1,1-6-1,-1 2-3,-1 5 4,-1 0 0,1 0-1,-1 0 1,0 0-1,0 0 1,0 0-1,0-5 1,0 6 0,-1-1 0,1 1 0,0-1 0,0 0-1,1 1 1,-1-1 0,0 0 0,0 1 0,1-1 0,0-1 0,3-2 2,-3 4-1,-1 1-1,0 0 1,1-1 0,-1 1 0,1-1 0,-1 1 0,0 0 0,0-1 0,1 1 0,-1-1-1,0 1 1,0-1 0,0 1 0,1-1 0,-1 1 0,0-1 0,0 0 0,9-7 88,-9 8-90,-1 0 0,1 0 0,-1 0 0,1 0 0,-1 1 0,1-1 0,0 0 0,-1 0 0,1 0 0,-1 1 0,1-1 0,-1 0 0,1 0 0,0 1 0,-1-1 0,1 0 0,0 1 0,-1-1 0,1 0 0,0 1 0,0-1 0,-1 1 0,1-1 0,0 0 0,0 1 0,0-1 0,-1 1 0,1 0-1,-1 1-1,1-1 1,-1 0-1,0 0 1,1 0-1,-1 0 1,0-1-1,0 1 1,0 0 0,0 0-1,-1 1 1,-4 2-4,1 0 0,0 0 0,0 1 0,0 0 0,-8 11 0,-18 30 16,24-35-5,2-2 5,0 0-1,1 1 1,-5 15 0,1-2 4,7-18-13,0-1 0,1 0 0,-1 0 0,1 1 0,0-1 0,0 0 0,1 6 0,-1 5-35,0-14 29,0 0 0,1 0 0,-1-1 0,0 1 0,0 0-1,1-1 1,-1 1 0,0 0 0,1 0 0,-1-1 0,1 1-1,-1-1 1,1 1 0,-1 0 0,1-1 0,-1 1 0,1-1-1,0 1 1,-1-1 0,1 0 0,0 1 0,-1-1-1,2 1 1,6 5-119,-6-5 26,0 0 0,0 0 0,-1 1 0,1-1 0,0-1 0,0 1 0,0 0 0,0 0 0,0-1 0,0 1 0,0-1 0,1 0 0,-1 0 0,0 1 0,0-1 0,3-1 0,35-3-2903,-37 3 2623,0 0 1,-1 0-1,1 0 0,-1 0 0,1-1 0,-1 1 1,1-1-1,3-2 0,2-2-664,27-16-5447,-15 10 2808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7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76 168,'-1'-11'3080,"0"9"-2777,1-1 0,0 1 0,0-1 1,0 1-1,0 0 0,0-1 0,0 1 1,1 0-1,-1-1 0,1 1 0,1-3 1,-2 5-305,1-3 322,0 1 0,0 0 0,0 0-1,0-1 1,0 1 0,0-1 0,-1 1 0,1-1-1,-1 1 1,1-1 0,-1-3 0,5 9-297,-5-3-30,0 0-1,0 0 0,1 0 0,-1 0 0,0 0 0,0 0 0,1 0 0,-1 0 0,0 0 0,0 0 0,1 1 0,-1-1 0,0 0 1,0 0-1,0 0 0,1 0 0,-1 0 0,0 1 0,0-1 0,0 0 0,1 0 0,-1 0 0,0 1 0,0-1 0,0 0 0,0 0 1,0 0-1,0 1 0,1-1 0,-1 0 0,0 1 0,0 0-46,0 1-244,0 0 0,0 1 1,0-1-1,0 1 0,0-1 1,0 0-1,-1 1 0,1-1 0,-1 0 1,0 1-1,0-1 0,1 0 1,-1 0-1,-1 0 0,0 3 1,0 3-2052,2 4-283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28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223 149 1664,'0'0'1770,"0"0"-1671,0 0 0,0 0 0,0-1 1,0 1-1,0 0 0,0 0 0,0 0 0,0-1 0,0 1 0,0 0 0,0 0 0,0-1 0,0 1 0,0 0 0,0 0 0,0-1 0,0 1 0,0 0 0,0 0 0,0 0 0,0-1 0,-1 1 0,1 0 1,0 0-1,0 0 0,0-1 0,0 1 0,0 0 0,-1 0 0,1 0 0,0-1 0,0 2-78,-1-1 0,1 0 0,0 0 1,0 0-1,0 0 0,-1 0 0,1 0 0,0 0 0,0 0 1,0 0-1,-1 0 0,1 0 0,0 0 0,0 0 0,-1-1 0,1 1 1,0 0-1,0 0 0,0 0 0,0 0 0,-1 0 0,1 0 1,0 0-1,0 0 0,0-1 0,0 1 0,-1 0 0,1 0 1,0 0-1,0 0 0,0-1 0,0 1 0,0 0 0,-3-4 1922,2 4-1869,0-1 0,1 1-1,-1 0 1,0 0 0,0 1-1,1-1 1,-1 0 0,0 0-1,1 0 1,-1 0 0,0 1-1,1-1 1,-1 0 0,1 1-1,-1-1 1,0 0 0,1 1-1,-1-1 1,1 1 0,-1-1-1,1 1 1,-1-1 0,1 1-1,-1-1 1,1 1 0,-1 0-1,-4 4 456,-14 7 818,13-10-964,1 1 1,0 1-1,0-1 1,0 1 0,0 0-1,1 0 1,-8 8-1,-9 13 782,11-13-481,-14 19 0,-9 18 31,29-42-691,0-1-1,1 1 1,-1 0 0,2 0-1,-5 12 1,0 4-27,6-21 4,0 0-1,0 1 0,1-1 0,-1 1 0,1-1 1,0 1-1,0-1 0,0 1 0,0 0 0,0-1 0,0 1 1,1-1-1,-1 1 0,1-1 0,0 0 0,0 1 1,-1-1-1,2 1 0,-1-1 0,0 0 0,0 0 1,1 0-1,-1 0 0,1 0 0,0 0 0,-1 0 0,1 0 1,3 1-1,5 4 26,-7-5-23,-1-1 1,0 1 0,1-1-1,-1 1 1,1-1 0,-1 0-1,1 0 1,0 0 0,-1-1-1,1 1 1,0-1 0,0 1-1,-1-1 1,1 0 0,5 0-1,1-1 1,0 0-1,0 0 1,0-1-1,0 0 0,11-4 1,45-21-12,-51 19-1,-1 0 0,16-11-1,3-2 22,-19 12-6,0 0 1,-1-1-1,0 0 0,-1-1 0,14-16 0,-22 23-2,0 0-1,-1-1 1,1 0-1,2-6 1,4-8 3,55-91 356,-51 76-53,-6 13 24,-6 18-259,0-1 1,0 1 0,0-1-1,-1 1 1,0-1-1,0 1 1,0-1-1,-1-6 1,0-8 481,1-14 524,0 31-852,0-3 347,0 7-430,-9-1-25,-4 17 4,9-15-96,1 0-1,-1 1 1,1-1 0,-1 1-1,2 0 1,-4 6 0,-13 20 166,-40 53 301,33-45-337,1 10-33,12-30-93,8-13-22,1 0-1,0 0 0,1 1 0,-1-1 1,-4 13-1,6-7-1,1-9-4,0 1 1,0-1-1,0 0 0,0 1 1,0-1-1,-3 5 1,-1-1 0,2 1 1,-1 0-1,-3 13 1,-6 10-18,13-28-17,-1 0 1,0 0-1,0 0 0,1 0 1,0 0-1,-1-1 1,1 1-1,0 0 0,1 0 1,0 4-1,0 8-1135,-1-15 1060,-1 1-1,1-1 1,0 1 0,0-1-1,0 1 1,0-1 0,1 1-1,-1 0 1,0-1-1,0 1 1,0-1 0,0 1-1,1-1 1,-1 1-1,0-1 1,0 1 0,1-1-1,-1 1 1,0-1 0,1 0-1,-1 1 1,0-1-1,1 1 1,-1-1 0,1 0-1,-1 1 1,1-1 0,0 0-114,0 1 1,0-1 0,0 0 0,1 0 0,-1 0 0,0 0 0,0 0 0,0-1-1,0 1 1,0 0 0,0 0 0,0-1 0,2 0 0,6-3-1443,0-1 1,14-11-1,-10 8 615,68-54-3595,-31 22 3425,48-44 379,-55 44 828,0-2 258,-32 29 17,0 1 1,14-10-1,-20 19-74,-1-1 0,0 1 1,0-1-1,0 0 1,0-1-1,4-6 0,23-23 3341,-23 23-1522,-8 11-1873,1 0 0,-1-1-1,0 1 1,1-1 0,-1 1-1,1-1 1,-1 0 0,0 1 0,1-1-1,-1 1 1,0-1 0,0 0-1,0 1 1,1-1 0,-1 1-1,0-3 1232,0 1-56,0 2-1273,0 0 0,0 0 0,0 0 0,0-1 0,0 1 0,0 0 0,0 0 0,0 0 0,0 0 0,0-1 0,0 1 0,0 0 1,0 0-1,0 0 0,0 0 0,0 0 0,0-1 0,0 1 0,0 0 0,0 0 0,0 0 0,0 0 0,0-1 0,0 1 0,0 0 0,0 0 0,0 0 0,-1 0 0,1 0 0,0 0 0,0-1 1,0 1-1,0 0 0,0 0 0,0 0 0,-1 0 0,1 0 0,-33 13 322,25-12-352,6-1-11,0 0 1,0 0-1,0 1 1,0-1 0,-1 1-1,1 0 1,0-1-1,0 1 1,0 0 0,-2 2-1,-36 15-12,28-13-13,-22 12 0,-41 25 22,73-40 6,-1 0 0,1 0 0,-1 0 0,1 0 0,-3 5 0,3-5-1,0 0 0,0 1 0,-1-1 0,1 0 0,-5 3 0,3-1 0,-1-1-1,1 1 1,-1 0 0,1 0 0,0 1 0,1-1 0,-1 1-1,-3 6 1,-6 7 26,13-17-29,-1-1 1,1 1-1,0 0 0,-1-1 1,1 1-1,0 0 1,0-1-1,0 1 0,0 0 1,-1 0-1,1-1 1,0 1-1,0 0 0,1 1 1,-2 5 0,-4-1 3,5-5-3,0-1-1,-1 1 1,1-1-1,-1 0 1,1 1-1,0-1 1,0 1 0,-1-1-1,1 1 1,0-1-1,0 1 1,-1 0 0,1-1-1,0 1 1,0-1-1,0 1 1,0-1-1,0 1 1,0 0 0,0-1-1,0 1 1,0-1-1,0 1 1,0-1 0,0 1-1,1 0 1,-1-1-1,0 1 1,2 5 1,0-4 0,-1 1 1,0 0-1,0-1 1,-1 1-1,1 0 1,0 0-1,-1 0 0,0 4 1,1-4 0,-1 0 0,1 1-1,-1-1 1,1 1 0,0-1 0,1 0 0,1 6 0,1 0-1,14 18-4,-15-20 3,0 0 0,0 0 1,0-1-1,0 1 0,1-1 1,0 0-1,1 0 0,-1 0 1,1-1-1,0 0 0,1 0 1,-1 0-1,12 8 0,-11-10 0,4 4 8,-1-1-1,1 0 0,1-1 0,-1 0 0,1-1 1,19 5-1,56 5 59,-84-13-66,-1-1 1,1 0-1,0 0 0,-1 1 0,1-1 1,0 0-1,-1 0 0,1-1 0,0 1 1,-1 0-1,1 0 0,-1-1 0,4 0 1,-3 0-1,0 0 0,0 0 0,1 1 0,-1-1 0,1 1 1,-1 0-1,4-1 0,15-1 10,-20 2-11,0 0-1,1-1 1,-1 1 0,0 0-1,0-1 1,0 1 0,0-1-1,0 0 1,0 1-1,0-1 1,0 0 0,0 0-1,0 0 1,0 1 0,0-1-1,0 0 1,0-1 0,5-11-23,10-15-140,-16 28 155,0 0 0,0 0 0,1-1 0,-1 1 0,0 0 0,0-1 0,0 1 0,0 0 0,0 0 1,0-1-1,0 1 0,0 0 0,0-1 0,0 1 0,0 0 0,0-1 0,0 1 0,0 0 0,0-1 0,0 1 0,0 0 0,-1-1 0,1 1 0,0 0 0,0 0 0,0-1 0,0 1 0,-1 0 0,1 0 0,0-1 0,0 1 0,-1 0 0,1 0 0,0 0 0,0-1 0,-1 1 0,0 0-30,1-1 0,-1 1 0,1-1 0,-1 0 0,1 1 0,0-1 0,-1 1 0,1-1 0,-1 0 0,1 1 0,0-1 0,0 0 0,-1 1 0,1-1 0,0-1 0,-1 0-144,1-1 0,-1 1 0,0 0 0,0 0 0,0 0 0,0 0 0,0 0-1,0 0 1,0 1 0,-1-1 0,1 0 0,-1 1 0,1-1 0,-1 0 0,0 1 0,-3-2 0,3 1-308,-1-1 1,0 1-1,1-1 0,0 1 0,-4-6 1,3 3-617,0 0 1,0 0-1,-1 0 1,1 0-1,-1 1 1,0-1 0,-7-4-1,0-4-1799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36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61 592,'0'-1'219,"0"0"1,0 0-1,-1 0 1,1 0-1,0-1 1,0 1-1,1 0 1,-1 0-1,0 0 0,0 0 1,0 0-1,1 0 1,-1 0-1,0 0 1,1 0-1,-1 0 0,1 0 1,-1 0-1,1 0 1,0 0-1,-1 0 1,1 1-1,0-1 0,1-1 1,-2 2-193,1 0 0,-1 0 0,0 0 0,0-1 1,0 1-1,0 0 0,0 0 0,0 0 0,1 0 0,-1 0 0,0 0 1,0 0-1,0 0 0,0 0 0,0 0 0,0-1 0,0 1 0,0 0 1,0 0-1,0 0 0,0 0 0,0 0 0,1 0 0,-1 0 0,0-1 1,0 1-1,0 0 0,0 0 0,0 0 0,0 0 0,0 0 0,0 0 1,0-1-1,0 1 0,0 0 0,0 0 0,0 0 0,0 0 0,-1 0 1,1 0-1,0-1 0,0 1 0,0 0 0,0 0 36,0 0-1,0 0 1,0 0-1,0 0 1,0-1-1,0 1 1,0 0-1,0 0 1,0 0-1,0 0 1,0 0-1,0-1 1,0 1-1,0 0 0,0 0 1,0 0-1,0 0 1,0 0-1,0 0 1,0-1-1,0 1 1,0 0-1,0 0 1,0 0-1,0 0 1,0 0-1,0 0 1,0 0-1,0-1 1,0 1-1,1 0 1,-1 0-1,0 0 1,0 0-1,0 0 1,0 0-1,0 0 1,0 0-1,0 0 1,0 0-1,1 0 1,-1 0-1,0-1 1,1 1 123,-1 0 0,1-1 0,-1 1 0,1-1 0,-1 1 0,1-1 0,-1 1 0,1-1 0,-1 1 0,1-1 0,-1 0 0,1 1 0,-1-1 0,0 1 0,1-2 0,0-14 6672,-1 18-6823,0 0 0,-1-1 0,1 1 1,0-1-1,-1 1 0,1 0 0,-1-1 0,0 1 1,0-1-1,1 0 0,-1 1 0,0-1 0,-2 2 1,-7 16 180,5-6-90,0 0 1,-9 14-1,-5 11 53,-37 60 192,30-49-216,14-34-103,-7 12 52,15-20-61,0-1 0,-10 12 1,9-12 17,1 0 0,-9 13 0,7-9 46,-1 1 1,-1-1-1,-8 9 0,0-1 39,16-17-144,0-1-1,-1 0 0,1 1 1,0-1-1,-1 1 0,1-1 1,0 1-1,-1-1 0,1 1 0,0-1 1,0 1-1,0-1 0,0 1 1,-1-1-1,1 1 0,0-1 1,0 1-1,0-1 0,0 1 0,0-1 1,0 1-1,0-1 0,1 1 1,-1-1-1,0 1 0,0-1 1,0 1-1,0-1 0,1 1 0,-1-1 1,0 1-1,0-1 0,1 0 1,-1 1-1,0-1 0,1 1 1,-1-1-1,0 0 0,1 1 0,-1-1 1,1 0-1,-1 1 0,1-1 1,-1 0-1,0 0 0,1 1 1,-1-1-1,1 0 0,-1 0 0,1 0 1,0 0-1,-1 0 0,1 0 1,-1 0-1,1 0 0,-1 0 1,1 0-1,-1 0 0,1 0 0,18-1-112,26-4 0,-37 4 85,0 1 1,0 0 0,7 0-1,-7 1-5,0-1 0,-1-1 0,8 0 0,70-10-725,-39 6-456,52-12 1,-49 9 33,-40 7 765,0 0 0,1-1 0,-1 0 0,15-5 0,-15 4 99,-8 2 256,1 1 0,-1-1 0,0 1 1,0-1-1,1 1 0,-1-1 0,0 0 1,0 1-1,0-1 0,0 0 0,0 0 1,2-2-1,6-1-81,-8 4 136,-1 0 0,0 0 0,1-1 0,-1 1-1,1 0 1,-1 0 0,1 0 0,-1 0 0,1 0-1,-1-1 1,0 1 0,1 0 0,-1 0 0,1-1-1,-1 1 1,0 0 0,1-1 0,-1 1 0,0 0 0,1-1-1,-1 1 1,0-1 0,0 1 0,1 0 0,-1-1-1,0 1 1,0-1 0,0 1 0,1-1 0,-1 1-1,0-1 1,0 1 0,0-5 0,1 1 0,-1-1 0,1 1 0,2-7-1,-2 7 3,1-1 0,-1 0 0,0 0 0,0-8 0,-1 7 90,0 0 0,-1 0 0,1 0 0,-1 1 0,0-1 0,-1 0 0,-2-8 0,3 11 33,0 1-1,1-1 1,-1 0-1,1 0 0,0 0 1,0 1-1,0-5 1,-1-13 636,-2 13-394,2 5-182,0-1 0,0 1 0,0-1 1,1 1-1,-1-1 0,0 1 0,1-1 1,0 1-1,0-5 0,0-13 867,0 19-318,-2 1-557,2 0-166,0 0 1,-1 0 0,1 0 0,0 0-1,0-1 1,-1 1 0,1 0 0,0 0 0,0 0-1,-1 0 1,1 0 0,0 0 0,0 0-1,-1 0 1,1 0 0,0 1 0,0-1-1,-1 0 1,1 0 0,0 0 0,0 0-1,0 0 1,-1 0 0,1 0 0,0 0 0,0 1-1,0-1 1,-1 0 0,1 0 0,0 0-1,0 0 1,0 1 0,0-1 0,0 0-1,-1 0 1,1 1 0,0-1 0,0 0 0,0 0-1,0 0 1,0 1 0,0-1 0,0 0-1,0 0 1,0 1 0,0-1 0,0 0-1,0 0 1,0 1 0,0-1 0,0 0 0,0 0-1,0 1 1,0-1 0,0 1 15,0-1 0,1 1 0,-1 0 1,0 0-1,0-1 0,-1 1 0,1 0 0,0-1 1,0 1-1,0 0 0,0-1 0,0 1 0,-1 0 1,1-1-1,0 1 0,-1 0 0,1-1 0,-1 2 1,-4 6 101,0 0 1,0 0 0,1 1-1,-6 16 1,-3 7 92,-42 105 341,47-118-497,-12 23-1,-7 13 43,-6 28 17,11-9-7,11-40-65,9-27-36,0 0 1,-1-1-1,-3 8 1,5-12-14,0 0 0,0 0 1,0 0 0,0 1-1,0-1 1,0 0 0,1 0-1,-1 1 1,1-1 0,-1 0 0,1 1-1,0-1 1,0 0 0,0 4-1,1-4-23,4-4-72,-2 0 48,1-12-794,-3 12 665,1-1-1,-1 1 0,0-1 1,0 1-1,0-1 1,-1 1-1,1-1 1,-1 1-1,1-1 0,-1 0 1,0-3-1,0 1-212,1 0-1,-1 1 1,1-1-1,0 0 1,1 1-1,-1-1 0,1 1 1,3-8-1,24-33-3312,-7 10 566,13-28-3561,-13 29 3300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3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967 404 1800,'0'-7'472,"1"1"0,0-1-1,2-8 1,-2 10-247,0 1-1,0-1 1,0 0-1,-1 0 1,1 1-1,-1-1 1,-1-9-1,-3-4 692,-1 0 0,-1 0 0,0 0 1,-15-27-1,14 32-105,0 0 0,-1 1 0,-1 0 0,0 0 0,0 1 0,-19-18 0,2 6 479,19 17-984,0-1-1,0 1 0,0 1 0,-16-10 1,4 6 60,-1 1 0,-32-9 1,44 15-310,0 0 1,-1 1 0,1 0-1,-1 1 1,1-1-1,0 2 1,-1-1-1,1 1 1,-11 3 0,-14 3 119,24-6-124,0 1-1,-1 1 1,1-1-1,0 2 1,1-1-1,-1 1 0,-9 5 1,-103 73 506,103-69-451,1 2 0,0 0 0,1 1 0,-22 29 0,16-13 120,2 1 0,-28 59 0,-20 78 367,60-147-532,-36 135 286,35-118-282,-4 25 72,-4 99-1,14-127-109,2-7 3,1-1 0,7 47 0,-2-38-15,-3-18-10,2-1-1,0 0 0,1 0 1,1 0-1,11 24 1,53 87-111,-59-113 93,1 0 1,1-2-1,0 1 0,1-2 1,1 1-1,0-2 0,1 0 1,28 17-1,-31-22 34,1-1 0,-1 0 0,1-1 0,0-1 0,1 0 0,-1-1 0,1 0 0,0-1 0,0-1 0,0 0 0,26-1 0,-16-3 31,0-2-1,-1 0 1,1-2 0,-1-1-1,42-17 1,-29 8 186,0-1 0,-1-2 1,0-1-1,-2-2 0,-1-2 1,0-1-1,38-38 0,-60 51-113,27-27 580,56-75-1,-84 100-608,0-1 1,-2 0-1,1-1 0,-2 0 1,0 0-1,-1-1 0,-1 0 1,0 0-1,2-25 1,-2 8-2,-2 11-51,0-1 1,-2 1-1,-2-31 1,-2 13-15,1 10-10,-2 1 0,-9-39 1,1 26 15,-2 1 0,-26-54 0,32 80-32,0 1 0,-1 0 0,-1 0 0,0 1 0,-1 0 0,-1 1 0,0 1 0,-26-22 0,26 25-5,-1-1-2,-1 1-1,0 0 1,-21-10-1,18 11-34,-1 1 0,0 1 0,0 0-1,0 2 1,0 0 0,-1 1 0,-18 0 0,-33-4-1516,68 7 1439,1 0 20,-1 0 0,1 0 0,0 0 0,0 0 0,0-1 0,0 1 0,-1 0 0,1 0 0,0-1 1,0 1-1,0-1 0,0 1 0,0-1 0,0 1 0,-2-2 0,-1 1 264,-6 1-4052,48 0-11489,-16 0 10953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1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35 236,'0'-8'5511,"0"-18"8983,0 30-14195,-9-8 386,9 4-676,0 0 0,0 0 1,-1 1-1,1-1 1,0 0-1,0 0 1,0 0-1,0 1 1,-1-1-1,1 0 0,0 0 1,0 1-1,0-1 1,0 0-1,0 0 1,0 1-1,0-1 0,0 0 1,0 0-1,0 1 1,0-1-1,0 0 1,0 0-1,0 1 1,0-1-1,0 0 0,0 1 1,-2 7 169,2-8-178,-20 15 201,19-14-192,0 0 0,0 0 0,0 0-1,1 0 1,-1 0 0,0 1 0,0-1-1,1 0 1,-1 1 0,0-1 0,1 1 0,-1-1-1,1 0 1,0 1 0,0-1 0,-1 3-1,1 19 5,-1-16-21,1 0 0,0 0 0,0 0 0,0 1 0,3 8 0,0-6 26,0 0-1,1 0 1,0 0 0,1-1-1,7 12 1,10 20 37,-17-35-48,0 0-1,1 0 0,-1 0 1,1-1-1,9 6 0,-8-6-4,-1 0-1,0 0 0,0 1 0,9 10 1,2 2-2,-7-4 2,-9-12-3,-1-1 1,1 0-1,0 0 0,-1 0 1,1 0-1,0 1 1,0-1-1,0 0 1,0 0-1,0-1 1,2 3-1,0-1 0,-1 0 0,1 1-1,-1-1 1,0 1 0,0 0 0,0-1 0,0 1 0,3 6-1,7 10 0,-11-18 6,0 1 0,0 0-1,0-1 1,0 1 0,0 0 0,0 0 0,-1 0 0,1-1 0,-1 1 0,1 0 0,-1 0 0,0 0-1,0 0 1,0 0 0,0 0 0,0 2 0,0-3-3,0 0-34,0 0 35,0-1-1,-1 1 1,1 0-1,0-1 1,-1 1-1,1 0 1,0-1-1,-1 1 0,1 0 1,-1-1-1,1 1 1,-1-1-1,1 1 1,-1-1-1,1 1 0,-1-1 1,1 1-1,-1-1 1,0 0-1,1 1 1,-1-1-1,0 0 0,1 1 1,-2-1-1,-4 0 36,-2 0-10,-1 0 0,1 0 0,0-1 0,0 0 0,-9-3 0,-27-3-22,20 1-4,19 5 2,-1 0 1,1-1-1,1 1 1,-1-1-1,0 0 1,-7-4-1,8 3-5,-1 1-1,1 1 1,-1-1-1,-8-1 1,10 2-28,0 1 1,0-1-1,0 0 1,1 0-1,-1 0 0,0 0 1,0 0-1,1-1 1,-1 1-1,1-1 1,-4-3-1,2 1-234,3 4 171,1 0 0,0-1 0,-1 1 1,1 0-1,0-1 0,-1 1 0,1-1 0,0 1 1,-1 0-1,1-1 0,0 1 0,0-1 1,-1 1-1,1-1 0,0 1 0,0 0 1,0-1-1,0 1 0,0-1 0,0 1 0,0-1 1,0 1-1,0-1 0,0 1 0,0-1 1,0 1-1,0-1 0,0 1 0,0-1 1,0 1-1,0-1 0,1 1 0,-1-1 0,7-10-2215,0 1 0,0 1 0,1-1 0,14-13 0,-7 8-612,5-5-215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2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660 603 592,'0'0'70,"0"0"0,0-1 0,0 1 0,0 0 0,0 0 1,0-1-1,0 1 0,0 0 0,0 0 0,0-1 0,0 1 0,0 0 0,0 0 0,0-1 0,0 1 0,-1 0 0,1 0 0,0 0 1,0-1-1,0 1 0,0 0 0,0 0 0,-1 0 0,1 0 0,0-1 0,0 1 0,0 0 0,-1 0 0,1 0 0,0 0 0,0 0 1,-1 0-1,1-1 0,0 1 0,0 0 0,-1 0 0,1 0 0,0 0 0,-1 0-24,1 0-1,0 0 1,0 0 0,-1 0-1,1 0 1,0 0-1,0 0 1,0 0 0,-1 0-1,1 0 1,0-1 0,0 1-1,-1 0 1,1 0-1,0 0 1,0 0 0,0 0-1,-1-1 1,1 1 0,0 0-1,0 0 1,0 0-1,0-1 1,0 1 0,0 0-1,-1 0 1,1-1 0,0 1-1,0 0 1,0 0-1,0-1 1,0 1 0,0 0-1,0 0 1,0-1 0,0 1-1,0 0 1,0-1-1,0 1-15,0 0-1,0 0 0,0-1 0,0 1 1,0 0-1,0 0 0,0 0 0,0-1 1,0 1-1,0 0 0,0 0 0,0-1 1,0 1-1,0 0 0,0 0 0,0 0 1,0-1-1,-1 1 0,1 0 0,0 0 1,0 0-1,0-1 0,0 1 0,0 0 1,-1 0-1,1 0 0,0 0 0,0-1 1,0 1-1,-1 0 0,1 0 0,0 0 1,0 0-1,-1 0 0,1 0 0,0 0 1,0 0-1,0 0 0,-1 0 0,1 0 15,-1 0-1,1 0 1,0 0-1,0-1 1,-1 1-1,1 0 1,0 0-1,0 0 1,-1 0-1,1 0 1,0 0-1,0 0 1,-1-1-1,1 1 1,0 0-1,0 0 1,0 0-1,-1-1 1,1 1 0,0 0-1,0 0 1,0-1-1,0 1 1,-1 0-1,1 0 1,0-1-1,0 1 1,0 0-1,0 0 1,0-1-1,0 1 1,0 0-1,0 0 1,0-1-1,0 1 1,0 0-1,0-1 1,0 1-1,0 0 1,0-1 37,0 1 0,0-1 0,0 1 0,0-1 0,0 1 0,0-1 0,0 1 0,0 0 0,0-1 0,0 1 0,0-1 0,0 1 0,0-1 0,1 1 0,-1 0 0,0-1 0,0 1 0,0-1 0,1 1 0,-1 0 0,0-1 0,1 1 0,-1 0 0,0-1 0,1 1 0,-1 0 0,0 0 0,1-1 0,-1 1 0,0 0 0,1 0 0,2-2-188,10-11 685,5 4-551,-1 1 1,2 0-1,27-7 0,-5 1-94,104-46 97,-117 46 5,-1-1 1,46-33-1,-36 14-34,-32 30 0,0-1 0,-1 1 1,1-1-1,-1 0 0,0 0 0,0-1 0,-1 1 1,7-12-1,-4 5 9,-4 9 18,0 0 0,0 0-1,0 0 1,-1-1 0,0 1-1,1 0 1,-1-1 0,-1 1 0,1-1-1,1-6 1,-2-7 172,1 11-68,-1 0-1,0 0 0,0 0 0,-1 0 0,-1-8 0,-3-1 466,0 1 0,-2-1 0,1 1 0,-13-19 0,15 28-432,0 1 0,1-1-1,-1 1 1,-1 1-1,1-1 1,0 0-1,-1 1 1,0 0 0,0 0-1,0 1 1,0-1-1,0 1 1,-1 0-1,1 0 1,-1 1-1,-9-2 1,-5 0 81,-1 1 1,1 0-1,-1 2 0,0 1 1,-28 4-1,9 2-38,23-4-109,-1 0 0,1 1 1,0 1-1,-19 8 0,30-10-69,-137 65 613,111-51-441,2 1 0,-41 32-1,-83 89 426,134-116-534,0 0-1,-27 43 1,34-46-48,-49 85 148,38-61-104,-2 7 20,2 1-1,-21 74 0,41-115-97,-2 9 14,2 1 0,-5 38 1,6-28-6,1-14-5,1 1-1,1-1 0,1 1 0,0-1 1,2 0-1,0 1 0,0-1 0,9 22 0,-6-19 18,17 34 0,-18-45-18,0 0 0,1-1-1,0 0 1,0 0 0,14 13 0,-9-11-3,1-1 0,1 0 0,-1-1 0,1-1 0,1 0 0,-1 0 0,1-2 0,0 0 0,1 0 0,-1-1 0,17 2 0,-5-2 8,1-2 0,-1 0 0,1-2 0,-1 0 1,39-7-1,-10-1 17,80-15 13,-108 17-38,0-1-1,46-19 1,41-22 233,60-47 787,-154 81-794,32-29 0,-38 30-122,0 0 79,0-2-1,0 1 1,-2-2-1,0 0 0,-1 0 1,0-1-1,-1 0 1,-1-1-1,-1 0 1,10-32-1,-10 27-57,-4 11-55,-1 1 0,2-14 0,2-24 160,-1-66 0,-8 56 0,-19-114 0,2 116-146,17 43-80,2 8-7,-1 1 0,-1-1 0,1 0 0,-1 1 0,-3-8 0,1 1 2,2 8-6,1 0 0,-1 0 1,0 0-1,-1 0 0,1 0 0,-5-6 0,-2 1 0,4 5-3,1-1 0,0 0-1,-6-7 1,2 1 0,0-1 1,-1 1-1,-20-19 1,21 20-39,8 9 14,-1 0 1,0 0-1,1 0 0,-1 0 0,0 0 0,0-1 1,0 2-1,0-1 0,0 0 0,0 0 1,0 0-1,0 0 0,-2-1 0,0 1 0,-8-2-576,-1 0 0,-13-3 1,21 6 285,-1 0 0,0 0 0,0 0 1,0 0-1,0 1 0,1-1 0,-1 1 1,-5 2-1,-56 16-4662,24-9-1761,27-4 2357,-5 0-198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3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 48 2076,'3'-3'439,"0"-1"0,0 1 0,0 0 0,1 0 0,0 0 0,-1 0-1,1 1 1,0-1 0,0 1 0,5-2 0,11-11 11079,-49 18-8264,-15 7-2490,7-1-392,-6 6-76,11-4-151,16-5-95,1 0 0,0 0 0,0 1 0,1 1 0,0 1-1,0 0 1,0 1 0,2 0 0,-1 1 0,-21 24 0,21-19-24,10-13-24,0-1 1,1 1-1,0 0 0,0 0 0,0 0 0,0 1 0,0-1 0,-1 5 1,-2 1 8,0 0 1,-8 13-1,8-16 11,1 1 0,0 0 0,0 0 0,1 0 0,0 1 0,-3 7 0,3 1 4,0-7-17,1 0 0,0 0 0,-1 16 0,3-18-23,0-1 1,-1 1-1,-3 9 0,2-9-12,1 0-1,0 0 0,-1 13 1,2-15 22,1 1 1,-1 0-1,1 0 1,-1-1-1,2 1 0,-1 0 1,4 7-1,-5-11 3,1 0 0,-1 0 0,1 0 0,-1 0 0,1 0 0,-1 0 0,0 0 0,0 2 0,0-3 1,0 0 1,0 0-1,0 0 0,0 0 1,0 0-1,0 0 0,0 1 1,0-1-1,1 0 0,-1 0 1,1 0-1,-1 0 0,1 0 1,-1 0-1,1 0 0,-1-1 1,1 1-1,0 0 0,-1 0 1,1 0-1,1 1 0,9 14 18,-10-15-16,0 1 1,0 0 0,-1-1 0,1 1 0,0-1 0,0 0 0,0 1 0,1-1 0,-1 0 0,0 1 0,1-1 0,-1 0 0,0 0 0,1 0 0,-1 0 0,3 1 0,2-1 6,0 1 0,-1-1 0,1 0 1,0 0-1,0-1 0,-1 1 0,1-2 1,10 0-1,-5-1 4,-1-1 0,0 0-1,16-7 1,-23 9-11,0-1 0,0 1 0,-1-1-1,1 0 1,-1 0 0,1 0 0,-1 0 0,4-4-1,2-3 7,-6 8-7,-1-1-1,1 0 1,-1 0-1,0 0 1,0 0-1,0 0 1,0-1-1,1-1 1,8-16 0,-7 16-1,-1 0 0,1 0 0,-1 0 0,0 0 0,-1-1 0,3-8 0,-1 2 1,-1 2 0,-1 0 1,0 0-1,0-1 0,-1 1 1,-2-13-1,1-4 9,1 23-11,-1-1 0,0 0 0,1 0 0,-1 0 1,-1 1-1,1-1 0,-1 1 0,1-1 0,-1 1 0,0 0 0,0-1 1,0 1-1,-1 0 0,1 0 0,-1 1 0,-5-5 0,6 5-3,0 1 0,0-1 0,0 1 0,0 0 0,0 0 0,-1 0 0,1 0 0,0 0 0,-1 0-1,1 1 1,-5-1 0,-26-1-55,31 2 59,-5 0-5,1 1 0,-1 0 0,0 0 0,0 1 0,1 0 0,-1 0 0,1 0 0,-8 5 0,3-3 5,0 1 0,-11 2 0,6-2-19,1 1 0,-17 9 0,-1 0-120,32-14 118,0-1-1,-1 1 1,1 0 0,0 0-1,0 0 1,0 0-1,0 0 1,0 0 0,0 0-1,-2 2 1,-6 6-232,8-9 241,0 0-14,1 1 1,-1-1-1,0 0 1,1 1-1,-1-1 0,1 1 1,-1-1-1,1 0 1,-1 1-1,1-1 1,-1 1-1,1 0 0,-1-1 1,1 1-1,0-1 1,-1 1-1,1 0 0,0-1 1,-1 1-1,1 0 1,0 0-1,-10 7-1959,20-8 1048,0 0 0,-1-1 0,1 0 0,0-1 0,-1 0 1,0-1-1,1 0 0,-1 0 0,15-9 0,64-38-6602,-46 24 4610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4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1012 228 1348,'1'-2'310,"0"-1"-55,1 1-1,-1 0 1,0-1-1,0 1 0,0-1 1,-1 1-1,1-1 1,0 1-1,-1-1 0,0 1 1,1-4-1,-1 3-29,0 0 0,1 0 1,-1 0-1,1 0 0,0 0 0,0 0 0,2-5 0,-1 4 68,-2 2-207,0 1-1,1 0 1,-1 0 0,0 0 0,0 0 0,0-1 0,0 1 0,0 0 0,0 0 0,-1 0 0,1-1 0,0 1-1,-1 0 1,1 0 0,0 0 0,-1 0 0,1 0 0,-2-2 0,1 2 68,0-1-1,1 1 1,-1-1-1,0 0 1,1 0 0,0 1-1,-1-1 1,1-3 0,0 0 183,0 4-206,0 0-1,0-1 1,0 1 0,0-1 0,0 1-1,0 0 1,0-1 0,-1 1 0,1-1-1,0 1 1,-1 0 0,1-1-1,-1 1 1,1 0 0,-1 0 0,0-1-1,0 1 1,1 0 0,-1 0 0,0 0-1,0 0 1,-1-1 0,-8-12 1238,9 11-1144,-1 1 0,1 0 0,-1-1 1,1 1-1,-1 0 0,-3-3 0,-3-1 73,-1 0 0,0 0 0,0 2 0,0-1-1,-1 1 1,1 0 0,-1 1 0,0 0 0,0 0 0,0 1-1,0 1 1,-19-1 0,3 1-109,0 2 1,-1 1 0,-47 10-1,30-3 143,-68 24-1,-62 37 282,153-59-524,0 1 1,1 0-1,0 1 0,0 2 0,-31 30 1,28-20 10,2 2 0,-25 38 0,37-52-68,2 0 0,-1 1-1,1 0 1,-6 21-1,-8 19 51,11-32-42,2 0 1,-6 24-1,-3 71 60,14-90-81,0 74 55,4-64-39,1 2 36,7 45-1,-7-70-51,1 3 5,2 0 0,0-1 1,1 1-1,10 20 0,-7-18-10,2 3 0,2 0-1,23 31 1,-32-47-13,2 2 4,1-1 0,0 1 0,0-1 0,1-1 0,0 1 0,0-1 0,1 0 0,-1-1-1,1 0 1,13 5 0,-2-2 16,1-1 0,0-1 0,37 6 0,-27-9 7,-1-2 0,52-4 0,-56 1-18,-1-2 1,0 0 0,0-2-1,0-1 1,26-12-1,113-60 50,-138 65-37,-6 4 42,0-1-1,0-1 0,-1-1 1,28-24-1,-32 22 27,-4 5-2,-2 1-1,1-1 0,-2-1 1,16-22-1,-8 1 293,23-60 0,-33 75-290,-1-1 0,-1 1 0,-1-1 0,0 0 0,-1-27 0,4-17 54,-4 45-114,-1 0 0,0 0 0,-1-18-1,-4 6-1,-2-38 24,6 52-37,-2 0 0,0 0 0,-5-19-1,-2-12 20,8 36-29,-1 0 0,0 1 0,0 0 0,-1-1 0,0 1 0,-6-10 0,-1-6 9,8 17-11,-1 0 1,-7-13-1,3 9 1,-1-1-1,0 1 0,-1 1 0,0-1 0,-1 1 0,-14-13 0,7 10 0,11 9-5,0 0 1,1 1 0,-2 0 0,1-1 0,0 2-1,-9-5 1,-38-12-52,42 16-49,0 0 1,0 1-1,-1 1 0,-20-3 1,10 2-238,16 2 34,0 1 0,0-1 0,-1 1 0,1 1 0,0-1-1,0 1 1,0 0 0,0 0 0,0 1 0,0-1 0,0 2 0,-6 2 0,4-1-1496,1 0 1,0 1-1,0 0 0,-11 10 1,-4 1-6249,11-3 3935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5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19 2304,'0'-1'232,"0"1"0,0-1 0,0 1-1,0-1 1,0 1 0,0-1 0,0 1 0,-1-1-1,1 1 1,0-1 0,0 1 0,0-1-1,-1 1 1,1 0 0,0-1 0,0 1 0,-1-1-1,1 1 1,0 0 0,-1-1 0,1 1 0,0 0-1,-1-1 1,1 1 0,-1 0 0,1-1 0,-1 1-1,-14-2 6952,15-2-4880,0 8 412,0-2-2594,0-2-117,0 0-1,0 0 1,0 0-1,0 0 1,0 1-1,0-1 1,0 0-1,0 0 1,0 0-1,-1 0 0,1 0 1,0 1-1,1-1 1,-1 0-1,0 0 1,0 0-1,0 0 1,0 1-1,0-1 1,0 0-1,0 0 1,0 0-1,0 0 1,0 0-1,0 1 1,0-1-1,0 0 1,0 0-1,1 0 1,-1 0-1,0 0 1,0 0-1,0 0 1,0 1-1,0-1 1,0 0-1,1 0 1,2 0-9,-1 0 0,1 1 1,0 0-1,0-1 0,-1 1 1,5 2-1,-3-2 3,-1 1 0,0-1-1,1 0 1,-1 0 0,1-1-1,7 2 1,44 4-3,22 1 24,53-7 2,-99 7-12,-28-6 0,5 4-9,-8-4-5,1 0-1,-1 0 0,0 0 1,1 1-1,-1-1 0,0 0 0,0 0 1,0 0-1,1 1 0,-1-1 1,-1 0-1,1 0 0,0 0 1,0 2-1,-1 1-7,2-1 21,-2 1-1,1-1 0,0 0 1,-1 1-1,0-1 1,1 0-1,-1 0 0,-1 1 1,-2 5-1,1 6 121,1-13-107,1-1-12,0-1 0,1 1 0,-1 0 1,1 0-1,-1 0 0,0-1 0,1 1 1,0 0-1,-1 0 0,1 0 0,-1 0 0,1 0 1,0 0-1,0 0 0,0 0 0,0 2 1,0-2-5,0-1 1,0 1 0,0-1 0,0 1-1,0-1 1,-1 1 0,1-1-1,0 0 1,0 1 0,0-1 0,0 1-1,0-1 1,-1 1 0,1-1 0,0 1-1,0-1 1,-1 0 0,1 1-1,0-1 1,-1 1 0,1-1 0,0 0-1,-1 1 1,0-1 0,1 1 0,-1-1-1,1 0 1,-1 1 0,1-1 0,0 0 0,-1 1 0,1-1-1,0 0 1,-1 1 0,1-1 0,0 1 0,0-1-1,-1 1 1,1-1 0,0 1 0,0-1 0,0 0 0,0 1-1,0-1 1,-1 1 0,1-1 0,0 1 0,0-1-1,1 2 1,-2 3 45,0 0-1,-1-1 1,1 1-1,-1 0 0,0-1 1,-4 9-1,-3 7 149,-32 111 229,38-118-434,-16 28 75,-13 69 338,27-94-378,3-11-22,0 0 0,1 0 1,0 0-1,0 0 0,0 9 0,0-10-6,1 0 1,-1-1-1,1 1 1,-1 0 0,-2 5-1,2-5-1,0-1-1,0 0 0,0 1 1,0-1-1,1 6 1,0 13-6,0-13 11,0-11 14,9 0-268,-4-2-105,0-1 1,-1 0-1,1 0 1,-1 0-1,0 0 0,0-1 1,-1 0-1,0 1 0,0-1 1,3-8-1,5-8-1882,-2 5 390,-5 11 620,0 0 0,-1-1-1,0 0 1,5-13 0,-5-5-2219,7 3-67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4:46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494 610 1232,'-15'-6'1348,"11"5"-667,1-1 1,-1 1-1,1 0 0,-1 0 1,0 0-1,-5 0 0,5 1-1390,-9 0 9500,21 0-7398,16 3-244,-20-2-1034,-1 0-1,1-1 1,0 1-1,-1-1 1,1 0-1,5 0 1,8-4 231,21-7 1,6-1-156,21 0-86,-23 5-84,69-22 0,-68 15-17,-16 5-25,34-16-1,-54 22 13,11-5-4,-1-2 0,0 1 0,27-23 0,-38 28 31,-1 0 0,0-1-1,0 0 1,0 0 0,-1 0-1,1 0 1,-1-1 0,0 0-1,4-9 1,-6 9 1,-1 3-7,-1 1-1,1 0 1,0-1-1,0 1 1,0 0 0,0 0-1,1 0 1,1-3 0,-1 2 7,0 0 0,-1-1 1,1 1-1,-1 0 1,1-1-1,-1 1 1,0-1-1,-1 0 1,1 1-1,-1-1 0,1 0 1,-1 1-1,-1-6 1,1 3 30,-1 0-1,1 0 1,-1 0 0,-1 1 0,1-1 0,-1 0-1,-4-9 1,-6-9 167,9 16-118,-1-1-1,-1 1 1,0 0 0,0 0 0,-7-8 0,0 2 46,-2 1 0,1 1 0,-2 0 0,0 1 0,0 1 0,-31-16-1,33 19-90,-2 1 0,1 0 0,0 2 0,-1-1-1,0 2 1,0 0 0,0 1 0,0 0 0,-1 1-1,1 1 1,0 1 0,-27 3 0,4 4 54,1 2 0,-53 20 0,70-21-23,1 0 1,0 1 0,-33 23 0,14-6 34,19-14-62,0 0 0,1 1-1,-29 31 1,-41 63 13,40-33 160,39-61-192,2-6 15,0 1 0,1 1 0,0-1 0,1 1 0,-6 14 0,-1 10 98,-22 75 274,29-88-333,-10 24 1,9-30-50,1 0 0,1 0 1,-3 18-1,-15 146 212,22-165-224,-1 1 0,2-1 0,0 1-1,5 22 1,-2-8 29,0-8 0,1-1 0,10 25 0,-8-21-6,0-8 6,0 0-1,1-1 1,1 0 0,0 0 0,1-1 0,21 24-1,-13-16 37,-9-12-54,0-1 1,0 0-1,1-1 1,0 0-1,0 0 0,19 10 1,72 29 175,-20-19-5,-63-23-153,-3-1 29,-1-1 0,1-1 1,28 1-1,-11-1 56,-21-1-71,0-1-1,1-1 1,11-1 0,-1-1 25,43-5 142,0-4 0,86-27 0,-138 35-221,12-3 35,37-19 0,-15 6 2,-16 7 1,-1 0 1,35-23 0,-50 27-24,0-1 1,-1-1 0,0-1-1,-1 0 1,21-25-1,-20 17-3,-2-1-1,0-1 0,-1 0 1,14-41-1,-13 33-8,-3 3 3,-1-1 0,5-30 0,-8 35-10,12-98 40,-14 88-50,0-104 3,-4 75-10,0 42 2,-1 0 1,-1 0 0,-9-37-1,-25-57 8,31 99-8,0 1-1,-1-1 1,0 1-1,-13-17 1,10 17-4,-1 1 1,0 1-1,-1-1 1,-1 2-1,-24-18 1,12 11-48,-1 2 1,-36-16 0,54 29 18,0 0 1,0 0 0,-14-2-1,-9-3-78,20 5-112,-1 0-1,0 0 0,0 1 0,-18-1 0,-1 3-3215,29 0 2140,15-6-8380,20-8 1190,-13 7 4049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5:01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390 62 232,'0'-1'242,"0"1"0,0-1 0,0 0 0,0 1 0,0-1 0,0 0 0,1 1 0,-1-1 0,0 1 0,0-1 0,1 0 0,-1 1 0,0-1 0,1 1 0,-1-1 0,1 1 0,0-2 0,3-5 3029,-2-2 2931,-3 7-5948,1 1-1,-1 0 0,0 0 1,1 0-1,-1 0 0,0 0 0,0 0 1,1 0-1,-1 0 0,0 0 1,0 0-1,0 0 0,0 1 1,0-1-1,0 0 0,-1 1 1,1-1-1,-2 0 0,0-1-137,0 1-1,-1 0 1,1-1-1,0 1 1,0 1 0,-5-2-1,-2-1 0,10 2-107,-1 1 0,0-1 0,0 1-1,0 0 1,0-1 0,0 1-1,0 0 1,0-1 0,-1 1-1,1 0 1,0 0 0,0 0 0,0 0-1,0 0 1,0 0 0,0 0-1,0 1 1,0-1 0,-1 0 0,-7 3 19,-6 1-34,0 1-1,0 1 0,1 1 1,-17 9-1,26-13 6,3-3 1,1 1 1,-1 0-1,1 0 1,-1 0-1,1 0 1,0 0-1,0 1 1,-1-1-1,1 0 1,0 1 0,0-1-1,0 0 1,-1 3-1,-10 9 13,10-12-7,1 0 1,0 0 0,-1 0 0,1 0 0,0 1 0,-1-1-1,1 0 1,0 1 0,0-1 0,0 1 0,0-1 0,1 1 0,-1 0-1,0-1 1,1 1 0,-1 0 0,0 2 0,-4 13 68,4-16-67,0 0 0,1 0 0,-1 0 0,1 0 0,-1 0 0,1 1 1,0-1-1,-1 0 0,1 0 0,0 0 0,0 1 0,0-1 0,0 0 0,0 0 0,0 1 0,0-1 0,1 3 0,4 6 61,0 1-1,1-1 0,0 0 1,14 17-1,-11-15-28,-3-4-17,0-1 0,0 0 0,9 7 0,-9-9-8,-1 0 1,0 0-1,8 12 1,6 5 17,-14-16-26,3 2 1,-1 0 0,0 0-1,8 12 1,-2-1-13,-7-11 3,-1-1-1,0 1 1,8 17-1,-10-16 7,-1-4 4,0 1 0,-1 1 0,1-1 0,-1 0 0,0 0 0,0 12 0,-1-10 5,0-6-8,0 1-1,0 0 1,0 0-1,0 0 1,0 0-1,0 0 1,-1 0 0,0-1-1,1 1 1,-1 0-1,0 0 1,0-1 0,-1 1-1,1 0 1,-2 2-1,-5 5 35,-1-1 0,-13 13 0,18-18-23,-1 0 0,0-1 0,0 0 0,0 0 0,-1 0 0,1-1 0,-9 3 0,-6 2 38,-36 5 1,48-11-48,0 0 0,1-1 0,-1 0 1,1 0-1,-1 0 0,1-1 0,-1-1 0,-9-2 0,-3-2 7,4 2 4,0-1 1,1-1-1,-28-14 0,42 19-16,1 1-1,-1-1 1,0 1 0,0-1-1,1 0 1,-1 1-1,1-1 1,-1 0 0,0 0-1,1 1 1,-1-1-1,1 0 1,0 0-1,-1-1 1,-3-4 6,-3 1-3,6 3-6,0 0 0,0 0 0,0 0 0,1 0 0,-1-1 0,0 1 0,1 0 1,0 0-1,-1-1 0,1 1 0,0 0 0,0 0 0,1-1 0,-1 1 0,0 0 0,1 0 1,-1-1-1,1 1 0,0 0 0,0 0 0,-1 0 0,2 0 0,-1 0 0,2-3 0,0 0-2,0 1 0,0-1-1,0 1 1,1-1-1,0 1 1,0 0-1,0 1 1,0-1-1,0 1 1,1-1-1,5-2 1,173-90-59,-102 48 38,-73 44 28,-4 2 0,0 1-1,0-2 1,-1 1-1,1 0 1,0-1-1,-1 1 1,0-1-1,4-3 1,18-17 6,-16 15-5,1-1 0,10-12 1,-15 15-12,-3 4 7,-1 0 1,1 1-1,-1-1 0,0 0 1,1 0-1,-1 0 0,0 0 1,0 0-1,0 0 1,0 0-1,-1 0 0,1 0 1,-1 0-1,1-1 0,0-2 1,6-24 23,-14-4 8,6 30-21,0-1 1,1 1-1,-1 0 0,-1 0 0,1 0 0,0 0 0,-1 0 0,1 0 1,-1 0-1,0 1 0,-3-5 0,-8-13 7,12 17-31,-1-1 0,-1 1 0,1 0-1,0 0 1,-1 0 0,0 0 0,0 0 0,0 0-1,0 1 1,0-1 0,0 1 0,-1 0-1,1 0 1,-1 0 0,0 0 0,1 1 0,-1 0-1,0-1 1,0 1 0,0 1 0,0-1 0,-5 0-1,4 2-4,1 0 1,-1 0-1,1 0 0,-1 1 0,1 0 0,0-1 1,-6 5-1,-2 0-57,10-5 45,1 0 0,-1 0 1,1 0-1,-1 0 0,1 0 0,0 0 1,0 1-1,-1-1 0,1 0 0,0 1 1,0-1-1,0 1 0,1-1 0,-1 1 1,-1 2-1,0 1-172,1-1 30,0-1 0,0 0 0,1 1 0,0-1 0,-1 1 0,1-1 0,1 1 0,-1 3-1,1 4-1178,10-9-1398,-5 0 2088,0 0 0,0-1 0,1 0 1,-1 0-1,1 0 0,-1-1 0,0 0 0,1-1 1,-1 1-1,1-1 0,-1 0 0,0-1 1,11-3-1,5-6-1795,0 3-152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5:02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968 250 1092,'1'-15'2503,"-1"11"-1922,1-1-1,-1 1 1,0 0 0,0-1 0,-1 1-1,1 0 1,-3-6 0,-1-1 676,-2 0 0,1 1 1,-2-1-1,-9-12 0,11 17-854,1 1 0,-2-1 0,1 1 1,-1 0-1,1 0 0,-1 0 0,-1 1 0,-8-5 0,-27-11 552,37 17-883,-1 0-1,0 1 1,0-1-1,0 2 0,-1-1 1,1 0-1,0 1 1,-13 0-1,-3-2 92,15 2-125,1 1 1,-1 0-1,1 0 1,0 0 0,-1 1-1,-8 2 1,-10 1 94,-1 0-10,0 2 1,0 0 0,1 2 0,-30 13 0,12-2 186,-64 41-1,73-37-103,-49 44 0,65-49-102,0 1-1,-20 30 0,11-14 5,12-13-20,0 1 0,2 0 0,1 1 0,-17 42 0,14-30-4,8-18-39,1 0 0,1 1-1,0 0 1,1 0 0,1 0 0,1 0 0,1 0 0,1 1 0,2 28-1,0-30-11,-1 1 6,1-1 0,1 0 0,0 1-1,2-1 1,10 30 0,1-13 11,-8-14-22,1-1-1,1-1 0,15 22 1,-10-20-6,1-2 1,1 0-1,25 23 0,-32-34-12,0 0 0,0-1 0,0 0 0,1-1-1,0 0 1,1 0 0,-1-1 0,25 6 0,-14-6 17,0-2 0,1 0 0,-1-2 0,1 0 1,0-1-1,36-6 0,-5-7 263,-1-3 0,0-1-1,50-26 1,-65 24 102,-2-1 0,41-31 0,-55 35 40,34-35-1,-19 17 11,-15 13-146,-1 0 0,-2-1 0,0 0 0,32-51 0,-35 46-151,0-1 1,-2-1-1,13-36 1,-11 17-35,-3-1 0,14-90 1,-25 123-100,-1-1 1,-1 1 0,0-1-1,-1 0 1,-1 1-1,0-1 1,-1 1 0,-1 0-1,-1 0 1,0 0 0,-1 1-1,-12-23 1,17 36-13,-6-11-2,-1-1 0,0 2 0,-1-1 0,-1 1 0,0 1 0,-14-14 0,12 15-10,0 1 0,-1 1 0,0 0 0,0 0 0,-1 2 0,-17-7 0,10 5-20,0 1 0,-1 1 0,0 1 0,0 1 0,0 1 0,0 0 0,-1 2 0,-35 2 0,40 1-305,-32 8 0,43-8 66,0 0-1,1 0 1,-1 1-1,1 0 1,0 0 0,0 1-1,-11 8 1,9-6-372,4-2 178,0-1-1,-1 1 0,1 0 1,0 0-1,1 0 1,-1 0-1,1 1 0,-3 5 1,-1 1-521,6-9 177,-1 1 0,0-1 0,1 1 0,-1 0 0,1-1 0,0 1 0,0 0 0,0 0 0,0 0 0,1 0 0,-1 0 0,1 0 0,-1 0 0,1 0 0,0 0 0,0 0 0,1 5 0,9 7-3916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5:08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308 496 2492,'0'-1'310,"0"0"0,0 0 0,-1-1 1,1 1-1,0 0 0,0 0 0,-1 0 0,1 0 0,-1 0 0,1-1 0,-1 1 0,1 0 0,-2-1 0,2 1 54,-1 0 0,0 0 0,1 0 0,-1 0 0,1 0-1,-1 0 1,1 0 0,0-1 0,-1 1 0,1 0 0,0 0-1,0 0 1,-1-5 3095,-7 3-1073,6 2-1470,2-5 142,0 5-1017,0 1 0,1-1-1,-1 1 1,0-1-1,0 1 1,0 0-1,0-1 1,0 1 0,0-1-1,0 1 1,0-1-1,0 1 1,0-1 0,0 1-1,0-1 1,-1 1-1,1 0 1,0-1-1,0 1 1,0-1 0,0 1-1,-1 0 1,1-1-1,0 1 1,-1 0 0,1-1-1,0 1 1,0 0-1,-1-1 1,1 1-1,-1 0 1,1-1 0,0 1-1,-1 0 1,1 0-1,-1 0 1,1-1 0,0 1-1,-1 0 1,1 0-1,-1 0 1,1 0-1,-1 0 1,1 0 0,-1 0-1,1 0 1,0 0-1,-1 0 1,1 0-1,-1 0 1,0 1 0,-1-1-1,0-1-17,1 1 0,-1 0-1,0 0 1,0 0 0,0 1-1,1-1 1,-1 0 0,0 1-1,1-1 1,-1 1 0,0 0-1,1-1 1,-1 1 0,0 0-1,-1 2 1,-43 35 57,22-15-75,12-11-8,-16 19 0,-38 61-13,59-81 19,0 0 1,1 1-1,1-1 1,-1 1-1,-5 21 1,-9 63 122,18-87-100,1 5-14,1-1 1,0 1-1,1 0 0,1 0 1,0-1-1,8 27 0,-6-20-59,-1-10 35,-1-1-1,1 1 0,1-1 0,0 1 1,0-1-1,1 0 0,0-1 0,11 15 1,-13-19 26,1-1 1,0 1-1,-1-1 1,1 0-1,0-1 1,8 5 0,0 0 19,-9-5-33,1 0 0,-1 0 0,1 0 0,0-1 0,-1 0 0,1 0 0,0 0 0,0 0 0,0 0 0,0-1 0,0 1 0,5-1 0,3-2 3,0 1-1,21-7 1,-23 5-22,-7 3 19,0-1 0,1 0 1,-1 0 0,1 0-1,-1 0 1,1-1 0,-1 0-1,0 1 1,0-1 0,0 0-1,5-4 1,10-8-43,-14 12 26,-1 0 0,1 0 0,-1-1 0,0 0 0,0 1 0,0-1 0,0 0 0,0-1 0,0 1 0,-1 0 0,0-1-1,0 0 1,0 1 0,2-5 0,-3 5 3,9-35-105,-9 34 105,0 1 1,-1-1-1,0 0 1,0 1 0,0-1-1,0 1 1,0-1-1,-1 1 1,0-4-1,-2-1-4,0 0 1,0 1-1,-1-1 0,1 1 0,-2 0 0,1 0 0,-1 0 0,-6-6 0,1 3 2,0 1 0,-1 0 0,1 1 0,-16-9 0,-49-32-119,45 24 48,25 21 67,0-1-1,0 1 1,0 0 0,0 1 0,-8-5 0,0 2-15,9 5 27,0-1 1,0 0 0,0 0-1,0 0 1,1 0-1,-1-1 1,1 1-1,-1-1 1,1 0-1,-4-4 1,-2-2 2,8 9 1,0 0 0,1-1 0,-1 1 0,0-1 0,1 1 0,-1-1 0,0 1 0,1-1 0,-1 1-1,1-1 1,-1 0 0,1 1 0,0-1 0,-1 0 0,1 0 0,-1 1 0,1-1 0,0 0 0,0 0 0,0 1 0,-1-1 0,1 0 0,0 0 0,0 0 0,0-1 0,2 1-11,-1-1 0,1 1 0,0-1 0,0 1 0,0 0 0,0-1 0,0 1 0,0 0 0,0 0 0,3 0 0,-5 1 13,86-33-112,-38 15-68,56-28 1,-63 25 33,97-56-303,-104 56 332,61-51 0,-87 65 109,52-50-8,-53 50 20,-1-1-1,0 0 1,-1 0 0,0 0-1,0-1 1,4-10-1,7-15 32,-12 25-11,1 1-1,-1-1 1,-1 0 0,0 0 0,0 0 0,-1-1-1,2-16 1,-4-72 1952,0 99-1950,0 13 10,0-5 8,1 16 64,-1-6 71,-3 38 1,-19 95 351,13-95-329,-19 58 0,12-54-37,-7 67 116,13-83-228,7-34-46,0 0-1,2 0 1,-3 21 0,4-21-1,-1 1-1,-3 13 1,-2 15 7,6 71 18,0-110-34,0 0 1,1 0 0,-1 0 0,0 0 0,0-1-1,0 1 1,0 0 0,1 0 0,-1-1 0,0 1 0,1 0-1,-1 0 1,1-1 0,-1 1 0,1 0 0,0 0-1,0 0-33,-1-1 0,1 1 0,-1 0 0,1-1-1,-1 1 1,0 0 0,1 0 0,-1-1 0,0 1-1,1 0 1,-1 0 0,0-1 0,0 1-1,0 0 1,0 0 0,0 1 0,0-1-317,1-1-267,0 0 442,1-1 0,-1 1 0,0 0 1,-1-1-1,1 1 0,0-1 1,0 1-1,0-1 0,0 0 0,0 1 1,0-1-1,-1 0 0,1 1 0,0-1 1,0 0-1,-1 0 0,1 0 1,0-1-1,14-25-3655,-2 4 535,20-25-3914,-13 22 3562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7:15:08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67 263 1652,'0'0'110,"0"0"0,0 0-1,0-1 1,0 1 0,0 0 0,0-1 0,0 1-1,0 0 1,0 0 0,0-1 0,-1 1-1,1 0 1,0 0 0,0-1 0,0 1-1,0 0 1,0 0 0,0 0 0,-1-1 0,1 1-1,0 0 1,0 0 0,0 0 0,-1-1-1,1 1 1,0 0 0,0 0 0,-1 0-1,1 0 1,0 0 0,0 0 0,0 0 0,-1-1-1,1 1 1,0 0 0,-1 0 0,1 0-34,0 0 1,-1 0 0,1 0-1,0 0 1,0 0 0,-1 0-1,1 0 1,0 0-1,0 0 1,0 0 0,-1 0-1,1 0 1,0-1 0,0 1-1,0 0 1,0 0 0,-1 0-1,1 0 1,0 0 0,0-1-1,0 1 1,0 0-1,0 0 1,-1 0 0,1-1-1,0 1 1,0 0 0,0 0-1,0 0 1,0-1 0,0 1-1,0 0 1,0 0 0,0-1-1,0 1 1,0 0-1,0 0 31,-1-1-1,1 1 0,0 0 0,-1 0 0,1 0 0,0 0 0,0 0 0,-1 0 0,1 0 0,0-1 0,-1 1 0,1 0 1,0 0-1,-1 0 0,1 0 0,0 0 0,0 0 0,-1 1 0,1-1 0,0 0 0,-1 0 0,1 0 0,0 0 1,-1 0-1,1 1 0,-1-1 380,0 0-239,0 1 1,0-1-1,0 1 0,1-1 1,-1 1-1,0 0 1,0-1-1,1 1 1,-1 0-1,0 0 0,1 0 1,-1-1-1,1 1 1,-1 0-1,0 2 1,0 20 2359,1-17-2265,0 128 2310,0-128-2586,0-1 1,1 1-1,0-1 1,2 9-1,-1-9-6,-1 0-1,0 0 0,0 1 0,0 7 0,-1 164 970,0-172-999,-1 0 0,1 0 1,-1 0-1,-3 8 1,3-9-13,0 1 0,0-1 1,0 1-1,0 7 1,1-4-13,0-5-5,1 0 0,-1-1 0,0 1 0,0 0 0,-1-1 0,1 1 0,-2 4 0,1-6 0,1 0-1,-1 0 1,1 0-1,0 0 1,-1 0-1,1 0 1,0 0-1,-1 0 0,1 0 1,0 0-1,0 0 1,0 0-1,0 0 1,0 0-1,0 0 1,0 0-1,0 0 0,0 0 1,1-1-1,-1 1 1,0 0-1,1 0 1,-1 0-1,0 0 1,1 0-1,0 1 0,-1-1 6,1-1-1,-1 1 0,1 0 1,-1 0-1,0 0 0,0-1 1,0 1-1,1 0 0,-1 0 1,0 0-1,0 0 0,0 0 1,0 0-1,0-1 0,-1 1 0,1 0 1,0 0-1,0 0 0,0 0 1,-1-1-1,1 1 0,0 0 1,-1 0-1,1 0 0,-1-1 1,1 1-1,-1 0 0,1-1 1,-1 1-1,0 0 0,1-1 1,-1 1-1,0-1 0,0 1 0,-1-21 300,2 13-283,0 4-11,0-1 0,0 0 0,0 1-1,0-1 1,-2-6 0,0 4-4,0 2 0,1 0 0,0 0 0,0-1-1,0 1 1,0-9 0,1 6-4,-1 0 1,0 1 0,-3-12-1,3 11 0,-1 1-1,1-1 0,0-10 0,1-156-30,1 153 23,2 0-1,6-28 1,-2 15-3,-5 23 5,4-28-8,21-65 0,-26 100 10,38-95-36,-34 87 29,1 0 0,0 0 0,1 1-1,0 0 1,1 0 0,12-12 0,-8 15-3,-11 6 9,0 1 1,0 0-1,0-1 1,0 1-1,0-1 1,-1 1-1,1-1 1,0 1-1,0-1 1,-1 0-1,1 1 1,1-2 0,-2 1 0,1 1 0,0-1 0,0 0 0,0 0 1,0 1-1,0-1 0,0 0 0,0 1 0,0-1 1,1 1-1,-1 0 0,0-1 0,0 1 0,0 0 1,0 0-1,1-1 0,-1 1 0,0 0 0,0 0 1,0 0-1,1 1 0,-1-1 0,1 0 0,32 11-17,-20-6 5,-11-3 11,1-1 0,-1 1-1,0 0 1,1 0-1,-1 0 1,0 0-1,0 1 1,4 4 0,21 25 5,-24-26-4,-1-3 1,-1 1-1,0 0 0,0-1 1,0 1-1,2 6 0,5 11-31,-7-16 21,0 0 0,-1-1 0,1 1 0,-1 0 0,-1 0 0,1 0 0,-1 0 0,0 9 0,0-14 11,0 1 0,0-1 0,0 1 0,0 0-1,0-1 1,0 1 0,0-1 0,0 1-1,0-1 1,0 1 0,-1-1 0,1 1-1,0-1 1,-1 1 0,1-1 0,0 1-1,-1-1 1,1 0 0,0 1 0,-1-1-1,0 1 1,-3 4-1,0 3 0,3-5 1,-1-1 1,1 1 0,-1 0 0,0 0-1,0-1 1,0 1 0,0-1-1,-4 3 1,1 1 4,-1-1 0,0 0 0,0 0 0,-1 0-1,0-1 1,-12 6 0,-33 13-153,37-14-9,-2-1-93,-30 5-958,3 0-1628,12-10-3793,12-3-1080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6BCC-C898-CC41-8413-EAB74C441B1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6032C-6C9A-D749-9362-27DC276381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3474D-9908-46EE-A530-385B2E3D9D5F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5DE05-DA93-4DD0-9E02-871DAA116B5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6" Type="http://schemas.openxmlformats.org/officeDocument/2006/relationships/image" Target="../media/image10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4" Type="http://schemas.openxmlformats.org/officeDocument/2006/relationships/image" Target="../media/image410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customXml" Target="../ink/ink33.xml"/><Relationship Id="rId2" Type="http://schemas.openxmlformats.org/officeDocument/2006/relationships/image" Target="../media/image32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5" Type="http://schemas.openxmlformats.org/officeDocument/2006/relationships/image" Target="../media/image41.png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38.png"/><Relationship Id="rId14" Type="http://schemas.openxmlformats.org/officeDocument/2006/relationships/customXml" Target="../ink/ink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.xml"/><Relationship Id="rId21" Type="http://schemas.openxmlformats.org/officeDocument/2006/relationships/image" Target="../media/image52.png"/><Relationship Id="rId42" Type="http://schemas.openxmlformats.org/officeDocument/2006/relationships/customXml" Target="../ink/ink54.xml"/><Relationship Id="rId47" Type="http://schemas.openxmlformats.org/officeDocument/2006/relationships/image" Target="../media/image65.png"/><Relationship Id="rId63" Type="http://schemas.openxmlformats.org/officeDocument/2006/relationships/image" Target="../media/image73.png"/><Relationship Id="rId68" Type="http://schemas.openxmlformats.org/officeDocument/2006/relationships/customXml" Target="../ink/ink67.xml"/><Relationship Id="rId2" Type="http://schemas.openxmlformats.org/officeDocument/2006/relationships/image" Target="../media/image42.png"/><Relationship Id="rId16" Type="http://schemas.openxmlformats.org/officeDocument/2006/relationships/customXml" Target="../ink/ink41.xml"/><Relationship Id="rId29" Type="http://schemas.openxmlformats.org/officeDocument/2006/relationships/image" Target="../media/image56.png"/><Relationship Id="rId11" Type="http://schemas.openxmlformats.org/officeDocument/2006/relationships/image" Target="../media/image47.png"/><Relationship Id="rId24" Type="http://schemas.openxmlformats.org/officeDocument/2006/relationships/customXml" Target="../ink/ink45.xml"/><Relationship Id="rId32" Type="http://schemas.openxmlformats.org/officeDocument/2006/relationships/customXml" Target="../ink/ink49.xml"/><Relationship Id="rId37" Type="http://schemas.openxmlformats.org/officeDocument/2006/relationships/image" Target="../media/image60.png"/><Relationship Id="rId40" Type="http://schemas.openxmlformats.org/officeDocument/2006/relationships/customXml" Target="../ink/ink53.xml"/><Relationship Id="rId45" Type="http://schemas.openxmlformats.org/officeDocument/2006/relationships/image" Target="../media/image64.png"/><Relationship Id="rId53" Type="http://schemas.openxmlformats.org/officeDocument/2006/relationships/image" Target="../media/image68.png"/><Relationship Id="rId58" Type="http://schemas.openxmlformats.org/officeDocument/2006/relationships/customXml" Target="../ink/ink62.xml"/><Relationship Id="rId66" Type="http://schemas.openxmlformats.org/officeDocument/2006/relationships/customXml" Target="../ink/ink66.xml"/><Relationship Id="rId74" Type="http://schemas.openxmlformats.org/officeDocument/2006/relationships/customXml" Target="../ink/ink70.xml"/><Relationship Id="rId5" Type="http://schemas.openxmlformats.org/officeDocument/2006/relationships/image" Target="../media/image44.png"/><Relationship Id="rId61" Type="http://schemas.openxmlformats.org/officeDocument/2006/relationships/image" Target="../media/image72.png"/><Relationship Id="rId19" Type="http://schemas.openxmlformats.org/officeDocument/2006/relationships/image" Target="../media/image51.png"/><Relationship Id="rId14" Type="http://schemas.openxmlformats.org/officeDocument/2006/relationships/customXml" Target="../ink/ink40.xml"/><Relationship Id="rId22" Type="http://schemas.openxmlformats.org/officeDocument/2006/relationships/customXml" Target="../ink/ink44.xml"/><Relationship Id="rId27" Type="http://schemas.openxmlformats.org/officeDocument/2006/relationships/image" Target="../media/image55.png"/><Relationship Id="rId30" Type="http://schemas.openxmlformats.org/officeDocument/2006/relationships/customXml" Target="../ink/ink48.xml"/><Relationship Id="rId35" Type="http://schemas.openxmlformats.org/officeDocument/2006/relationships/image" Target="../media/image59.png"/><Relationship Id="rId43" Type="http://schemas.openxmlformats.org/officeDocument/2006/relationships/image" Target="../media/image63.png"/><Relationship Id="rId48" Type="http://schemas.openxmlformats.org/officeDocument/2006/relationships/customXml" Target="../ink/ink57.xml"/><Relationship Id="rId56" Type="http://schemas.openxmlformats.org/officeDocument/2006/relationships/customXml" Target="../ink/ink61.xml"/><Relationship Id="rId64" Type="http://schemas.openxmlformats.org/officeDocument/2006/relationships/customXml" Target="../ink/ink65.xml"/><Relationship Id="rId69" Type="http://schemas.openxmlformats.org/officeDocument/2006/relationships/image" Target="../media/image76.png"/><Relationship Id="rId8" Type="http://schemas.openxmlformats.org/officeDocument/2006/relationships/customXml" Target="../ink/ink37.xml"/><Relationship Id="rId51" Type="http://schemas.openxmlformats.org/officeDocument/2006/relationships/image" Target="../media/image67.png"/><Relationship Id="rId72" Type="http://schemas.openxmlformats.org/officeDocument/2006/relationships/customXml" Target="../ink/ink69.xml"/><Relationship Id="rId3" Type="http://schemas.openxmlformats.org/officeDocument/2006/relationships/image" Target="../media/image43.png"/><Relationship Id="rId12" Type="http://schemas.openxmlformats.org/officeDocument/2006/relationships/customXml" Target="../ink/ink39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52.xml"/><Relationship Id="rId46" Type="http://schemas.openxmlformats.org/officeDocument/2006/relationships/customXml" Target="../ink/ink56.xml"/><Relationship Id="rId59" Type="http://schemas.openxmlformats.org/officeDocument/2006/relationships/image" Target="../media/image71.png"/><Relationship Id="rId67" Type="http://schemas.openxmlformats.org/officeDocument/2006/relationships/image" Target="../media/image75.png"/><Relationship Id="rId20" Type="http://schemas.openxmlformats.org/officeDocument/2006/relationships/customXml" Target="../ink/ink43.xml"/><Relationship Id="rId41" Type="http://schemas.openxmlformats.org/officeDocument/2006/relationships/image" Target="../media/image62.png"/><Relationship Id="rId54" Type="http://schemas.openxmlformats.org/officeDocument/2006/relationships/customXml" Target="../ink/ink60.xml"/><Relationship Id="rId62" Type="http://schemas.openxmlformats.org/officeDocument/2006/relationships/customXml" Target="../ink/ink64.xml"/><Relationship Id="rId70" Type="http://schemas.openxmlformats.org/officeDocument/2006/relationships/customXml" Target="../ink/ink68.xml"/><Relationship Id="rId75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47.xml"/><Relationship Id="rId36" Type="http://schemas.openxmlformats.org/officeDocument/2006/relationships/customXml" Target="../ink/ink51.xml"/><Relationship Id="rId49" Type="http://schemas.openxmlformats.org/officeDocument/2006/relationships/image" Target="../media/image66.png"/><Relationship Id="rId57" Type="http://schemas.openxmlformats.org/officeDocument/2006/relationships/image" Target="../media/image70.png"/><Relationship Id="rId10" Type="http://schemas.openxmlformats.org/officeDocument/2006/relationships/customXml" Target="../ink/ink38.xml"/><Relationship Id="rId31" Type="http://schemas.openxmlformats.org/officeDocument/2006/relationships/image" Target="../media/image57.png"/><Relationship Id="rId44" Type="http://schemas.openxmlformats.org/officeDocument/2006/relationships/customXml" Target="../ink/ink55.xml"/><Relationship Id="rId52" Type="http://schemas.openxmlformats.org/officeDocument/2006/relationships/customXml" Target="../ink/ink59.xml"/><Relationship Id="rId60" Type="http://schemas.openxmlformats.org/officeDocument/2006/relationships/customXml" Target="../ink/ink63.xml"/><Relationship Id="rId65" Type="http://schemas.openxmlformats.org/officeDocument/2006/relationships/image" Target="../media/image74.png"/><Relationship Id="rId73" Type="http://schemas.openxmlformats.org/officeDocument/2006/relationships/image" Target="../media/image78.png"/><Relationship Id="rId4" Type="http://schemas.openxmlformats.org/officeDocument/2006/relationships/customXml" Target="../ink/ink35.xml"/><Relationship Id="rId9" Type="http://schemas.openxmlformats.org/officeDocument/2006/relationships/image" Target="../media/image46.png"/><Relationship Id="rId13" Type="http://schemas.openxmlformats.org/officeDocument/2006/relationships/image" Target="../media/image48.png"/><Relationship Id="rId18" Type="http://schemas.openxmlformats.org/officeDocument/2006/relationships/customXml" Target="../ink/ink42.xml"/><Relationship Id="rId39" Type="http://schemas.openxmlformats.org/officeDocument/2006/relationships/image" Target="../media/image61.png"/><Relationship Id="rId34" Type="http://schemas.openxmlformats.org/officeDocument/2006/relationships/customXml" Target="../ink/ink50.xml"/><Relationship Id="rId50" Type="http://schemas.openxmlformats.org/officeDocument/2006/relationships/customXml" Target="../ink/ink58.xml"/><Relationship Id="rId55" Type="http://schemas.openxmlformats.org/officeDocument/2006/relationships/image" Target="../media/image69.png"/><Relationship Id="rId7" Type="http://schemas.openxmlformats.org/officeDocument/2006/relationships/image" Target="../media/image45.png"/><Relationship Id="rId71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13" Type="http://schemas.openxmlformats.org/officeDocument/2006/relationships/image" Target="../media/image540.png"/><Relationship Id="rId3" Type="http://schemas.openxmlformats.org/officeDocument/2006/relationships/image" Target="../media/image81.png"/><Relationship Id="rId7" Type="http://schemas.openxmlformats.org/officeDocument/2006/relationships/image" Target="../media/image510.png"/><Relationship Id="rId12" Type="http://schemas.openxmlformats.org/officeDocument/2006/relationships/customXml" Target="../ink/ink75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2.xml"/><Relationship Id="rId11" Type="http://schemas.openxmlformats.org/officeDocument/2006/relationships/image" Target="../media/image530.png"/><Relationship Id="rId5" Type="http://schemas.openxmlformats.org/officeDocument/2006/relationships/image" Target="../media/image500.png"/><Relationship Id="rId15" Type="http://schemas.openxmlformats.org/officeDocument/2006/relationships/image" Target="../media/image550.png"/><Relationship Id="rId10" Type="http://schemas.openxmlformats.org/officeDocument/2006/relationships/customXml" Target="../ink/ink74.xml"/><Relationship Id="rId4" Type="http://schemas.openxmlformats.org/officeDocument/2006/relationships/customXml" Target="../ink/ink71.xml"/><Relationship Id="rId9" Type="http://schemas.openxmlformats.org/officeDocument/2006/relationships/image" Target="../media/image520.png"/><Relationship Id="rId14" Type="http://schemas.openxmlformats.org/officeDocument/2006/relationships/customXml" Target="../ink/ink7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88.png"/><Relationship Id="rId18" Type="http://schemas.openxmlformats.org/officeDocument/2006/relationships/customXml" Target="../ink/ink84.xml"/><Relationship Id="rId26" Type="http://schemas.openxmlformats.org/officeDocument/2006/relationships/customXml" Target="../ink/ink88.xml"/><Relationship Id="rId3" Type="http://schemas.openxmlformats.org/officeDocument/2006/relationships/image" Target="../media/image83.png"/><Relationship Id="rId21" Type="http://schemas.openxmlformats.org/officeDocument/2006/relationships/image" Target="../media/image92.png"/><Relationship Id="rId7" Type="http://schemas.openxmlformats.org/officeDocument/2006/relationships/image" Target="../media/image85.png"/><Relationship Id="rId12" Type="http://schemas.openxmlformats.org/officeDocument/2006/relationships/customXml" Target="../ink/ink81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2" Type="http://schemas.openxmlformats.org/officeDocument/2006/relationships/image" Target="../media/image82.png"/><Relationship Id="rId16" Type="http://schemas.openxmlformats.org/officeDocument/2006/relationships/customXml" Target="../ink/ink83.xml"/><Relationship Id="rId20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11" Type="http://schemas.openxmlformats.org/officeDocument/2006/relationships/image" Target="../media/image87.png"/><Relationship Id="rId24" Type="http://schemas.openxmlformats.org/officeDocument/2006/relationships/customXml" Target="../ink/ink87.xml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10" Type="http://schemas.openxmlformats.org/officeDocument/2006/relationships/customXml" Target="../ink/ink80.xml"/><Relationship Id="rId19" Type="http://schemas.openxmlformats.org/officeDocument/2006/relationships/image" Target="../media/image91.png"/><Relationship Id="rId4" Type="http://schemas.openxmlformats.org/officeDocument/2006/relationships/customXml" Target="../ink/ink77.xml"/><Relationship Id="rId9" Type="http://schemas.openxmlformats.org/officeDocument/2006/relationships/image" Target="../media/image86.png"/><Relationship Id="rId14" Type="http://schemas.openxmlformats.org/officeDocument/2006/relationships/customXml" Target="../ink/ink82.xml"/><Relationship Id="rId22" Type="http://schemas.openxmlformats.org/officeDocument/2006/relationships/customXml" Target="../ink/ink86.xml"/><Relationship Id="rId27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customXml" Target="../ink/ink93.xml"/><Relationship Id="rId18" Type="http://schemas.openxmlformats.org/officeDocument/2006/relationships/image" Target="../media/image105.png"/><Relationship Id="rId26" Type="http://schemas.openxmlformats.org/officeDocument/2006/relationships/image" Target="../media/image109.png"/><Relationship Id="rId3" Type="http://schemas.openxmlformats.org/officeDocument/2006/relationships/image" Target="../media/image97.png"/><Relationship Id="rId21" Type="http://schemas.openxmlformats.org/officeDocument/2006/relationships/customXml" Target="../ink/ink97.xml"/><Relationship Id="rId7" Type="http://schemas.openxmlformats.org/officeDocument/2006/relationships/customXml" Target="../ink/ink90.xml"/><Relationship Id="rId12" Type="http://schemas.openxmlformats.org/officeDocument/2006/relationships/image" Target="../media/image102.png"/><Relationship Id="rId17" Type="http://schemas.openxmlformats.org/officeDocument/2006/relationships/customXml" Target="../ink/ink95.xml"/><Relationship Id="rId25" Type="http://schemas.openxmlformats.org/officeDocument/2006/relationships/customXml" Target="../ink/ink99.xml"/><Relationship Id="rId2" Type="http://schemas.openxmlformats.org/officeDocument/2006/relationships/image" Target="../media/image96.png"/><Relationship Id="rId16" Type="http://schemas.openxmlformats.org/officeDocument/2006/relationships/image" Target="../media/image104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92.xml"/><Relationship Id="rId24" Type="http://schemas.openxmlformats.org/officeDocument/2006/relationships/image" Target="../media/image108.png"/><Relationship Id="rId5" Type="http://schemas.openxmlformats.org/officeDocument/2006/relationships/customXml" Target="../ink/ink89.xml"/><Relationship Id="rId15" Type="http://schemas.openxmlformats.org/officeDocument/2006/relationships/customXml" Target="../ink/ink94.xml"/><Relationship Id="rId23" Type="http://schemas.openxmlformats.org/officeDocument/2006/relationships/customXml" Target="../ink/ink98.xml"/><Relationship Id="rId28" Type="http://schemas.openxmlformats.org/officeDocument/2006/relationships/image" Target="../media/image110.png"/><Relationship Id="rId10" Type="http://schemas.openxmlformats.org/officeDocument/2006/relationships/image" Target="../media/image101.png"/><Relationship Id="rId19" Type="http://schemas.openxmlformats.org/officeDocument/2006/relationships/customXml" Target="../ink/ink96.xml"/><Relationship Id="rId4" Type="http://schemas.openxmlformats.org/officeDocument/2006/relationships/image" Target="../media/image98.png"/><Relationship Id="rId9" Type="http://schemas.openxmlformats.org/officeDocument/2006/relationships/customXml" Target="../ink/ink91.xml"/><Relationship Id="rId14" Type="http://schemas.openxmlformats.org/officeDocument/2006/relationships/image" Target="../media/image103.png"/><Relationship Id="rId22" Type="http://schemas.openxmlformats.org/officeDocument/2006/relationships/image" Target="../media/image107.png"/><Relationship Id="rId27" Type="http://schemas.openxmlformats.org/officeDocument/2006/relationships/customXml" Target="../ink/ink10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customXml" Target="../ink/ink105.xml"/><Relationship Id="rId18" Type="http://schemas.openxmlformats.org/officeDocument/2006/relationships/image" Target="../media/image830.png"/><Relationship Id="rId3" Type="http://schemas.openxmlformats.org/officeDocument/2006/relationships/image" Target="../media/image112.png"/><Relationship Id="rId21" Type="http://schemas.openxmlformats.org/officeDocument/2006/relationships/customXml" Target="../ink/ink109.xml"/><Relationship Id="rId7" Type="http://schemas.openxmlformats.org/officeDocument/2006/relationships/customXml" Target="../ink/ink102.xml"/><Relationship Id="rId12" Type="http://schemas.openxmlformats.org/officeDocument/2006/relationships/image" Target="../media/image800.png"/><Relationship Id="rId17" Type="http://schemas.openxmlformats.org/officeDocument/2006/relationships/customXml" Target="../ink/ink107.xml"/><Relationship Id="rId2" Type="http://schemas.openxmlformats.org/officeDocument/2006/relationships/image" Target="../media/image111.png"/><Relationship Id="rId16" Type="http://schemas.openxmlformats.org/officeDocument/2006/relationships/image" Target="../media/image820.png"/><Relationship Id="rId20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11" Type="http://schemas.openxmlformats.org/officeDocument/2006/relationships/customXml" Target="../ink/ink104.xml"/><Relationship Id="rId24" Type="http://schemas.openxmlformats.org/officeDocument/2006/relationships/image" Target="../media/image860.png"/><Relationship Id="rId5" Type="http://schemas.openxmlformats.org/officeDocument/2006/relationships/customXml" Target="../ink/ink101.xml"/><Relationship Id="rId15" Type="http://schemas.openxmlformats.org/officeDocument/2006/relationships/customXml" Target="../ink/ink106.xml"/><Relationship Id="rId23" Type="http://schemas.openxmlformats.org/officeDocument/2006/relationships/customXml" Target="../ink/ink110.xml"/><Relationship Id="rId10" Type="http://schemas.openxmlformats.org/officeDocument/2006/relationships/image" Target="../media/image790.png"/><Relationship Id="rId19" Type="http://schemas.openxmlformats.org/officeDocument/2006/relationships/customXml" Target="../ink/ink108.xml"/><Relationship Id="rId4" Type="http://schemas.openxmlformats.org/officeDocument/2006/relationships/image" Target="../media/image113.png"/><Relationship Id="rId9" Type="http://schemas.openxmlformats.org/officeDocument/2006/relationships/customXml" Target="../ink/ink103.xml"/><Relationship Id="rId14" Type="http://schemas.openxmlformats.org/officeDocument/2006/relationships/image" Target="../media/image810.png"/><Relationship Id="rId22" Type="http://schemas.openxmlformats.org/officeDocument/2006/relationships/image" Target="../media/image85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customXml" Target="../ink/ink118.xml"/><Relationship Id="rId26" Type="http://schemas.openxmlformats.org/officeDocument/2006/relationships/customXml" Target="../ink/ink122.xml"/><Relationship Id="rId39" Type="http://schemas.openxmlformats.org/officeDocument/2006/relationships/image" Target="../media/image133.png"/><Relationship Id="rId21" Type="http://schemas.openxmlformats.org/officeDocument/2006/relationships/image" Target="../media/image124.png"/><Relationship Id="rId34" Type="http://schemas.openxmlformats.org/officeDocument/2006/relationships/customXml" Target="../ink/ink126.xml"/><Relationship Id="rId42" Type="http://schemas.openxmlformats.org/officeDocument/2006/relationships/customXml" Target="../ink/ink130.xml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117.xml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2.xml"/><Relationship Id="rId11" Type="http://schemas.openxmlformats.org/officeDocument/2006/relationships/image" Target="../media/image119.png"/><Relationship Id="rId24" Type="http://schemas.openxmlformats.org/officeDocument/2006/relationships/customXml" Target="../ink/ink121.xml"/><Relationship Id="rId32" Type="http://schemas.openxmlformats.org/officeDocument/2006/relationships/customXml" Target="../ink/ink125.xml"/><Relationship Id="rId37" Type="http://schemas.openxmlformats.org/officeDocument/2006/relationships/image" Target="../media/image132.png"/><Relationship Id="rId40" Type="http://schemas.openxmlformats.org/officeDocument/2006/relationships/customXml" Target="../ink/ink129.xml"/><Relationship Id="rId45" Type="http://schemas.openxmlformats.org/officeDocument/2006/relationships/image" Target="../media/image136.png"/><Relationship Id="rId5" Type="http://schemas.openxmlformats.org/officeDocument/2006/relationships/image" Target="../media/image116.png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10" Type="http://schemas.openxmlformats.org/officeDocument/2006/relationships/customXml" Target="../ink/ink114.xml"/><Relationship Id="rId19" Type="http://schemas.openxmlformats.org/officeDocument/2006/relationships/image" Target="../media/image123.png"/><Relationship Id="rId31" Type="http://schemas.openxmlformats.org/officeDocument/2006/relationships/image" Target="../media/image129.png"/><Relationship Id="rId44" Type="http://schemas.openxmlformats.org/officeDocument/2006/relationships/customXml" Target="../ink/ink131.xml"/><Relationship Id="rId4" Type="http://schemas.openxmlformats.org/officeDocument/2006/relationships/customXml" Target="../ink/ink111.xml"/><Relationship Id="rId9" Type="http://schemas.openxmlformats.org/officeDocument/2006/relationships/image" Target="../media/image118.png"/><Relationship Id="rId14" Type="http://schemas.openxmlformats.org/officeDocument/2006/relationships/customXml" Target="../ink/ink116.xml"/><Relationship Id="rId22" Type="http://schemas.openxmlformats.org/officeDocument/2006/relationships/customXml" Target="../ink/ink120.xml"/><Relationship Id="rId27" Type="http://schemas.openxmlformats.org/officeDocument/2006/relationships/image" Target="../media/image127.png"/><Relationship Id="rId30" Type="http://schemas.openxmlformats.org/officeDocument/2006/relationships/customXml" Target="../ink/ink124.xml"/><Relationship Id="rId35" Type="http://schemas.openxmlformats.org/officeDocument/2006/relationships/image" Target="../media/image131.png"/><Relationship Id="rId43" Type="http://schemas.openxmlformats.org/officeDocument/2006/relationships/image" Target="../media/image135.png"/><Relationship Id="rId8" Type="http://schemas.openxmlformats.org/officeDocument/2006/relationships/customXml" Target="../ink/ink113.xml"/><Relationship Id="rId3" Type="http://schemas.openxmlformats.org/officeDocument/2006/relationships/image" Target="../media/image115.png"/><Relationship Id="rId12" Type="http://schemas.openxmlformats.org/officeDocument/2006/relationships/customXml" Target="../ink/ink115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image" Target="../media/image130.png"/><Relationship Id="rId38" Type="http://schemas.openxmlformats.org/officeDocument/2006/relationships/customXml" Target="../ink/ink128.xml"/><Relationship Id="rId20" Type="http://schemas.openxmlformats.org/officeDocument/2006/relationships/customXml" Target="../ink/ink119.xml"/><Relationship Id="rId41" Type="http://schemas.openxmlformats.org/officeDocument/2006/relationships/image" Target="../media/image13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customXml" Target="../ink/ink139.xml"/><Relationship Id="rId26" Type="http://schemas.openxmlformats.org/officeDocument/2006/relationships/customXml" Target="../ink/ink143.xml"/><Relationship Id="rId39" Type="http://schemas.openxmlformats.org/officeDocument/2006/relationships/image" Target="../media/image156.png"/><Relationship Id="rId21" Type="http://schemas.openxmlformats.org/officeDocument/2006/relationships/image" Target="../media/image147.png"/><Relationship Id="rId34" Type="http://schemas.openxmlformats.org/officeDocument/2006/relationships/customXml" Target="../ink/ink147.xml"/><Relationship Id="rId42" Type="http://schemas.openxmlformats.org/officeDocument/2006/relationships/customXml" Target="../ink/ink151.xml"/><Relationship Id="rId47" Type="http://schemas.openxmlformats.org/officeDocument/2006/relationships/image" Target="../media/image160.png"/><Relationship Id="rId7" Type="http://schemas.openxmlformats.org/officeDocument/2006/relationships/image" Target="../media/image140.png"/><Relationship Id="rId2" Type="http://schemas.openxmlformats.org/officeDocument/2006/relationships/image" Target="../media/image137.png"/><Relationship Id="rId16" Type="http://schemas.openxmlformats.org/officeDocument/2006/relationships/customXml" Target="../ink/ink138.xml"/><Relationship Id="rId29" Type="http://schemas.openxmlformats.org/officeDocument/2006/relationships/image" Target="../media/image151.png"/><Relationship Id="rId11" Type="http://schemas.openxmlformats.org/officeDocument/2006/relationships/image" Target="../media/image142.png"/><Relationship Id="rId24" Type="http://schemas.openxmlformats.org/officeDocument/2006/relationships/customXml" Target="../ink/ink142.xml"/><Relationship Id="rId32" Type="http://schemas.openxmlformats.org/officeDocument/2006/relationships/customXml" Target="../ink/ink146.xml"/><Relationship Id="rId37" Type="http://schemas.openxmlformats.org/officeDocument/2006/relationships/image" Target="../media/image155.png"/><Relationship Id="rId40" Type="http://schemas.openxmlformats.org/officeDocument/2006/relationships/customXml" Target="../ink/ink150.xml"/><Relationship Id="rId45" Type="http://schemas.openxmlformats.org/officeDocument/2006/relationships/image" Target="../media/image159.png"/><Relationship Id="rId5" Type="http://schemas.openxmlformats.org/officeDocument/2006/relationships/image" Target="../media/image139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144.xml"/><Relationship Id="rId36" Type="http://schemas.openxmlformats.org/officeDocument/2006/relationships/customXml" Target="../ink/ink148.xml"/><Relationship Id="rId49" Type="http://schemas.openxmlformats.org/officeDocument/2006/relationships/image" Target="../media/image161.png"/><Relationship Id="rId10" Type="http://schemas.openxmlformats.org/officeDocument/2006/relationships/customXml" Target="../ink/ink135.xml"/><Relationship Id="rId19" Type="http://schemas.openxmlformats.org/officeDocument/2006/relationships/image" Target="../media/image146.png"/><Relationship Id="rId31" Type="http://schemas.openxmlformats.org/officeDocument/2006/relationships/image" Target="../media/image152.png"/><Relationship Id="rId44" Type="http://schemas.openxmlformats.org/officeDocument/2006/relationships/customXml" Target="../ink/ink152.xml"/><Relationship Id="rId4" Type="http://schemas.openxmlformats.org/officeDocument/2006/relationships/customXml" Target="../ink/ink132.xml"/><Relationship Id="rId9" Type="http://schemas.openxmlformats.org/officeDocument/2006/relationships/image" Target="../media/image141.png"/><Relationship Id="rId14" Type="http://schemas.openxmlformats.org/officeDocument/2006/relationships/customXml" Target="../ink/ink137.xml"/><Relationship Id="rId22" Type="http://schemas.openxmlformats.org/officeDocument/2006/relationships/customXml" Target="../ink/ink141.xml"/><Relationship Id="rId27" Type="http://schemas.openxmlformats.org/officeDocument/2006/relationships/image" Target="../media/image150.png"/><Relationship Id="rId30" Type="http://schemas.openxmlformats.org/officeDocument/2006/relationships/customXml" Target="../ink/ink145.xml"/><Relationship Id="rId35" Type="http://schemas.openxmlformats.org/officeDocument/2006/relationships/image" Target="../media/image154.png"/><Relationship Id="rId43" Type="http://schemas.openxmlformats.org/officeDocument/2006/relationships/image" Target="../media/image158.png"/><Relationship Id="rId48" Type="http://schemas.openxmlformats.org/officeDocument/2006/relationships/customXml" Target="../ink/ink154.xml"/><Relationship Id="rId8" Type="http://schemas.openxmlformats.org/officeDocument/2006/relationships/customXml" Target="../ink/ink134.xml"/><Relationship Id="rId3" Type="http://schemas.openxmlformats.org/officeDocument/2006/relationships/image" Target="../media/image138.png"/><Relationship Id="rId12" Type="http://schemas.openxmlformats.org/officeDocument/2006/relationships/customXml" Target="../ink/ink136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33" Type="http://schemas.openxmlformats.org/officeDocument/2006/relationships/image" Target="../media/image153.png"/><Relationship Id="rId38" Type="http://schemas.openxmlformats.org/officeDocument/2006/relationships/customXml" Target="../ink/ink149.xml"/><Relationship Id="rId46" Type="http://schemas.openxmlformats.org/officeDocument/2006/relationships/customXml" Target="../ink/ink153.xml"/><Relationship Id="rId20" Type="http://schemas.openxmlformats.org/officeDocument/2006/relationships/customXml" Target="../ink/ink140.xml"/><Relationship Id="rId41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8.png"/><Relationship Id="rId18" Type="http://schemas.openxmlformats.org/officeDocument/2006/relationships/customXml" Target="../ink/ink162.xml"/><Relationship Id="rId26" Type="http://schemas.openxmlformats.org/officeDocument/2006/relationships/customXml" Target="../ink/ink166.xml"/><Relationship Id="rId39" Type="http://schemas.openxmlformats.org/officeDocument/2006/relationships/image" Target="../media/image181.png"/><Relationship Id="rId21" Type="http://schemas.openxmlformats.org/officeDocument/2006/relationships/image" Target="../media/image172.png"/><Relationship Id="rId34" Type="http://schemas.openxmlformats.org/officeDocument/2006/relationships/customXml" Target="../ink/ink170.xml"/><Relationship Id="rId42" Type="http://schemas.openxmlformats.org/officeDocument/2006/relationships/customXml" Target="../ink/ink174.xml"/><Relationship Id="rId7" Type="http://schemas.openxmlformats.org/officeDocument/2006/relationships/image" Target="../media/image165.png"/><Relationship Id="rId2" Type="http://schemas.openxmlformats.org/officeDocument/2006/relationships/image" Target="../media/image162.png"/><Relationship Id="rId16" Type="http://schemas.openxmlformats.org/officeDocument/2006/relationships/customXml" Target="../ink/ink161.xml"/><Relationship Id="rId29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.xml"/><Relationship Id="rId11" Type="http://schemas.openxmlformats.org/officeDocument/2006/relationships/image" Target="../media/image167.png"/><Relationship Id="rId24" Type="http://schemas.openxmlformats.org/officeDocument/2006/relationships/customXml" Target="../ink/ink165.xml"/><Relationship Id="rId32" Type="http://schemas.openxmlformats.org/officeDocument/2006/relationships/customXml" Target="../ink/ink169.xml"/><Relationship Id="rId37" Type="http://schemas.openxmlformats.org/officeDocument/2006/relationships/image" Target="../media/image180.png"/><Relationship Id="rId40" Type="http://schemas.openxmlformats.org/officeDocument/2006/relationships/customXml" Target="../ink/ink173.xml"/><Relationship Id="rId45" Type="http://schemas.openxmlformats.org/officeDocument/2006/relationships/image" Target="../media/image184.png"/><Relationship Id="rId5" Type="http://schemas.openxmlformats.org/officeDocument/2006/relationships/image" Target="../media/image164.png"/><Relationship Id="rId15" Type="http://schemas.openxmlformats.org/officeDocument/2006/relationships/image" Target="../media/image169.png"/><Relationship Id="rId23" Type="http://schemas.openxmlformats.org/officeDocument/2006/relationships/image" Target="../media/image173.png"/><Relationship Id="rId28" Type="http://schemas.openxmlformats.org/officeDocument/2006/relationships/customXml" Target="../ink/ink167.xml"/><Relationship Id="rId36" Type="http://schemas.openxmlformats.org/officeDocument/2006/relationships/customXml" Target="../ink/ink171.xml"/><Relationship Id="rId10" Type="http://schemas.openxmlformats.org/officeDocument/2006/relationships/customXml" Target="../ink/ink158.xml"/><Relationship Id="rId19" Type="http://schemas.openxmlformats.org/officeDocument/2006/relationships/image" Target="../media/image171.png"/><Relationship Id="rId31" Type="http://schemas.openxmlformats.org/officeDocument/2006/relationships/image" Target="../media/image177.png"/><Relationship Id="rId44" Type="http://schemas.openxmlformats.org/officeDocument/2006/relationships/customXml" Target="../ink/ink175.xml"/><Relationship Id="rId4" Type="http://schemas.openxmlformats.org/officeDocument/2006/relationships/customXml" Target="../ink/ink155.xml"/><Relationship Id="rId9" Type="http://schemas.openxmlformats.org/officeDocument/2006/relationships/image" Target="../media/image166.png"/><Relationship Id="rId14" Type="http://schemas.openxmlformats.org/officeDocument/2006/relationships/customXml" Target="../ink/ink160.xml"/><Relationship Id="rId22" Type="http://schemas.openxmlformats.org/officeDocument/2006/relationships/customXml" Target="../ink/ink164.xml"/><Relationship Id="rId27" Type="http://schemas.openxmlformats.org/officeDocument/2006/relationships/image" Target="../media/image175.png"/><Relationship Id="rId30" Type="http://schemas.openxmlformats.org/officeDocument/2006/relationships/customXml" Target="../ink/ink168.xml"/><Relationship Id="rId35" Type="http://schemas.openxmlformats.org/officeDocument/2006/relationships/image" Target="../media/image179.png"/><Relationship Id="rId43" Type="http://schemas.openxmlformats.org/officeDocument/2006/relationships/image" Target="../media/image183.png"/><Relationship Id="rId8" Type="http://schemas.openxmlformats.org/officeDocument/2006/relationships/customXml" Target="../ink/ink157.xml"/><Relationship Id="rId3" Type="http://schemas.openxmlformats.org/officeDocument/2006/relationships/image" Target="../media/image163.png"/><Relationship Id="rId12" Type="http://schemas.openxmlformats.org/officeDocument/2006/relationships/customXml" Target="../ink/ink159.xml"/><Relationship Id="rId17" Type="http://schemas.openxmlformats.org/officeDocument/2006/relationships/image" Target="../media/image170.png"/><Relationship Id="rId25" Type="http://schemas.openxmlformats.org/officeDocument/2006/relationships/image" Target="../media/image174.png"/><Relationship Id="rId33" Type="http://schemas.openxmlformats.org/officeDocument/2006/relationships/image" Target="../media/image178.png"/><Relationship Id="rId38" Type="http://schemas.openxmlformats.org/officeDocument/2006/relationships/customXml" Target="../ink/ink172.xml"/><Relationship Id="rId20" Type="http://schemas.openxmlformats.org/officeDocument/2006/relationships/customXml" Target="../ink/ink163.xml"/><Relationship Id="rId41" Type="http://schemas.openxmlformats.org/officeDocument/2006/relationships/image" Target="../media/image18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1.png"/><Relationship Id="rId18" Type="http://schemas.openxmlformats.org/officeDocument/2006/relationships/customXml" Target="../ink/ink183.xml"/><Relationship Id="rId26" Type="http://schemas.openxmlformats.org/officeDocument/2006/relationships/customXml" Target="../ink/ink187.xml"/><Relationship Id="rId39" Type="http://schemas.openxmlformats.org/officeDocument/2006/relationships/image" Target="../media/image204.png"/><Relationship Id="rId21" Type="http://schemas.openxmlformats.org/officeDocument/2006/relationships/image" Target="../media/image195.png"/><Relationship Id="rId34" Type="http://schemas.openxmlformats.org/officeDocument/2006/relationships/customXml" Target="../ink/ink191.xml"/><Relationship Id="rId42" Type="http://schemas.openxmlformats.org/officeDocument/2006/relationships/customXml" Target="../ink/ink195.xml"/><Relationship Id="rId47" Type="http://schemas.openxmlformats.org/officeDocument/2006/relationships/image" Target="../media/image208.png"/><Relationship Id="rId50" Type="http://schemas.openxmlformats.org/officeDocument/2006/relationships/customXml" Target="../ink/ink199.xml"/><Relationship Id="rId55" Type="http://schemas.openxmlformats.org/officeDocument/2006/relationships/image" Target="../media/image212.png"/><Relationship Id="rId7" Type="http://schemas.openxmlformats.org/officeDocument/2006/relationships/image" Target="../media/image188.png"/><Relationship Id="rId2" Type="http://schemas.openxmlformats.org/officeDocument/2006/relationships/image" Target="../media/image185.png"/><Relationship Id="rId16" Type="http://schemas.openxmlformats.org/officeDocument/2006/relationships/customXml" Target="../ink/ink182.xml"/><Relationship Id="rId29" Type="http://schemas.openxmlformats.org/officeDocument/2006/relationships/image" Target="../media/image199.png"/><Relationship Id="rId11" Type="http://schemas.openxmlformats.org/officeDocument/2006/relationships/image" Target="../media/image190.png"/><Relationship Id="rId24" Type="http://schemas.openxmlformats.org/officeDocument/2006/relationships/customXml" Target="../ink/ink186.xml"/><Relationship Id="rId32" Type="http://schemas.openxmlformats.org/officeDocument/2006/relationships/customXml" Target="../ink/ink190.xml"/><Relationship Id="rId37" Type="http://schemas.openxmlformats.org/officeDocument/2006/relationships/image" Target="../media/image203.png"/><Relationship Id="rId40" Type="http://schemas.openxmlformats.org/officeDocument/2006/relationships/customXml" Target="../ink/ink194.xml"/><Relationship Id="rId45" Type="http://schemas.openxmlformats.org/officeDocument/2006/relationships/image" Target="../media/image207.png"/><Relationship Id="rId53" Type="http://schemas.openxmlformats.org/officeDocument/2006/relationships/image" Target="../media/image211.png"/><Relationship Id="rId58" Type="http://schemas.openxmlformats.org/officeDocument/2006/relationships/customXml" Target="../ink/ink203.xml"/><Relationship Id="rId5" Type="http://schemas.openxmlformats.org/officeDocument/2006/relationships/image" Target="../media/image187.png"/><Relationship Id="rId19" Type="http://schemas.openxmlformats.org/officeDocument/2006/relationships/image" Target="../media/image194.png"/><Relationship Id="rId4" Type="http://schemas.openxmlformats.org/officeDocument/2006/relationships/customXml" Target="../ink/ink176.xml"/><Relationship Id="rId9" Type="http://schemas.openxmlformats.org/officeDocument/2006/relationships/image" Target="../media/image189.png"/><Relationship Id="rId14" Type="http://schemas.openxmlformats.org/officeDocument/2006/relationships/customXml" Target="../ink/ink181.xml"/><Relationship Id="rId22" Type="http://schemas.openxmlformats.org/officeDocument/2006/relationships/customXml" Target="../ink/ink185.xml"/><Relationship Id="rId27" Type="http://schemas.openxmlformats.org/officeDocument/2006/relationships/image" Target="../media/image198.png"/><Relationship Id="rId30" Type="http://schemas.openxmlformats.org/officeDocument/2006/relationships/customXml" Target="../ink/ink189.xml"/><Relationship Id="rId35" Type="http://schemas.openxmlformats.org/officeDocument/2006/relationships/image" Target="../media/image202.png"/><Relationship Id="rId43" Type="http://schemas.openxmlformats.org/officeDocument/2006/relationships/image" Target="../media/image206.png"/><Relationship Id="rId48" Type="http://schemas.openxmlformats.org/officeDocument/2006/relationships/customXml" Target="../ink/ink198.xml"/><Relationship Id="rId56" Type="http://schemas.openxmlformats.org/officeDocument/2006/relationships/customXml" Target="../ink/ink202.xml"/><Relationship Id="rId8" Type="http://schemas.openxmlformats.org/officeDocument/2006/relationships/customXml" Target="../ink/ink178.xml"/><Relationship Id="rId51" Type="http://schemas.openxmlformats.org/officeDocument/2006/relationships/image" Target="../media/image210.png"/><Relationship Id="rId3" Type="http://schemas.openxmlformats.org/officeDocument/2006/relationships/image" Target="../media/image186.png"/><Relationship Id="rId12" Type="http://schemas.openxmlformats.org/officeDocument/2006/relationships/customXml" Target="../ink/ink180.xml"/><Relationship Id="rId17" Type="http://schemas.openxmlformats.org/officeDocument/2006/relationships/image" Target="../media/image193.png"/><Relationship Id="rId25" Type="http://schemas.openxmlformats.org/officeDocument/2006/relationships/image" Target="../media/image197.png"/><Relationship Id="rId33" Type="http://schemas.openxmlformats.org/officeDocument/2006/relationships/image" Target="../media/image201.png"/><Relationship Id="rId38" Type="http://schemas.openxmlformats.org/officeDocument/2006/relationships/customXml" Target="../ink/ink193.xml"/><Relationship Id="rId46" Type="http://schemas.openxmlformats.org/officeDocument/2006/relationships/customXml" Target="../ink/ink197.xml"/><Relationship Id="rId59" Type="http://schemas.openxmlformats.org/officeDocument/2006/relationships/image" Target="../media/image214.png"/><Relationship Id="rId20" Type="http://schemas.openxmlformats.org/officeDocument/2006/relationships/customXml" Target="../ink/ink184.xml"/><Relationship Id="rId41" Type="http://schemas.openxmlformats.org/officeDocument/2006/relationships/image" Target="../media/image205.png"/><Relationship Id="rId54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7.xml"/><Relationship Id="rId15" Type="http://schemas.openxmlformats.org/officeDocument/2006/relationships/image" Target="../media/image192.png"/><Relationship Id="rId23" Type="http://schemas.openxmlformats.org/officeDocument/2006/relationships/image" Target="../media/image196.png"/><Relationship Id="rId28" Type="http://schemas.openxmlformats.org/officeDocument/2006/relationships/customXml" Target="../ink/ink188.xml"/><Relationship Id="rId36" Type="http://schemas.openxmlformats.org/officeDocument/2006/relationships/customXml" Target="../ink/ink192.xml"/><Relationship Id="rId49" Type="http://schemas.openxmlformats.org/officeDocument/2006/relationships/image" Target="../media/image209.png"/><Relationship Id="rId57" Type="http://schemas.openxmlformats.org/officeDocument/2006/relationships/image" Target="../media/image213.png"/><Relationship Id="rId10" Type="http://schemas.openxmlformats.org/officeDocument/2006/relationships/customXml" Target="../ink/ink179.xml"/><Relationship Id="rId31" Type="http://schemas.openxmlformats.org/officeDocument/2006/relationships/image" Target="../media/image200.png"/><Relationship Id="rId44" Type="http://schemas.openxmlformats.org/officeDocument/2006/relationships/customXml" Target="../ink/ink196.xml"/><Relationship Id="rId52" Type="http://schemas.openxmlformats.org/officeDocument/2006/relationships/customXml" Target="../ink/ink20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customXml" Target="../ink/ink209.xml"/><Relationship Id="rId18" Type="http://schemas.openxmlformats.org/officeDocument/2006/relationships/image" Target="../media/image223.png"/><Relationship Id="rId3" Type="http://schemas.openxmlformats.org/officeDocument/2006/relationships/customXml" Target="../ink/ink204.xml"/><Relationship Id="rId21" Type="http://schemas.openxmlformats.org/officeDocument/2006/relationships/customXml" Target="../ink/ink213.xml"/><Relationship Id="rId7" Type="http://schemas.openxmlformats.org/officeDocument/2006/relationships/customXml" Target="../ink/ink206.xml"/><Relationship Id="rId12" Type="http://schemas.openxmlformats.org/officeDocument/2006/relationships/image" Target="../media/image220.png"/><Relationship Id="rId17" Type="http://schemas.openxmlformats.org/officeDocument/2006/relationships/customXml" Target="../ink/ink211.xml"/><Relationship Id="rId2" Type="http://schemas.openxmlformats.org/officeDocument/2006/relationships/image" Target="../media/image215.png"/><Relationship Id="rId16" Type="http://schemas.openxmlformats.org/officeDocument/2006/relationships/image" Target="../media/image222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customXml" Target="../ink/ink208.xml"/><Relationship Id="rId5" Type="http://schemas.openxmlformats.org/officeDocument/2006/relationships/customXml" Target="../ink/ink205.xml"/><Relationship Id="rId15" Type="http://schemas.openxmlformats.org/officeDocument/2006/relationships/customXml" Target="../ink/ink210.xml"/><Relationship Id="rId10" Type="http://schemas.openxmlformats.org/officeDocument/2006/relationships/image" Target="../media/image219.png"/><Relationship Id="rId19" Type="http://schemas.openxmlformats.org/officeDocument/2006/relationships/customXml" Target="../ink/ink212.xml"/><Relationship Id="rId4" Type="http://schemas.openxmlformats.org/officeDocument/2006/relationships/image" Target="../media/image216.png"/><Relationship Id="rId9" Type="http://schemas.openxmlformats.org/officeDocument/2006/relationships/customXml" Target="../ink/ink207.xml"/><Relationship Id="rId14" Type="http://schemas.openxmlformats.org/officeDocument/2006/relationships/image" Target="../media/image221.png"/><Relationship Id="rId22" Type="http://schemas.openxmlformats.org/officeDocument/2006/relationships/image" Target="../media/image22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8.xml"/><Relationship Id="rId18" Type="http://schemas.openxmlformats.org/officeDocument/2006/relationships/image" Target="../media/image235.png"/><Relationship Id="rId26" Type="http://schemas.openxmlformats.org/officeDocument/2006/relationships/image" Target="../media/image239.png"/><Relationship Id="rId39" Type="http://schemas.openxmlformats.org/officeDocument/2006/relationships/customXml" Target="../ink/ink231.xml"/><Relationship Id="rId21" Type="http://schemas.openxmlformats.org/officeDocument/2006/relationships/customXml" Target="../ink/ink222.xml"/><Relationship Id="rId34" Type="http://schemas.openxmlformats.org/officeDocument/2006/relationships/image" Target="../media/image243.png"/><Relationship Id="rId42" Type="http://schemas.openxmlformats.org/officeDocument/2006/relationships/image" Target="../media/image247.png"/><Relationship Id="rId7" Type="http://schemas.openxmlformats.org/officeDocument/2006/relationships/customXml" Target="../ink/ink215.xml"/><Relationship Id="rId2" Type="http://schemas.openxmlformats.org/officeDocument/2006/relationships/image" Target="../media/image226.png"/><Relationship Id="rId16" Type="http://schemas.openxmlformats.org/officeDocument/2006/relationships/image" Target="../media/image234.png"/><Relationship Id="rId29" Type="http://schemas.openxmlformats.org/officeDocument/2006/relationships/customXml" Target="../ink/ink2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11" Type="http://schemas.openxmlformats.org/officeDocument/2006/relationships/customXml" Target="../ink/ink217.xml"/><Relationship Id="rId24" Type="http://schemas.openxmlformats.org/officeDocument/2006/relationships/image" Target="../media/image238.png"/><Relationship Id="rId32" Type="http://schemas.openxmlformats.org/officeDocument/2006/relationships/image" Target="../media/image242.png"/><Relationship Id="rId37" Type="http://schemas.openxmlformats.org/officeDocument/2006/relationships/customXml" Target="../ink/ink230.xml"/><Relationship Id="rId40" Type="http://schemas.openxmlformats.org/officeDocument/2006/relationships/image" Target="../media/image246.png"/><Relationship Id="rId45" Type="http://schemas.openxmlformats.org/officeDocument/2006/relationships/customXml" Target="../ink/ink234.xml"/><Relationship Id="rId5" Type="http://schemas.openxmlformats.org/officeDocument/2006/relationships/customXml" Target="../ink/ink214.xml"/><Relationship Id="rId15" Type="http://schemas.openxmlformats.org/officeDocument/2006/relationships/customXml" Target="../ink/ink219.xml"/><Relationship Id="rId23" Type="http://schemas.openxmlformats.org/officeDocument/2006/relationships/customXml" Target="../ink/ink223.xml"/><Relationship Id="rId28" Type="http://schemas.openxmlformats.org/officeDocument/2006/relationships/image" Target="../media/image240.png"/><Relationship Id="rId36" Type="http://schemas.openxmlformats.org/officeDocument/2006/relationships/image" Target="../media/image244.png"/><Relationship Id="rId10" Type="http://schemas.openxmlformats.org/officeDocument/2006/relationships/image" Target="../media/image231.png"/><Relationship Id="rId19" Type="http://schemas.openxmlformats.org/officeDocument/2006/relationships/customXml" Target="../ink/ink221.xml"/><Relationship Id="rId31" Type="http://schemas.openxmlformats.org/officeDocument/2006/relationships/customXml" Target="../ink/ink227.xml"/><Relationship Id="rId44" Type="http://schemas.openxmlformats.org/officeDocument/2006/relationships/image" Target="../media/image248.png"/><Relationship Id="rId4" Type="http://schemas.openxmlformats.org/officeDocument/2006/relationships/image" Target="../media/image228.png"/><Relationship Id="rId9" Type="http://schemas.openxmlformats.org/officeDocument/2006/relationships/customXml" Target="../ink/ink216.xml"/><Relationship Id="rId14" Type="http://schemas.openxmlformats.org/officeDocument/2006/relationships/image" Target="../media/image233.png"/><Relationship Id="rId22" Type="http://schemas.openxmlformats.org/officeDocument/2006/relationships/image" Target="../media/image237.png"/><Relationship Id="rId27" Type="http://schemas.openxmlformats.org/officeDocument/2006/relationships/customXml" Target="../ink/ink225.xml"/><Relationship Id="rId30" Type="http://schemas.openxmlformats.org/officeDocument/2006/relationships/image" Target="../media/image241.png"/><Relationship Id="rId35" Type="http://schemas.openxmlformats.org/officeDocument/2006/relationships/customXml" Target="../ink/ink229.xml"/><Relationship Id="rId43" Type="http://schemas.openxmlformats.org/officeDocument/2006/relationships/customXml" Target="../ink/ink233.xml"/><Relationship Id="rId8" Type="http://schemas.openxmlformats.org/officeDocument/2006/relationships/image" Target="../media/image230.png"/><Relationship Id="rId3" Type="http://schemas.openxmlformats.org/officeDocument/2006/relationships/image" Target="../media/image227.png"/><Relationship Id="rId12" Type="http://schemas.openxmlformats.org/officeDocument/2006/relationships/image" Target="../media/image232.png"/><Relationship Id="rId17" Type="http://schemas.openxmlformats.org/officeDocument/2006/relationships/customXml" Target="../ink/ink220.xml"/><Relationship Id="rId25" Type="http://schemas.openxmlformats.org/officeDocument/2006/relationships/customXml" Target="../ink/ink224.xml"/><Relationship Id="rId33" Type="http://schemas.openxmlformats.org/officeDocument/2006/relationships/customXml" Target="../ink/ink228.xml"/><Relationship Id="rId38" Type="http://schemas.openxmlformats.org/officeDocument/2006/relationships/image" Target="../media/image245.png"/><Relationship Id="rId46" Type="http://schemas.openxmlformats.org/officeDocument/2006/relationships/image" Target="../media/image249.png"/><Relationship Id="rId20" Type="http://schemas.openxmlformats.org/officeDocument/2006/relationships/image" Target="../media/image236.png"/><Relationship Id="rId41" Type="http://schemas.openxmlformats.org/officeDocument/2006/relationships/customXml" Target="../ink/ink2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0.xml"/><Relationship Id="rId18" Type="http://schemas.openxmlformats.org/officeDocument/2006/relationships/image" Target="../media/image259.png"/><Relationship Id="rId26" Type="http://schemas.openxmlformats.org/officeDocument/2006/relationships/image" Target="../media/image263.png"/><Relationship Id="rId39" Type="http://schemas.openxmlformats.org/officeDocument/2006/relationships/customXml" Target="../ink/ink253.xml"/><Relationship Id="rId21" Type="http://schemas.openxmlformats.org/officeDocument/2006/relationships/customXml" Target="../ink/ink244.xml"/><Relationship Id="rId34" Type="http://schemas.openxmlformats.org/officeDocument/2006/relationships/image" Target="../media/image267.png"/><Relationship Id="rId42" Type="http://schemas.openxmlformats.org/officeDocument/2006/relationships/image" Target="../media/image271.png"/><Relationship Id="rId47" Type="http://schemas.openxmlformats.org/officeDocument/2006/relationships/customXml" Target="../ink/ink257.xml"/><Relationship Id="rId50" Type="http://schemas.openxmlformats.org/officeDocument/2006/relationships/image" Target="../media/image275.png"/><Relationship Id="rId55" Type="http://schemas.openxmlformats.org/officeDocument/2006/relationships/customXml" Target="../ink/ink261.xml"/><Relationship Id="rId7" Type="http://schemas.openxmlformats.org/officeDocument/2006/relationships/customXml" Target="../ink/ink237.xml"/><Relationship Id="rId2" Type="http://schemas.openxmlformats.org/officeDocument/2006/relationships/image" Target="../media/image251.png"/><Relationship Id="rId16" Type="http://schemas.openxmlformats.org/officeDocument/2006/relationships/image" Target="../media/image258.png"/><Relationship Id="rId29" Type="http://schemas.openxmlformats.org/officeDocument/2006/relationships/customXml" Target="../ink/ink248.xml"/><Relationship Id="rId11" Type="http://schemas.openxmlformats.org/officeDocument/2006/relationships/customXml" Target="../ink/ink239.xml"/><Relationship Id="rId24" Type="http://schemas.openxmlformats.org/officeDocument/2006/relationships/image" Target="../media/image262.png"/><Relationship Id="rId32" Type="http://schemas.openxmlformats.org/officeDocument/2006/relationships/image" Target="../media/image266.png"/><Relationship Id="rId37" Type="http://schemas.openxmlformats.org/officeDocument/2006/relationships/customXml" Target="../ink/ink252.xml"/><Relationship Id="rId40" Type="http://schemas.openxmlformats.org/officeDocument/2006/relationships/image" Target="../media/image270.png"/><Relationship Id="rId45" Type="http://schemas.openxmlformats.org/officeDocument/2006/relationships/customXml" Target="../ink/ink256.xml"/><Relationship Id="rId53" Type="http://schemas.openxmlformats.org/officeDocument/2006/relationships/customXml" Target="../ink/ink260.xml"/><Relationship Id="rId5" Type="http://schemas.openxmlformats.org/officeDocument/2006/relationships/customXml" Target="../ink/ink236.xml"/><Relationship Id="rId10" Type="http://schemas.openxmlformats.org/officeDocument/2006/relationships/image" Target="../media/image255.png"/><Relationship Id="rId19" Type="http://schemas.openxmlformats.org/officeDocument/2006/relationships/customXml" Target="../ink/ink243.xml"/><Relationship Id="rId31" Type="http://schemas.openxmlformats.org/officeDocument/2006/relationships/customXml" Target="../ink/ink249.xml"/><Relationship Id="rId44" Type="http://schemas.openxmlformats.org/officeDocument/2006/relationships/image" Target="../media/image272.png"/><Relationship Id="rId52" Type="http://schemas.openxmlformats.org/officeDocument/2006/relationships/image" Target="../media/image276.png"/><Relationship Id="rId4" Type="http://schemas.openxmlformats.org/officeDocument/2006/relationships/image" Target="../media/image252.png"/><Relationship Id="rId9" Type="http://schemas.openxmlformats.org/officeDocument/2006/relationships/customXml" Target="../ink/ink238.xml"/><Relationship Id="rId14" Type="http://schemas.openxmlformats.org/officeDocument/2006/relationships/image" Target="../media/image257.png"/><Relationship Id="rId22" Type="http://schemas.openxmlformats.org/officeDocument/2006/relationships/image" Target="../media/image261.png"/><Relationship Id="rId27" Type="http://schemas.openxmlformats.org/officeDocument/2006/relationships/customXml" Target="../ink/ink247.xml"/><Relationship Id="rId30" Type="http://schemas.openxmlformats.org/officeDocument/2006/relationships/image" Target="../media/image265.png"/><Relationship Id="rId35" Type="http://schemas.openxmlformats.org/officeDocument/2006/relationships/customXml" Target="../ink/ink251.xml"/><Relationship Id="rId43" Type="http://schemas.openxmlformats.org/officeDocument/2006/relationships/customXml" Target="../ink/ink255.xml"/><Relationship Id="rId48" Type="http://schemas.openxmlformats.org/officeDocument/2006/relationships/image" Target="../media/image274.png"/><Relationship Id="rId56" Type="http://schemas.openxmlformats.org/officeDocument/2006/relationships/image" Target="../media/image278.png"/><Relationship Id="rId8" Type="http://schemas.openxmlformats.org/officeDocument/2006/relationships/image" Target="../media/image254.png"/><Relationship Id="rId51" Type="http://schemas.openxmlformats.org/officeDocument/2006/relationships/customXml" Target="../ink/ink259.xml"/><Relationship Id="rId3" Type="http://schemas.openxmlformats.org/officeDocument/2006/relationships/customXml" Target="../ink/ink235.xml"/><Relationship Id="rId12" Type="http://schemas.openxmlformats.org/officeDocument/2006/relationships/image" Target="../media/image256.png"/><Relationship Id="rId17" Type="http://schemas.openxmlformats.org/officeDocument/2006/relationships/customXml" Target="../ink/ink242.xml"/><Relationship Id="rId25" Type="http://schemas.openxmlformats.org/officeDocument/2006/relationships/customXml" Target="../ink/ink246.xml"/><Relationship Id="rId33" Type="http://schemas.openxmlformats.org/officeDocument/2006/relationships/customXml" Target="../ink/ink250.xml"/><Relationship Id="rId38" Type="http://schemas.openxmlformats.org/officeDocument/2006/relationships/image" Target="../media/image269.png"/><Relationship Id="rId46" Type="http://schemas.openxmlformats.org/officeDocument/2006/relationships/image" Target="../media/image273.png"/><Relationship Id="rId20" Type="http://schemas.openxmlformats.org/officeDocument/2006/relationships/image" Target="../media/image260.png"/><Relationship Id="rId41" Type="http://schemas.openxmlformats.org/officeDocument/2006/relationships/customXml" Target="../ink/ink254.xml"/><Relationship Id="rId54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15" Type="http://schemas.openxmlformats.org/officeDocument/2006/relationships/customXml" Target="../ink/ink241.xml"/><Relationship Id="rId23" Type="http://schemas.openxmlformats.org/officeDocument/2006/relationships/customXml" Target="../ink/ink245.xml"/><Relationship Id="rId28" Type="http://schemas.openxmlformats.org/officeDocument/2006/relationships/image" Target="../media/image264.png"/><Relationship Id="rId36" Type="http://schemas.openxmlformats.org/officeDocument/2006/relationships/image" Target="../media/image268.png"/><Relationship Id="rId49" Type="http://schemas.openxmlformats.org/officeDocument/2006/relationships/customXml" Target="../ink/ink258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7.xml"/><Relationship Id="rId18" Type="http://schemas.openxmlformats.org/officeDocument/2006/relationships/image" Target="../media/image287.png"/><Relationship Id="rId26" Type="http://schemas.openxmlformats.org/officeDocument/2006/relationships/image" Target="../media/image291.png"/><Relationship Id="rId39" Type="http://schemas.openxmlformats.org/officeDocument/2006/relationships/customXml" Target="../ink/ink280.xml"/><Relationship Id="rId21" Type="http://schemas.openxmlformats.org/officeDocument/2006/relationships/customXml" Target="../ink/ink271.xml"/><Relationship Id="rId34" Type="http://schemas.openxmlformats.org/officeDocument/2006/relationships/image" Target="../media/image295.png"/><Relationship Id="rId7" Type="http://schemas.openxmlformats.org/officeDocument/2006/relationships/customXml" Target="../ink/ink264.xml"/><Relationship Id="rId12" Type="http://schemas.openxmlformats.org/officeDocument/2006/relationships/image" Target="../media/image284.png"/><Relationship Id="rId17" Type="http://schemas.openxmlformats.org/officeDocument/2006/relationships/customXml" Target="../ink/ink269.xml"/><Relationship Id="rId25" Type="http://schemas.openxmlformats.org/officeDocument/2006/relationships/customXml" Target="../ink/ink273.xml"/><Relationship Id="rId33" Type="http://schemas.openxmlformats.org/officeDocument/2006/relationships/customXml" Target="../ink/ink277.xml"/><Relationship Id="rId38" Type="http://schemas.openxmlformats.org/officeDocument/2006/relationships/image" Target="../media/image297.png"/><Relationship Id="rId2" Type="http://schemas.openxmlformats.org/officeDocument/2006/relationships/image" Target="../media/image279.png"/><Relationship Id="rId16" Type="http://schemas.openxmlformats.org/officeDocument/2006/relationships/image" Target="../media/image286.png"/><Relationship Id="rId20" Type="http://schemas.openxmlformats.org/officeDocument/2006/relationships/image" Target="../media/image288.png"/><Relationship Id="rId29" Type="http://schemas.openxmlformats.org/officeDocument/2006/relationships/customXml" Target="../ink/ink2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1" Type="http://schemas.openxmlformats.org/officeDocument/2006/relationships/customXml" Target="../ink/ink266.xml"/><Relationship Id="rId24" Type="http://schemas.openxmlformats.org/officeDocument/2006/relationships/image" Target="../media/image290.png"/><Relationship Id="rId32" Type="http://schemas.openxmlformats.org/officeDocument/2006/relationships/image" Target="../media/image294.png"/><Relationship Id="rId37" Type="http://schemas.openxmlformats.org/officeDocument/2006/relationships/customXml" Target="../ink/ink279.xml"/><Relationship Id="rId40" Type="http://schemas.openxmlformats.org/officeDocument/2006/relationships/image" Target="../media/image298.png"/><Relationship Id="rId5" Type="http://schemas.openxmlformats.org/officeDocument/2006/relationships/customXml" Target="../ink/ink263.xml"/><Relationship Id="rId15" Type="http://schemas.openxmlformats.org/officeDocument/2006/relationships/customXml" Target="../ink/ink268.xml"/><Relationship Id="rId23" Type="http://schemas.openxmlformats.org/officeDocument/2006/relationships/customXml" Target="../ink/ink272.xml"/><Relationship Id="rId28" Type="http://schemas.openxmlformats.org/officeDocument/2006/relationships/image" Target="../media/image292.png"/><Relationship Id="rId36" Type="http://schemas.openxmlformats.org/officeDocument/2006/relationships/image" Target="../media/image296.png"/><Relationship Id="rId10" Type="http://schemas.openxmlformats.org/officeDocument/2006/relationships/image" Target="../media/image283.png"/><Relationship Id="rId19" Type="http://schemas.openxmlformats.org/officeDocument/2006/relationships/customXml" Target="../ink/ink270.xml"/><Relationship Id="rId31" Type="http://schemas.openxmlformats.org/officeDocument/2006/relationships/customXml" Target="../ink/ink276.xml"/><Relationship Id="rId4" Type="http://schemas.openxmlformats.org/officeDocument/2006/relationships/image" Target="../media/image280.png"/><Relationship Id="rId9" Type="http://schemas.openxmlformats.org/officeDocument/2006/relationships/customXml" Target="../ink/ink265.xml"/><Relationship Id="rId14" Type="http://schemas.openxmlformats.org/officeDocument/2006/relationships/image" Target="../media/image285.png"/><Relationship Id="rId22" Type="http://schemas.openxmlformats.org/officeDocument/2006/relationships/image" Target="../media/image289.png"/><Relationship Id="rId27" Type="http://schemas.openxmlformats.org/officeDocument/2006/relationships/customXml" Target="../ink/ink274.xml"/><Relationship Id="rId30" Type="http://schemas.openxmlformats.org/officeDocument/2006/relationships/image" Target="../media/image293.png"/><Relationship Id="rId35" Type="http://schemas.openxmlformats.org/officeDocument/2006/relationships/customXml" Target="../ink/ink278.xml"/><Relationship Id="rId8" Type="http://schemas.openxmlformats.org/officeDocument/2006/relationships/image" Target="../media/image282.png"/><Relationship Id="rId3" Type="http://schemas.openxmlformats.org/officeDocument/2006/relationships/customXml" Target="../ink/ink26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1.xml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customXml" Target="../ink/ink282.xml"/><Relationship Id="rId4" Type="http://schemas.openxmlformats.org/officeDocument/2006/relationships/image" Target="../media/image30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customXml" Target="../ink/ink288.xml"/><Relationship Id="rId18" Type="http://schemas.openxmlformats.org/officeDocument/2006/relationships/image" Target="../media/image310.png"/><Relationship Id="rId3" Type="http://schemas.openxmlformats.org/officeDocument/2006/relationships/customXml" Target="../ink/ink283.xml"/><Relationship Id="rId21" Type="http://schemas.openxmlformats.org/officeDocument/2006/relationships/customXml" Target="../ink/ink292.xml"/><Relationship Id="rId7" Type="http://schemas.openxmlformats.org/officeDocument/2006/relationships/customXml" Target="../ink/ink285.xml"/><Relationship Id="rId12" Type="http://schemas.openxmlformats.org/officeDocument/2006/relationships/image" Target="../media/image307.png"/><Relationship Id="rId17" Type="http://schemas.openxmlformats.org/officeDocument/2006/relationships/customXml" Target="../ink/ink290.xml"/><Relationship Id="rId2" Type="http://schemas.openxmlformats.org/officeDocument/2006/relationships/image" Target="../media/image302.png"/><Relationship Id="rId16" Type="http://schemas.openxmlformats.org/officeDocument/2006/relationships/image" Target="../media/image309.png"/><Relationship Id="rId20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11" Type="http://schemas.openxmlformats.org/officeDocument/2006/relationships/customXml" Target="../ink/ink287.xml"/><Relationship Id="rId5" Type="http://schemas.openxmlformats.org/officeDocument/2006/relationships/customXml" Target="../ink/ink284.xml"/><Relationship Id="rId15" Type="http://schemas.openxmlformats.org/officeDocument/2006/relationships/customXml" Target="../ink/ink289.xml"/><Relationship Id="rId10" Type="http://schemas.openxmlformats.org/officeDocument/2006/relationships/image" Target="../media/image306.png"/><Relationship Id="rId19" Type="http://schemas.openxmlformats.org/officeDocument/2006/relationships/customXml" Target="../ink/ink291.xml"/><Relationship Id="rId4" Type="http://schemas.openxmlformats.org/officeDocument/2006/relationships/image" Target="../media/image303.png"/><Relationship Id="rId9" Type="http://schemas.openxmlformats.org/officeDocument/2006/relationships/customXml" Target="../ink/ink286.xml"/><Relationship Id="rId14" Type="http://schemas.openxmlformats.org/officeDocument/2006/relationships/image" Target="../media/image308.png"/><Relationship Id="rId22" Type="http://schemas.openxmlformats.org/officeDocument/2006/relationships/image" Target="../media/image31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8.xml"/><Relationship Id="rId18" Type="http://schemas.openxmlformats.org/officeDocument/2006/relationships/image" Target="../media/image321.png"/><Relationship Id="rId26" Type="http://schemas.openxmlformats.org/officeDocument/2006/relationships/image" Target="../media/image325.png"/><Relationship Id="rId21" Type="http://schemas.openxmlformats.org/officeDocument/2006/relationships/customXml" Target="../ink/ink302.xml"/><Relationship Id="rId34" Type="http://schemas.openxmlformats.org/officeDocument/2006/relationships/image" Target="../media/image329.png"/><Relationship Id="rId7" Type="http://schemas.openxmlformats.org/officeDocument/2006/relationships/customXml" Target="../ink/ink295.xml"/><Relationship Id="rId12" Type="http://schemas.openxmlformats.org/officeDocument/2006/relationships/image" Target="../media/image318.png"/><Relationship Id="rId17" Type="http://schemas.openxmlformats.org/officeDocument/2006/relationships/customXml" Target="../ink/ink300.xml"/><Relationship Id="rId25" Type="http://schemas.openxmlformats.org/officeDocument/2006/relationships/customXml" Target="../ink/ink304.xml"/><Relationship Id="rId33" Type="http://schemas.openxmlformats.org/officeDocument/2006/relationships/customXml" Target="../ink/ink308.xml"/><Relationship Id="rId38" Type="http://schemas.openxmlformats.org/officeDocument/2006/relationships/image" Target="../media/image331.png"/><Relationship Id="rId2" Type="http://schemas.openxmlformats.org/officeDocument/2006/relationships/image" Target="../media/image313.png"/><Relationship Id="rId16" Type="http://schemas.openxmlformats.org/officeDocument/2006/relationships/image" Target="../media/image320.png"/><Relationship Id="rId20" Type="http://schemas.openxmlformats.org/officeDocument/2006/relationships/image" Target="../media/image322.png"/><Relationship Id="rId29" Type="http://schemas.openxmlformats.org/officeDocument/2006/relationships/customXml" Target="../ink/ink3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png"/><Relationship Id="rId11" Type="http://schemas.openxmlformats.org/officeDocument/2006/relationships/customXml" Target="../ink/ink297.xml"/><Relationship Id="rId24" Type="http://schemas.openxmlformats.org/officeDocument/2006/relationships/image" Target="../media/image324.png"/><Relationship Id="rId32" Type="http://schemas.openxmlformats.org/officeDocument/2006/relationships/image" Target="../media/image328.png"/><Relationship Id="rId37" Type="http://schemas.openxmlformats.org/officeDocument/2006/relationships/customXml" Target="../ink/ink310.xml"/><Relationship Id="rId5" Type="http://schemas.openxmlformats.org/officeDocument/2006/relationships/customXml" Target="../ink/ink294.xml"/><Relationship Id="rId15" Type="http://schemas.openxmlformats.org/officeDocument/2006/relationships/customXml" Target="../ink/ink299.xml"/><Relationship Id="rId23" Type="http://schemas.openxmlformats.org/officeDocument/2006/relationships/customXml" Target="../ink/ink303.xml"/><Relationship Id="rId28" Type="http://schemas.openxmlformats.org/officeDocument/2006/relationships/image" Target="../media/image326.png"/><Relationship Id="rId36" Type="http://schemas.openxmlformats.org/officeDocument/2006/relationships/image" Target="../media/image330.png"/><Relationship Id="rId10" Type="http://schemas.openxmlformats.org/officeDocument/2006/relationships/image" Target="../media/image317.png"/><Relationship Id="rId19" Type="http://schemas.openxmlformats.org/officeDocument/2006/relationships/customXml" Target="../ink/ink301.xml"/><Relationship Id="rId31" Type="http://schemas.openxmlformats.org/officeDocument/2006/relationships/customXml" Target="../ink/ink307.xml"/><Relationship Id="rId4" Type="http://schemas.openxmlformats.org/officeDocument/2006/relationships/image" Target="../media/image314.png"/><Relationship Id="rId9" Type="http://schemas.openxmlformats.org/officeDocument/2006/relationships/customXml" Target="../ink/ink296.xml"/><Relationship Id="rId14" Type="http://schemas.openxmlformats.org/officeDocument/2006/relationships/image" Target="../media/image319.png"/><Relationship Id="rId22" Type="http://schemas.openxmlformats.org/officeDocument/2006/relationships/image" Target="../media/image323.png"/><Relationship Id="rId27" Type="http://schemas.openxmlformats.org/officeDocument/2006/relationships/customXml" Target="../ink/ink305.xml"/><Relationship Id="rId30" Type="http://schemas.openxmlformats.org/officeDocument/2006/relationships/image" Target="../media/image327.png"/><Relationship Id="rId35" Type="http://schemas.openxmlformats.org/officeDocument/2006/relationships/customXml" Target="../ink/ink309.xml"/><Relationship Id="rId8" Type="http://schemas.openxmlformats.org/officeDocument/2006/relationships/image" Target="../media/image316.png"/><Relationship Id="rId3" Type="http://schemas.openxmlformats.org/officeDocument/2006/relationships/customXml" Target="../ink/ink29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3.xml"/><Relationship Id="rId13" Type="http://schemas.openxmlformats.org/officeDocument/2006/relationships/image" Target="../media/image339.png"/><Relationship Id="rId18" Type="http://schemas.openxmlformats.org/officeDocument/2006/relationships/customXml" Target="../ink/ink318.xml"/><Relationship Id="rId3" Type="http://schemas.openxmlformats.org/officeDocument/2006/relationships/image" Target="../media/image334.png"/><Relationship Id="rId21" Type="http://schemas.openxmlformats.org/officeDocument/2006/relationships/image" Target="../media/image343.png"/><Relationship Id="rId7" Type="http://schemas.openxmlformats.org/officeDocument/2006/relationships/image" Target="../media/image336.png"/><Relationship Id="rId12" Type="http://schemas.openxmlformats.org/officeDocument/2006/relationships/customXml" Target="../ink/ink315.xml"/><Relationship Id="rId17" Type="http://schemas.openxmlformats.org/officeDocument/2006/relationships/image" Target="../media/image341.png"/><Relationship Id="rId2" Type="http://schemas.openxmlformats.org/officeDocument/2006/relationships/image" Target="../media/image333.png"/><Relationship Id="rId16" Type="http://schemas.openxmlformats.org/officeDocument/2006/relationships/customXml" Target="../ink/ink317.xml"/><Relationship Id="rId20" Type="http://schemas.openxmlformats.org/officeDocument/2006/relationships/customXml" Target="../ink/ink3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2.xml"/><Relationship Id="rId11" Type="http://schemas.openxmlformats.org/officeDocument/2006/relationships/image" Target="../media/image338.png"/><Relationship Id="rId5" Type="http://schemas.openxmlformats.org/officeDocument/2006/relationships/image" Target="../media/image335.png"/><Relationship Id="rId15" Type="http://schemas.openxmlformats.org/officeDocument/2006/relationships/image" Target="../media/image340.png"/><Relationship Id="rId23" Type="http://schemas.openxmlformats.org/officeDocument/2006/relationships/image" Target="../media/image344.png"/><Relationship Id="rId10" Type="http://schemas.openxmlformats.org/officeDocument/2006/relationships/customXml" Target="../ink/ink314.xml"/><Relationship Id="rId19" Type="http://schemas.openxmlformats.org/officeDocument/2006/relationships/image" Target="../media/image342.png"/><Relationship Id="rId4" Type="http://schemas.openxmlformats.org/officeDocument/2006/relationships/customXml" Target="../ink/ink311.xml"/><Relationship Id="rId9" Type="http://schemas.openxmlformats.org/officeDocument/2006/relationships/image" Target="../media/image337.png"/><Relationship Id="rId14" Type="http://schemas.openxmlformats.org/officeDocument/2006/relationships/customXml" Target="../ink/ink316.xml"/><Relationship Id="rId22" Type="http://schemas.openxmlformats.org/officeDocument/2006/relationships/customXml" Target="../ink/ink32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png"/><Relationship Id="rId3" Type="http://schemas.openxmlformats.org/officeDocument/2006/relationships/image" Target="../media/image346.png"/><Relationship Id="rId7" Type="http://schemas.openxmlformats.org/officeDocument/2006/relationships/customXml" Target="../ink/ink322.xml"/><Relationship Id="rId12" Type="http://schemas.openxmlformats.org/officeDocument/2006/relationships/image" Target="../media/image351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11" Type="http://schemas.openxmlformats.org/officeDocument/2006/relationships/customXml" Target="../ink/ink324.xml"/><Relationship Id="rId5" Type="http://schemas.openxmlformats.org/officeDocument/2006/relationships/customXml" Target="../ink/ink321.xml"/><Relationship Id="rId10" Type="http://schemas.openxmlformats.org/officeDocument/2006/relationships/image" Target="../media/image350.png"/><Relationship Id="rId4" Type="http://schemas.openxmlformats.org/officeDocument/2006/relationships/image" Target="../media/image347.png"/><Relationship Id="rId9" Type="http://schemas.openxmlformats.org/officeDocument/2006/relationships/customXml" Target="../ink/ink3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5.xml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.png"/><Relationship Id="rId5" Type="http://schemas.openxmlformats.org/officeDocument/2006/relationships/customXml" Target="../ink/ink326.xml"/><Relationship Id="rId4" Type="http://schemas.openxmlformats.org/officeDocument/2006/relationships/image" Target="../media/image35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png"/><Relationship Id="rId2" Type="http://schemas.openxmlformats.org/officeDocument/2006/relationships/image" Target="../media/image3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8.png"/><Relationship Id="rId5" Type="http://schemas.openxmlformats.org/officeDocument/2006/relationships/customXml" Target="../ink/ink327.xml"/><Relationship Id="rId4" Type="http://schemas.openxmlformats.org/officeDocument/2006/relationships/image" Target="../media/image357.png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5.png"/><Relationship Id="rId18" Type="http://schemas.openxmlformats.org/officeDocument/2006/relationships/customXml" Target="../ink/ink335.xml"/><Relationship Id="rId26" Type="http://schemas.openxmlformats.org/officeDocument/2006/relationships/customXml" Target="../ink/ink339.xml"/><Relationship Id="rId3" Type="http://schemas.openxmlformats.org/officeDocument/2006/relationships/image" Target="../media/image360.png"/><Relationship Id="rId21" Type="http://schemas.openxmlformats.org/officeDocument/2006/relationships/image" Target="../media/image369.png"/><Relationship Id="rId34" Type="http://schemas.openxmlformats.org/officeDocument/2006/relationships/customXml" Target="../ink/ink343.xml"/><Relationship Id="rId7" Type="http://schemas.openxmlformats.org/officeDocument/2006/relationships/image" Target="../media/image362.png"/><Relationship Id="rId12" Type="http://schemas.openxmlformats.org/officeDocument/2006/relationships/customXml" Target="../ink/ink332.xml"/><Relationship Id="rId17" Type="http://schemas.openxmlformats.org/officeDocument/2006/relationships/image" Target="../media/image367.png"/><Relationship Id="rId25" Type="http://schemas.openxmlformats.org/officeDocument/2006/relationships/image" Target="../media/image371.png"/><Relationship Id="rId33" Type="http://schemas.openxmlformats.org/officeDocument/2006/relationships/image" Target="../media/image375.png"/><Relationship Id="rId2" Type="http://schemas.openxmlformats.org/officeDocument/2006/relationships/image" Target="../media/image359.png"/><Relationship Id="rId16" Type="http://schemas.openxmlformats.org/officeDocument/2006/relationships/customXml" Target="../ink/ink334.xml"/><Relationship Id="rId20" Type="http://schemas.openxmlformats.org/officeDocument/2006/relationships/customXml" Target="../ink/ink336.xml"/><Relationship Id="rId29" Type="http://schemas.openxmlformats.org/officeDocument/2006/relationships/image" Target="../media/image37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9.xml"/><Relationship Id="rId11" Type="http://schemas.openxmlformats.org/officeDocument/2006/relationships/image" Target="../media/image364.png"/><Relationship Id="rId24" Type="http://schemas.openxmlformats.org/officeDocument/2006/relationships/customXml" Target="../ink/ink338.xml"/><Relationship Id="rId32" Type="http://schemas.openxmlformats.org/officeDocument/2006/relationships/customXml" Target="../ink/ink342.xml"/><Relationship Id="rId5" Type="http://schemas.openxmlformats.org/officeDocument/2006/relationships/image" Target="../media/image361.png"/><Relationship Id="rId15" Type="http://schemas.openxmlformats.org/officeDocument/2006/relationships/image" Target="../media/image366.png"/><Relationship Id="rId23" Type="http://schemas.openxmlformats.org/officeDocument/2006/relationships/image" Target="../media/image370.png"/><Relationship Id="rId28" Type="http://schemas.openxmlformats.org/officeDocument/2006/relationships/customXml" Target="../ink/ink340.xml"/><Relationship Id="rId10" Type="http://schemas.openxmlformats.org/officeDocument/2006/relationships/customXml" Target="../ink/ink331.xml"/><Relationship Id="rId19" Type="http://schemas.openxmlformats.org/officeDocument/2006/relationships/image" Target="../media/image368.png"/><Relationship Id="rId31" Type="http://schemas.openxmlformats.org/officeDocument/2006/relationships/image" Target="../media/image374.png"/><Relationship Id="rId4" Type="http://schemas.openxmlformats.org/officeDocument/2006/relationships/customXml" Target="../ink/ink328.xml"/><Relationship Id="rId9" Type="http://schemas.openxmlformats.org/officeDocument/2006/relationships/image" Target="../media/image363.png"/><Relationship Id="rId14" Type="http://schemas.openxmlformats.org/officeDocument/2006/relationships/customXml" Target="../ink/ink333.xml"/><Relationship Id="rId22" Type="http://schemas.openxmlformats.org/officeDocument/2006/relationships/customXml" Target="../ink/ink337.xml"/><Relationship Id="rId27" Type="http://schemas.openxmlformats.org/officeDocument/2006/relationships/image" Target="../media/image372.png"/><Relationship Id="rId30" Type="http://schemas.openxmlformats.org/officeDocument/2006/relationships/customXml" Target="../ink/ink341.xml"/><Relationship Id="rId35" Type="http://schemas.openxmlformats.org/officeDocument/2006/relationships/image" Target="../media/image376.png"/><Relationship Id="rId8" Type="http://schemas.openxmlformats.org/officeDocument/2006/relationships/customXml" Target="../ink/ink33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9.png"/><Relationship Id="rId4" Type="http://schemas.openxmlformats.org/officeDocument/2006/relationships/customXml" Target="../ink/ink34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6.xml"/><Relationship Id="rId13" Type="http://schemas.openxmlformats.org/officeDocument/2006/relationships/image" Target="../media/image388.png"/><Relationship Id="rId3" Type="http://schemas.openxmlformats.org/officeDocument/2006/relationships/image" Target="../media/image382.png"/><Relationship Id="rId7" Type="http://schemas.openxmlformats.org/officeDocument/2006/relationships/image" Target="../media/image385.png"/><Relationship Id="rId12" Type="http://schemas.openxmlformats.org/officeDocument/2006/relationships/customXml" Target="../ink/ink348.xml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5.xml"/><Relationship Id="rId11" Type="http://schemas.openxmlformats.org/officeDocument/2006/relationships/image" Target="../media/image387.png"/><Relationship Id="rId5" Type="http://schemas.openxmlformats.org/officeDocument/2006/relationships/image" Target="../media/image384.png"/><Relationship Id="rId15" Type="http://schemas.openxmlformats.org/officeDocument/2006/relationships/image" Target="../media/image389.png"/><Relationship Id="rId10" Type="http://schemas.openxmlformats.org/officeDocument/2006/relationships/customXml" Target="../ink/ink347.xml"/><Relationship Id="rId4" Type="http://schemas.openxmlformats.org/officeDocument/2006/relationships/image" Target="../media/image383.png"/><Relationship Id="rId9" Type="http://schemas.openxmlformats.org/officeDocument/2006/relationships/image" Target="../media/image386.png"/><Relationship Id="rId14" Type="http://schemas.openxmlformats.org/officeDocument/2006/relationships/customXml" Target="../ink/ink349.xml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5.xml"/><Relationship Id="rId18" Type="http://schemas.openxmlformats.org/officeDocument/2006/relationships/image" Target="../media/image398.png"/><Relationship Id="rId26" Type="http://schemas.openxmlformats.org/officeDocument/2006/relationships/image" Target="../media/image402.png"/><Relationship Id="rId39" Type="http://schemas.openxmlformats.org/officeDocument/2006/relationships/customXml" Target="../ink/ink368.xml"/><Relationship Id="rId21" Type="http://schemas.openxmlformats.org/officeDocument/2006/relationships/customXml" Target="../ink/ink359.xml"/><Relationship Id="rId34" Type="http://schemas.openxmlformats.org/officeDocument/2006/relationships/image" Target="../media/image406.png"/><Relationship Id="rId7" Type="http://schemas.openxmlformats.org/officeDocument/2006/relationships/customXml" Target="../ink/ink352.xml"/><Relationship Id="rId12" Type="http://schemas.openxmlformats.org/officeDocument/2006/relationships/image" Target="../media/image395.png"/><Relationship Id="rId17" Type="http://schemas.openxmlformats.org/officeDocument/2006/relationships/customXml" Target="../ink/ink357.xml"/><Relationship Id="rId25" Type="http://schemas.openxmlformats.org/officeDocument/2006/relationships/customXml" Target="../ink/ink361.xml"/><Relationship Id="rId33" Type="http://schemas.openxmlformats.org/officeDocument/2006/relationships/customXml" Target="../ink/ink365.xml"/><Relationship Id="rId38" Type="http://schemas.openxmlformats.org/officeDocument/2006/relationships/image" Target="../media/image408.png"/><Relationship Id="rId2" Type="http://schemas.openxmlformats.org/officeDocument/2006/relationships/image" Target="../media/image390.png"/><Relationship Id="rId16" Type="http://schemas.openxmlformats.org/officeDocument/2006/relationships/image" Target="../media/image397.png"/><Relationship Id="rId20" Type="http://schemas.openxmlformats.org/officeDocument/2006/relationships/image" Target="../media/image399.png"/><Relationship Id="rId29" Type="http://schemas.openxmlformats.org/officeDocument/2006/relationships/customXml" Target="../ink/ink3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11" Type="http://schemas.openxmlformats.org/officeDocument/2006/relationships/customXml" Target="../ink/ink354.xml"/><Relationship Id="rId24" Type="http://schemas.openxmlformats.org/officeDocument/2006/relationships/image" Target="../media/image401.png"/><Relationship Id="rId32" Type="http://schemas.openxmlformats.org/officeDocument/2006/relationships/image" Target="../media/image405.png"/><Relationship Id="rId37" Type="http://schemas.openxmlformats.org/officeDocument/2006/relationships/customXml" Target="../ink/ink367.xml"/><Relationship Id="rId40" Type="http://schemas.openxmlformats.org/officeDocument/2006/relationships/image" Target="../media/image409.png"/><Relationship Id="rId5" Type="http://schemas.openxmlformats.org/officeDocument/2006/relationships/customXml" Target="../ink/ink351.xml"/><Relationship Id="rId15" Type="http://schemas.openxmlformats.org/officeDocument/2006/relationships/customXml" Target="../ink/ink356.xml"/><Relationship Id="rId23" Type="http://schemas.openxmlformats.org/officeDocument/2006/relationships/customXml" Target="../ink/ink360.xml"/><Relationship Id="rId28" Type="http://schemas.openxmlformats.org/officeDocument/2006/relationships/image" Target="../media/image403.png"/><Relationship Id="rId36" Type="http://schemas.openxmlformats.org/officeDocument/2006/relationships/image" Target="../media/image407.png"/><Relationship Id="rId10" Type="http://schemas.openxmlformats.org/officeDocument/2006/relationships/image" Target="../media/image394.png"/><Relationship Id="rId19" Type="http://schemas.openxmlformats.org/officeDocument/2006/relationships/customXml" Target="../ink/ink358.xml"/><Relationship Id="rId31" Type="http://schemas.openxmlformats.org/officeDocument/2006/relationships/customXml" Target="../ink/ink364.xml"/><Relationship Id="rId4" Type="http://schemas.openxmlformats.org/officeDocument/2006/relationships/image" Target="../media/image391.png"/><Relationship Id="rId9" Type="http://schemas.openxmlformats.org/officeDocument/2006/relationships/customXml" Target="../ink/ink353.xml"/><Relationship Id="rId14" Type="http://schemas.openxmlformats.org/officeDocument/2006/relationships/image" Target="../media/image396.png"/><Relationship Id="rId22" Type="http://schemas.openxmlformats.org/officeDocument/2006/relationships/image" Target="../media/image400.png"/><Relationship Id="rId27" Type="http://schemas.openxmlformats.org/officeDocument/2006/relationships/customXml" Target="../ink/ink362.xml"/><Relationship Id="rId30" Type="http://schemas.openxmlformats.org/officeDocument/2006/relationships/image" Target="../media/image404.png"/><Relationship Id="rId35" Type="http://schemas.openxmlformats.org/officeDocument/2006/relationships/customXml" Target="../ink/ink366.xml"/><Relationship Id="rId8" Type="http://schemas.openxmlformats.org/officeDocument/2006/relationships/image" Target="../media/image393.png"/><Relationship Id="rId3" Type="http://schemas.openxmlformats.org/officeDocument/2006/relationships/customXml" Target="../ink/ink35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9.xml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5" Type="http://schemas.openxmlformats.org/officeDocument/2006/relationships/customXml" Target="../ink/ink370.xml"/><Relationship Id="rId4" Type="http://schemas.openxmlformats.org/officeDocument/2006/relationships/image" Target="../media/image41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3.xml"/><Relationship Id="rId13" Type="http://schemas.openxmlformats.org/officeDocument/2006/relationships/image" Target="../media/image420.png"/><Relationship Id="rId18" Type="http://schemas.openxmlformats.org/officeDocument/2006/relationships/customXml" Target="../ink/ink378.xml"/><Relationship Id="rId3" Type="http://schemas.openxmlformats.org/officeDocument/2006/relationships/image" Target="../media/image415.png"/><Relationship Id="rId7" Type="http://schemas.openxmlformats.org/officeDocument/2006/relationships/image" Target="../media/image417.png"/><Relationship Id="rId12" Type="http://schemas.openxmlformats.org/officeDocument/2006/relationships/customXml" Target="../ink/ink375.xml"/><Relationship Id="rId17" Type="http://schemas.openxmlformats.org/officeDocument/2006/relationships/image" Target="../media/image422.png"/><Relationship Id="rId2" Type="http://schemas.openxmlformats.org/officeDocument/2006/relationships/image" Target="../media/image414.png"/><Relationship Id="rId16" Type="http://schemas.openxmlformats.org/officeDocument/2006/relationships/customXml" Target="../ink/ink3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2.xml"/><Relationship Id="rId11" Type="http://schemas.openxmlformats.org/officeDocument/2006/relationships/image" Target="../media/image419.png"/><Relationship Id="rId5" Type="http://schemas.openxmlformats.org/officeDocument/2006/relationships/image" Target="../media/image416.png"/><Relationship Id="rId15" Type="http://schemas.openxmlformats.org/officeDocument/2006/relationships/image" Target="../media/image421.png"/><Relationship Id="rId10" Type="http://schemas.openxmlformats.org/officeDocument/2006/relationships/customXml" Target="../ink/ink374.xml"/><Relationship Id="rId19" Type="http://schemas.openxmlformats.org/officeDocument/2006/relationships/image" Target="../media/image423.png"/><Relationship Id="rId4" Type="http://schemas.openxmlformats.org/officeDocument/2006/relationships/customXml" Target="../ink/ink371.xml"/><Relationship Id="rId9" Type="http://schemas.openxmlformats.org/officeDocument/2006/relationships/image" Target="../media/image418.png"/><Relationship Id="rId14" Type="http://schemas.openxmlformats.org/officeDocument/2006/relationships/customXml" Target="../ink/ink37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9.xml"/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6.png"/><Relationship Id="rId5" Type="http://schemas.openxmlformats.org/officeDocument/2006/relationships/customXml" Target="../ink/ink380.xml"/><Relationship Id="rId4" Type="http://schemas.openxmlformats.org/officeDocument/2006/relationships/image" Target="../media/image42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customXml" Target="../ink/ink386.xml"/><Relationship Id="rId18" Type="http://schemas.openxmlformats.org/officeDocument/2006/relationships/image" Target="../media/image435.png"/><Relationship Id="rId26" Type="http://schemas.openxmlformats.org/officeDocument/2006/relationships/image" Target="../media/image439.png"/><Relationship Id="rId3" Type="http://schemas.openxmlformats.org/officeDocument/2006/relationships/customXml" Target="../ink/ink381.xml"/><Relationship Id="rId21" Type="http://schemas.openxmlformats.org/officeDocument/2006/relationships/customXml" Target="../ink/ink390.xml"/><Relationship Id="rId7" Type="http://schemas.openxmlformats.org/officeDocument/2006/relationships/customXml" Target="../ink/ink383.xml"/><Relationship Id="rId12" Type="http://schemas.openxmlformats.org/officeDocument/2006/relationships/image" Target="../media/image432.png"/><Relationship Id="rId17" Type="http://schemas.openxmlformats.org/officeDocument/2006/relationships/customXml" Target="../ink/ink388.xml"/><Relationship Id="rId25" Type="http://schemas.openxmlformats.org/officeDocument/2006/relationships/customXml" Target="../ink/ink392.xml"/><Relationship Id="rId2" Type="http://schemas.openxmlformats.org/officeDocument/2006/relationships/image" Target="../media/image427.png"/><Relationship Id="rId16" Type="http://schemas.openxmlformats.org/officeDocument/2006/relationships/image" Target="../media/image434.png"/><Relationship Id="rId20" Type="http://schemas.openxmlformats.org/officeDocument/2006/relationships/image" Target="../media/image436.png"/><Relationship Id="rId29" Type="http://schemas.openxmlformats.org/officeDocument/2006/relationships/customXml" Target="../ink/ink3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9.png"/><Relationship Id="rId11" Type="http://schemas.openxmlformats.org/officeDocument/2006/relationships/customXml" Target="../ink/ink385.xml"/><Relationship Id="rId24" Type="http://schemas.openxmlformats.org/officeDocument/2006/relationships/image" Target="../media/image438.png"/><Relationship Id="rId32" Type="http://schemas.openxmlformats.org/officeDocument/2006/relationships/image" Target="../media/image442.png"/><Relationship Id="rId5" Type="http://schemas.openxmlformats.org/officeDocument/2006/relationships/customXml" Target="../ink/ink382.xml"/><Relationship Id="rId15" Type="http://schemas.openxmlformats.org/officeDocument/2006/relationships/customXml" Target="../ink/ink387.xml"/><Relationship Id="rId23" Type="http://schemas.openxmlformats.org/officeDocument/2006/relationships/customXml" Target="../ink/ink391.xml"/><Relationship Id="rId28" Type="http://schemas.openxmlformats.org/officeDocument/2006/relationships/image" Target="../media/image440.png"/><Relationship Id="rId10" Type="http://schemas.openxmlformats.org/officeDocument/2006/relationships/image" Target="../media/image431.png"/><Relationship Id="rId19" Type="http://schemas.openxmlformats.org/officeDocument/2006/relationships/customXml" Target="../ink/ink389.xml"/><Relationship Id="rId31" Type="http://schemas.openxmlformats.org/officeDocument/2006/relationships/customXml" Target="../ink/ink395.xml"/><Relationship Id="rId4" Type="http://schemas.openxmlformats.org/officeDocument/2006/relationships/image" Target="../media/image428.png"/><Relationship Id="rId9" Type="http://schemas.openxmlformats.org/officeDocument/2006/relationships/customXml" Target="../ink/ink384.xml"/><Relationship Id="rId14" Type="http://schemas.openxmlformats.org/officeDocument/2006/relationships/image" Target="../media/image433.png"/><Relationship Id="rId22" Type="http://schemas.openxmlformats.org/officeDocument/2006/relationships/image" Target="../media/image437.png"/><Relationship Id="rId27" Type="http://schemas.openxmlformats.org/officeDocument/2006/relationships/customXml" Target="../ink/ink393.xml"/><Relationship Id="rId30" Type="http://schemas.openxmlformats.org/officeDocument/2006/relationships/image" Target="../media/image44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3" Type="http://schemas.openxmlformats.org/officeDocument/2006/relationships/customXml" Target="../ink/ink396.xml"/><Relationship Id="rId7" Type="http://schemas.openxmlformats.org/officeDocument/2006/relationships/customXml" Target="../ink/ink398.xml"/><Relationship Id="rId2" Type="http://schemas.openxmlformats.org/officeDocument/2006/relationships/image" Target="../media/image4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5.png"/><Relationship Id="rId5" Type="http://schemas.openxmlformats.org/officeDocument/2006/relationships/customXml" Target="../ink/ink397.xml"/><Relationship Id="rId10" Type="http://schemas.openxmlformats.org/officeDocument/2006/relationships/image" Target="../media/image447.png"/><Relationship Id="rId4" Type="http://schemas.openxmlformats.org/officeDocument/2006/relationships/image" Target="../media/image444.png"/><Relationship Id="rId9" Type="http://schemas.openxmlformats.org/officeDocument/2006/relationships/customXml" Target="../ink/ink399.xml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4.xml"/><Relationship Id="rId18" Type="http://schemas.openxmlformats.org/officeDocument/2006/relationships/image" Target="../media/image457.png"/><Relationship Id="rId26" Type="http://schemas.openxmlformats.org/officeDocument/2006/relationships/image" Target="../media/image461.png"/><Relationship Id="rId39" Type="http://schemas.openxmlformats.org/officeDocument/2006/relationships/customXml" Target="../ink/ink417.xml"/><Relationship Id="rId21" Type="http://schemas.openxmlformats.org/officeDocument/2006/relationships/customXml" Target="../ink/ink408.xml"/><Relationship Id="rId34" Type="http://schemas.openxmlformats.org/officeDocument/2006/relationships/image" Target="../media/image465.png"/><Relationship Id="rId7" Type="http://schemas.openxmlformats.org/officeDocument/2006/relationships/customXml" Target="../ink/ink401.xml"/><Relationship Id="rId12" Type="http://schemas.openxmlformats.org/officeDocument/2006/relationships/image" Target="../media/image454.png"/><Relationship Id="rId17" Type="http://schemas.openxmlformats.org/officeDocument/2006/relationships/customXml" Target="../ink/ink406.xml"/><Relationship Id="rId25" Type="http://schemas.openxmlformats.org/officeDocument/2006/relationships/customXml" Target="../ink/ink410.xml"/><Relationship Id="rId33" Type="http://schemas.openxmlformats.org/officeDocument/2006/relationships/customXml" Target="../ink/ink414.xml"/><Relationship Id="rId38" Type="http://schemas.openxmlformats.org/officeDocument/2006/relationships/image" Target="../media/image467.png"/><Relationship Id="rId2" Type="http://schemas.openxmlformats.org/officeDocument/2006/relationships/image" Target="../media/image448.png"/><Relationship Id="rId16" Type="http://schemas.openxmlformats.org/officeDocument/2006/relationships/image" Target="../media/image456.png"/><Relationship Id="rId20" Type="http://schemas.openxmlformats.org/officeDocument/2006/relationships/image" Target="../media/image458.png"/><Relationship Id="rId29" Type="http://schemas.openxmlformats.org/officeDocument/2006/relationships/customXml" Target="../ink/ink4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11" Type="http://schemas.openxmlformats.org/officeDocument/2006/relationships/customXml" Target="../ink/ink403.xml"/><Relationship Id="rId24" Type="http://schemas.openxmlformats.org/officeDocument/2006/relationships/image" Target="../media/image460.png"/><Relationship Id="rId32" Type="http://schemas.openxmlformats.org/officeDocument/2006/relationships/image" Target="../media/image464.png"/><Relationship Id="rId37" Type="http://schemas.openxmlformats.org/officeDocument/2006/relationships/customXml" Target="../ink/ink416.xml"/><Relationship Id="rId40" Type="http://schemas.openxmlformats.org/officeDocument/2006/relationships/image" Target="../media/image468.png"/><Relationship Id="rId5" Type="http://schemas.openxmlformats.org/officeDocument/2006/relationships/customXml" Target="../ink/ink400.xml"/><Relationship Id="rId15" Type="http://schemas.openxmlformats.org/officeDocument/2006/relationships/customXml" Target="../ink/ink405.xml"/><Relationship Id="rId23" Type="http://schemas.openxmlformats.org/officeDocument/2006/relationships/customXml" Target="../ink/ink409.xml"/><Relationship Id="rId28" Type="http://schemas.openxmlformats.org/officeDocument/2006/relationships/image" Target="../media/image462.png"/><Relationship Id="rId36" Type="http://schemas.openxmlformats.org/officeDocument/2006/relationships/image" Target="../media/image466.png"/><Relationship Id="rId10" Type="http://schemas.openxmlformats.org/officeDocument/2006/relationships/image" Target="../media/image453.png"/><Relationship Id="rId19" Type="http://schemas.openxmlformats.org/officeDocument/2006/relationships/customXml" Target="../ink/ink407.xml"/><Relationship Id="rId31" Type="http://schemas.openxmlformats.org/officeDocument/2006/relationships/customXml" Target="../ink/ink413.xml"/><Relationship Id="rId4" Type="http://schemas.openxmlformats.org/officeDocument/2006/relationships/image" Target="../media/image450.png"/><Relationship Id="rId9" Type="http://schemas.openxmlformats.org/officeDocument/2006/relationships/customXml" Target="../ink/ink402.xml"/><Relationship Id="rId14" Type="http://schemas.openxmlformats.org/officeDocument/2006/relationships/image" Target="../media/image455.png"/><Relationship Id="rId22" Type="http://schemas.openxmlformats.org/officeDocument/2006/relationships/image" Target="../media/image459.png"/><Relationship Id="rId27" Type="http://schemas.openxmlformats.org/officeDocument/2006/relationships/customXml" Target="../ink/ink411.xml"/><Relationship Id="rId30" Type="http://schemas.openxmlformats.org/officeDocument/2006/relationships/image" Target="../media/image463.png"/><Relationship Id="rId35" Type="http://schemas.openxmlformats.org/officeDocument/2006/relationships/customXml" Target="../ink/ink415.xml"/><Relationship Id="rId8" Type="http://schemas.openxmlformats.org/officeDocument/2006/relationships/image" Target="../media/image452.png"/><Relationship Id="rId3" Type="http://schemas.openxmlformats.org/officeDocument/2006/relationships/image" Target="../media/image4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8.xml"/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1.png"/><Relationship Id="rId5" Type="http://schemas.openxmlformats.org/officeDocument/2006/relationships/customXml" Target="../ink/ink419.xml"/><Relationship Id="rId4" Type="http://schemas.openxmlformats.org/officeDocument/2006/relationships/image" Target="../media/image4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2390630"/>
            <a:ext cx="11831701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3EC043-9E47-AE27-370F-8D04036CEA34}"/>
              </a:ext>
            </a:extLst>
          </p:cNvPr>
          <p:cNvSpPr txBox="1"/>
          <p:nvPr/>
        </p:nvSpPr>
        <p:spPr>
          <a:xfrm>
            <a:off x="841175" y="585698"/>
            <a:ext cx="11031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</a:t>
            </a:r>
            <a:r>
              <a:rPr lang="en-US" sz="2400" b="1" dirty="0"/>
              <a:t>Power BI</a:t>
            </a:r>
            <a:r>
              <a:rPr lang="en-US" sz="2400" dirty="0"/>
              <a:t>, a </a:t>
            </a:r>
            <a:r>
              <a:rPr lang="en-US" sz="2400" b="1" dirty="0"/>
              <a:t>DAX function</a:t>
            </a:r>
            <a:r>
              <a:rPr lang="en-US" sz="2400" dirty="0"/>
              <a:t> refers to a function written in </a:t>
            </a:r>
            <a:r>
              <a:rPr lang="en-US" sz="2400" b="1" dirty="0"/>
              <a:t>DAX</a:t>
            </a:r>
            <a:r>
              <a:rPr lang="en-US" sz="2400" dirty="0"/>
              <a:t> — </a:t>
            </a:r>
            <a:r>
              <a:rPr lang="en-US" sz="2400" b="1" dirty="0"/>
              <a:t>Data Analysis Expressions</a:t>
            </a:r>
            <a:r>
              <a:rPr lang="en-US" sz="2400" dirty="0"/>
              <a:t>. DAX is a formula language used in Power BI, Excel Power Pivot, and SQL Server Analysis Services (SSAS) for creating custom calculations on data models.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36B1B-43F6-E15C-3478-BA4088F9E35A}"/>
              </a:ext>
            </a:extLst>
          </p:cNvPr>
          <p:cNvSpPr txBox="1"/>
          <p:nvPr/>
        </p:nvSpPr>
        <p:spPr>
          <a:xfrm>
            <a:off x="841174" y="2690336"/>
            <a:ext cx="11160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What is a DAX Function?</a:t>
            </a:r>
          </a:p>
          <a:p>
            <a:pPr>
              <a:buNone/>
            </a:pPr>
            <a:r>
              <a:rPr lang="en-US" sz="2400" dirty="0"/>
              <a:t>A </a:t>
            </a:r>
            <a:r>
              <a:rPr lang="en-US" sz="2400" b="1" dirty="0"/>
              <a:t>DAX function</a:t>
            </a:r>
            <a:r>
              <a:rPr lang="en-US" sz="2400" dirty="0"/>
              <a:t> is a predefined formula or operation you can use to manipulate data, create new columns, measures, or tables, and build more advanced analytics.</a:t>
            </a:r>
          </a:p>
          <a:p>
            <a:pPr>
              <a:buNone/>
            </a:pPr>
            <a:r>
              <a:rPr lang="en-US" sz="2400" dirty="0"/>
              <a:t>Think of DAX like Excel formulas — but built specifically for </a:t>
            </a:r>
            <a:r>
              <a:rPr lang="en-US" sz="2400" b="1" dirty="0"/>
              <a:t>data modeling and analytics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386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4322-AFC3-8C42-D467-6AACF7FE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AC73-E95A-07B5-B627-B01D64DCB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SUM() function adds up all the </a:t>
            </a:r>
            <a:r>
              <a:rPr lang="en-US" b="1" dirty="0"/>
              <a:t>numeric</a:t>
            </a:r>
            <a:r>
              <a:rPr lang="en-US" dirty="0"/>
              <a:t> values in a single column.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SUM(&lt;column&gt;)</a:t>
            </a:r>
          </a:p>
          <a:p>
            <a:pPr marL="0" indent="0">
              <a:buNone/>
            </a:pPr>
            <a:r>
              <a:rPr lang="en-US" dirty="0"/>
              <a:t>&lt;column&gt;: The name of the column containing numbers you want to sum.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The column </a:t>
            </a:r>
            <a:r>
              <a:rPr lang="en-US" altLang="en-US" b="1" dirty="0">
                <a:latin typeface="Arial" panose="020B0604020202020204" pitchFamily="34" charset="0"/>
              </a:rPr>
              <a:t>must contain numeric data types</a:t>
            </a:r>
            <a:r>
              <a:rPr lang="en-US" altLang="en-US" dirty="0">
                <a:latin typeface="Arial" panose="020B0604020202020204" pitchFamily="34" charset="0"/>
              </a:rPr>
              <a:t> like integers or decimals (not text or Boolean).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1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11" y="294837"/>
            <a:ext cx="5984875" cy="6934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E0AB63-F9C3-A48D-816A-65E2CEC852BC}"/>
              </a:ext>
            </a:extLst>
          </p:cNvPr>
          <p:cNvSpPr txBox="1"/>
          <p:nvPr/>
        </p:nvSpPr>
        <p:spPr>
          <a:xfrm>
            <a:off x="757753" y="1126451"/>
            <a:ext cx="11208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 Creating a Measure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You're creating a </a:t>
            </a:r>
            <a:r>
              <a:rPr lang="en-US" b="1" dirty="0"/>
              <a:t>measure</a:t>
            </a:r>
            <a:r>
              <a:rPr lang="en-US" dirty="0"/>
              <a:t> called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are </a:t>
            </a:r>
            <a:r>
              <a:rPr lang="en-US" b="1" dirty="0"/>
              <a:t>calculations</a:t>
            </a:r>
            <a:r>
              <a:rPr lang="en-US" dirty="0"/>
              <a:t> that aggregate data dynamically based on the filters applied in visuals (tables, charts, slicers, etc.).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78055-EC1F-C8BC-4EC5-1F496D055397}"/>
              </a:ext>
            </a:extLst>
          </p:cNvPr>
          <p:cNvSpPr txBox="1"/>
          <p:nvPr/>
        </p:nvSpPr>
        <p:spPr>
          <a:xfrm>
            <a:off x="844450" y="2687569"/>
            <a:ext cx="10503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Using the </a:t>
            </a:r>
            <a:r>
              <a:rPr lang="en-US" b="1" dirty="0">
                <a:latin typeface="Courier New" panose="02070309020205020404" pitchFamily="49" charset="0"/>
              </a:rPr>
              <a:t>SUM()</a:t>
            </a:r>
            <a:r>
              <a:rPr lang="en-US" b="1" dirty="0"/>
              <a:t>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SUM()</a:t>
            </a:r>
            <a:r>
              <a:rPr lang="en-US" dirty="0"/>
              <a:t> function is summing the values in the column </a:t>
            </a:r>
            <a:r>
              <a:rPr lang="en-US" dirty="0">
                <a:latin typeface="Courier New" panose="02070309020205020404" pitchFamily="49" charset="0"/>
              </a:rPr>
              <a:t>Orders[Selling Price]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 plain language:</a:t>
            </a:r>
          </a:p>
          <a:p>
            <a:pPr>
              <a:buNone/>
            </a:pPr>
            <a:r>
              <a:rPr lang="en-US" dirty="0"/>
              <a:t>“Add up all the values in the </a:t>
            </a:r>
            <a:r>
              <a:rPr lang="en-US" dirty="0">
                <a:latin typeface="Courier New" panose="02070309020205020404" pitchFamily="49" charset="0"/>
              </a:rPr>
              <a:t>Selling Price</a:t>
            </a:r>
            <a:r>
              <a:rPr lang="en-US" dirty="0"/>
              <a:t> column of the </a:t>
            </a:r>
            <a:r>
              <a:rPr lang="en-US" dirty="0">
                <a:latin typeface="Courier New" panose="02070309020205020404" pitchFamily="49" charset="0"/>
              </a:rPr>
              <a:t>Orders</a:t>
            </a:r>
            <a:r>
              <a:rPr lang="en-US" dirty="0"/>
              <a:t> table.”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487045"/>
            <a:ext cx="10946130" cy="588391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AFF8CBD-3621-7C12-1CDC-4644D9A07201}"/>
              </a:ext>
            </a:extLst>
          </p:cNvPr>
          <p:cNvGrpSpPr/>
          <p:nvPr/>
        </p:nvGrpSpPr>
        <p:grpSpPr>
          <a:xfrm>
            <a:off x="5007611" y="1664921"/>
            <a:ext cx="1451880" cy="354960"/>
            <a:chOff x="5007611" y="1664921"/>
            <a:chExt cx="145188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42516B1-4F97-ABC8-760A-FA5DC6E48F39}"/>
                    </a:ext>
                  </a:extLst>
                </p14:cNvPr>
                <p14:cNvContentPartPr/>
                <p14:nvPr/>
              </p14:nvContentPartPr>
              <p14:xfrm>
                <a:off x="5007611" y="1664921"/>
                <a:ext cx="194040" cy="335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42516B1-4F97-ABC8-760A-FA5DC6E48F3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98611" y="1656281"/>
                  <a:ext cx="2116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3D014A-CA6D-FE6C-0D67-1A6AD3A5D671}"/>
                    </a:ext>
                  </a:extLst>
                </p14:cNvPr>
                <p14:cNvContentPartPr/>
                <p14:nvPr/>
              </p14:nvContentPartPr>
              <p14:xfrm>
                <a:off x="5196971" y="1854281"/>
                <a:ext cx="108000" cy="107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3D014A-CA6D-FE6C-0D67-1A6AD3A5D6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87971" y="1845281"/>
                  <a:ext cx="125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B506602-23D9-6503-A4DD-90E67A64BA91}"/>
                    </a:ext>
                  </a:extLst>
                </p14:cNvPr>
                <p14:cNvContentPartPr/>
                <p14:nvPr/>
              </p14:nvContentPartPr>
              <p14:xfrm>
                <a:off x="5335571" y="1749161"/>
                <a:ext cx="407880" cy="256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B506602-23D9-6503-A4DD-90E67A64BA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26931" y="1740161"/>
                  <a:ext cx="425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82354C-14BE-7E80-44F1-B5B427F4AE95}"/>
                    </a:ext>
                  </a:extLst>
                </p14:cNvPr>
                <p14:cNvContentPartPr/>
                <p14:nvPr/>
              </p14:nvContentPartPr>
              <p14:xfrm>
                <a:off x="6015971" y="1753121"/>
                <a:ext cx="186480" cy="266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82354C-14BE-7E80-44F1-B5B427F4AE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07331" y="1744481"/>
                  <a:ext cx="2041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95D0F8-353C-CF35-EF50-DD982C8FD406}"/>
                    </a:ext>
                  </a:extLst>
                </p14:cNvPr>
                <p14:cNvContentPartPr/>
                <p14:nvPr/>
              </p14:nvContentPartPr>
              <p14:xfrm>
                <a:off x="6134411" y="1687601"/>
                <a:ext cx="325080" cy="27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95D0F8-353C-CF35-EF50-DD982C8FD4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25771" y="1678601"/>
                  <a:ext cx="342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1BC8A6F-5867-7CE7-C009-849CF02F5C11}"/>
                    </a:ext>
                  </a:extLst>
                </p14:cNvPr>
                <p14:cNvContentPartPr/>
                <p14:nvPr/>
              </p14:nvContentPartPr>
              <p14:xfrm>
                <a:off x="5993651" y="1763201"/>
                <a:ext cx="244080" cy="35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1BC8A6F-5867-7CE7-C009-849CF02F5C1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85011" y="1754201"/>
                  <a:ext cx="261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437712-A26E-A5D1-768C-4C29CE7AFA83}"/>
                    </a:ext>
                  </a:extLst>
                </p14:cNvPr>
                <p14:cNvContentPartPr/>
                <p14:nvPr/>
              </p14:nvContentPartPr>
              <p14:xfrm>
                <a:off x="6107051" y="1681481"/>
                <a:ext cx="107640" cy="143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437712-A26E-A5D1-768C-4C29CE7AFA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98051" y="1672841"/>
                  <a:ext cx="12528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73A212-88C0-8591-5805-F6313B1B5010}"/>
              </a:ext>
            </a:extLst>
          </p:cNvPr>
          <p:cNvGrpSpPr/>
          <p:nvPr/>
        </p:nvGrpSpPr>
        <p:grpSpPr>
          <a:xfrm>
            <a:off x="6750731" y="1709201"/>
            <a:ext cx="1346040" cy="274320"/>
            <a:chOff x="6750731" y="1709201"/>
            <a:chExt cx="1346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DB1D339-A0CC-D275-80DC-579998F17C02}"/>
                    </a:ext>
                  </a:extLst>
                </p14:cNvPr>
                <p14:cNvContentPartPr/>
                <p14:nvPr/>
              </p14:nvContentPartPr>
              <p14:xfrm>
                <a:off x="6750731" y="1709201"/>
                <a:ext cx="250920" cy="264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DB1D339-A0CC-D275-80DC-579998F17C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41731" y="1700201"/>
                  <a:ext cx="268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C081E2-FCFB-6451-6E87-93830F73B36C}"/>
                    </a:ext>
                  </a:extLst>
                </p14:cNvPr>
                <p14:cNvContentPartPr/>
                <p14:nvPr/>
              </p14:nvContentPartPr>
              <p14:xfrm>
                <a:off x="7028291" y="1731161"/>
                <a:ext cx="293040" cy="22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C081E2-FCFB-6451-6E87-93830F73B3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19651" y="1722161"/>
                  <a:ext cx="310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FE4C99-17CA-B428-2B82-F031AA13DDFB}"/>
                    </a:ext>
                  </a:extLst>
                </p14:cNvPr>
                <p14:cNvContentPartPr/>
                <p14:nvPr/>
              </p14:nvContentPartPr>
              <p14:xfrm>
                <a:off x="7328531" y="1807481"/>
                <a:ext cx="282240" cy="144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FE4C99-17CA-B428-2B82-F031AA13DD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19891" y="1798841"/>
                  <a:ext cx="299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B47ACC-5C98-920F-D6A7-B3F5E7F3040A}"/>
                    </a:ext>
                  </a:extLst>
                </p14:cNvPr>
                <p14:cNvContentPartPr/>
                <p14:nvPr/>
              </p14:nvContentPartPr>
              <p14:xfrm>
                <a:off x="7661171" y="1726481"/>
                <a:ext cx="380160" cy="25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B47ACC-5C98-920F-D6A7-B3F5E7F3040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52531" y="1717481"/>
                  <a:ext cx="397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E06C2F-A960-093A-A853-F59CA36AD55D}"/>
                    </a:ext>
                  </a:extLst>
                </p14:cNvPr>
                <p14:cNvContentPartPr/>
                <p14:nvPr/>
              </p14:nvContentPartPr>
              <p14:xfrm>
                <a:off x="7831451" y="1780481"/>
                <a:ext cx="26532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E06C2F-A960-093A-A853-F59CA36AD5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22451" y="1771481"/>
                  <a:ext cx="282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0F231E-A23C-79BC-93C7-F952BB56AD6D}"/>
                    </a:ext>
                  </a:extLst>
                </p14:cNvPr>
                <p14:cNvContentPartPr/>
                <p14:nvPr/>
              </p14:nvContentPartPr>
              <p14:xfrm>
                <a:off x="7174451" y="1810001"/>
                <a:ext cx="368640" cy="2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0F231E-A23C-79BC-93C7-F952BB56AD6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65811" y="1801361"/>
                  <a:ext cx="3862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D47C5B-EC9F-FFB9-9BD6-6914F76FAA38}"/>
              </a:ext>
            </a:extLst>
          </p:cNvPr>
          <p:cNvGrpSpPr/>
          <p:nvPr/>
        </p:nvGrpSpPr>
        <p:grpSpPr>
          <a:xfrm>
            <a:off x="4532771" y="1552601"/>
            <a:ext cx="364320" cy="353880"/>
            <a:chOff x="4532771" y="1552601"/>
            <a:chExt cx="36432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CF8793-3829-D851-94A6-86A4FF31CF29}"/>
                    </a:ext>
                  </a:extLst>
                </p14:cNvPr>
                <p14:cNvContentPartPr/>
                <p14:nvPr/>
              </p14:nvContentPartPr>
              <p14:xfrm>
                <a:off x="4647251" y="1694081"/>
                <a:ext cx="68040" cy="150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CF8793-3829-D851-94A6-86A4FF31CF2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38611" y="1685081"/>
                  <a:ext cx="85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BE3E7CB-CDF5-7F7A-3D3D-FC75CBF50C30}"/>
                    </a:ext>
                  </a:extLst>
                </p14:cNvPr>
                <p14:cNvContentPartPr/>
                <p14:nvPr/>
              </p14:nvContentPartPr>
              <p14:xfrm>
                <a:off x="4532771" y="1552601"/>
                <a:ext cx="364320" cy="353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BE3E7CB-CDF5-7F7A-3D3D-FC75CBF50C3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24131" y="1543961"/>
                  <a:ext cx="38196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228B43-B9E0-F68A-6F05-736BF2725BD3}"/>
              </a:ext>
            </a:extLst>
          </p:cNvPr>
          <p:cNvGrpSpPr/>
          <p:nvPr/>
        </p:nvGrpSpPr>
        <p:grpSpPr>
          <a:xfrm>
            <a:off x="9721811" y="953201"/>
            <a:ext cx="1127520" cy="1213920"/>
            <a:chOff x="9721811" y="953201"/>
            <a:chExt cx="1127520" cy="12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7BB8B1C-A85E-C097-95E4-E3635E340247}"/>
                    </a:ext>
                  </a:extLst>
                </p14:cNvPr>
                <p14:cNvContentPartPr/>
                <p14:nvPr/>
              </p14:nvContentPartPr>
              <p14:xfrm>
                <a:off x="10358651" y="1918721"/>
                <a:ext cx="154800" cy="18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7BB8B1C-A85E-C097-95E4-E3635E3402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349651" y="1910081"/>
                  <a:ext cx="172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0E815D-C6D9-18D6-3716-A0C87319CEF8}"/>
                    </a:ext>
                  </a:extLst>
                </p14:cNvPr>
                <p14:cNvContentPartPr/>
                <p14:nvPr/>
              </p14:nvContentPartPr>
              <p14:xfrm>
                <a:off x="10307171" y="1774721"/>
                <a:ext cx="262080" cy="39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0E815D-C6D9-18D6-3716-A0C87319CE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98531" y="1765721"/>
                  <a:ext cx="279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2A0B41-858B-A823-A7F4-673400A95FBA}"/>
                    </a:ext>
                  </a:extLst>
                </p14:cNvPr>
                <p14:cNvContentPartPr/>
                <p14:nvPr/>
              </p14:nvContentPartPr>
              <p14:xfrm>
                <a:off x="10323011" y="1378361"/>
                <a:ext cx="170280" cy="537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2A0B41-858B-A823-A7F4-673400A95FB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14371" y="1369361"/>
                  <a:ext cx="1879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C01A3C-20E4-0307-D6EB-D29267976459}"/>
                    </a:ext>
                  </a:extLst>
                </p14:cNvPr>
                <p14:cNvContentPartPr/>
                <p14:nvPr/>
              </p14:nvContentPartPr>
              <p14:xfrm>
                <a:off x="9736931" y="1107641"/>
                <a:ext cx="56520" cy="218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C01A3C-20E4-0307-D6EB-D292679764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28291" y="1098641"/>
                  <a:ext cx="74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FA8C15-AB5B-6100-1961-3E5D68BFEDA6}"/>
                    </a:ext>
                  </a:extLst>
                </p14:cNvPr>
                <p14:cNvContentPartPr/>
                <p14:nvPr/>
              </p14:nvContentPartPr>
              <p14:xfrm>
                <a:off x="9721811" y="1021601"/>
                <a:ext cx="186120" cy="294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FA8C15-AB5B-6100-1961-3E5D68BFEDA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13171" y="1012601"/>
                  <a:ext cx="2037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CC0196-269B-F8A4-5546-785DF241A011}"/>
                    </a:ext>
                  </a:extLst>
                </p14:cNvPr>
                <p14:cNvContentPartPr/>
                <p14:nvPr/>
              </p14:nvContentPartPr>
              <p14:xfrm>
                <a:off x="9982811" y="1030601"/>
                <a:ext cx="4680" cy="45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CC0196-269B-F8A4-5546-785DF241A0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74171" y="1021961"/>
                  <a:ext cx="22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7CAA4D-8D61-1D3E-EC16-501DEA363353}"/>
                    </a:ext>
                  </a:extLst>
                </p14:cNvPr>
                <p14:cNvContentPartPr/>
                <p14:nvPr/>
              </p14:nvContentPartPr>
              <p14:xfrm>
                <a:off x="9943571" y="1061201"/>
                <a:ext cx="222480" cy="34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7CAA4D-8D61-1D3E-EC16-501DEA36335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34571" y="1052201"/>
                  <a:ext cx="240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3C5E24-B9AB-9E96-DB55-759D92D6F3BD}"/>
                    </a:ext>
                  </a:extLst>
                </p14:cNvPr>
                <p14:cNvContentPartPr/>
                <p14:nvPr/>
              </p14:nvContentPartPr>
              <p14:xfrm>
                <a:off x="10315091" y="978761"/>
                <a:ext cx="289080" cy="222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3C5E24-B9AB-9E96-DB55-759D92D6F3B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06451" y="969761"/>
                  <a:ext cx="306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187B27-2BA4-F670-A12D-579545C5F2D2}"/>
                    </a:ext>
                  </a:extLst>
                </p14:cNvPr>
                <p14:cNvContentPartPr/>
                <p14:nvPr/>
              </p14:nvContentPartPr>
              <p14:xfrm>
                <a:off x="10584011" y="953201"/>
                <a:ext cx="16200" cy="41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187B27-2BA4-F670-A12D-579545C5F2D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75371" y="944201"/>
                  <a:ext cx="33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D3A78A-9AE8-0B09-0560-32C4245F35B4}"/>
                    </a:ext>
                  </a:extLst>
                </p14:cNvPr>
                <p14:cNvContentPartPr/>
                <p14:nvPr/>
              </p14:nvContentPartPr>
              <p14:xfrm>
                <a:off x="10638371" y="982361"/>
                <a:ext cx="210960" cy="180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D3A78A-9AE8-0B09-0560-32C4245F35B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29731" y="973721"/>
                  <a:ext cx="2286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096A579-93C8-77DF-6DF7-66C53A9D2919}"/>
              </a:ext>
            </a:extLst>
          </p:cNvPr>
          <p:cNvGrpSpPr/>
          <p:nvPr/>
        </p:nvGrpSpPr>
        <p:grpSpPr>
          <a:xfrm>
            <a:off x="9195851" y="2104121"/>
            <a:ext cx="348120" cy="488160"/>
            <a:chOff x="9195851" y="2104121"/>
            <a:chExt cx="34812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85D3EB-D88B-0F68-4EB3-495127B20A23}"/>
                    </a:ext>
                  </a:extLst>
                </p14:cNvPr>
                <p14:cNvContentPartPr/>
                <p14:nvPr/>
              </p14:nvContentPartPr>
              <p14:xfrm>
                <a:off x="9263171" y="2265041"/>
                <a:ext cx="163080" cy="190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85D3EB-D88B-0F68-4EB3-495127B20A2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54171" y="2256041"/>
                  <a:ext cx="180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A25295-9DD3-7BD7-EDA8-41651FF6DB64}"/>
                    </a:ext>
                  </a:extLst>
                </p14:cNvPr>
                <p14:cNvContentPartPr/>
                <p14:nvPr/>
              </p14:nvContentPartPr>
              <p14:xfrm>
                <a:off x="9195851" y="2104121"/>
                <a:ext cx="348120" cy="48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A25295-9DD3-7BD7-EDA8-41651FF6DB6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87211" y="2095481"/>
                  <a:ext cx="365760" cy="50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3D2E-7D31-1A58-1F7F-9DC3F907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3FF54-BBAC-994D-20D4-CD4B7FD26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72259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02656-42C9-DD36-9202-D7D31ED7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1299845"/>
            <a:ext cx="5984875" cy="693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2AA43-C778-06E6-AFD5-359462A9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24" y="2233585"/>
            <a:ext cx="8115300" cy="3219450"/>
          </a:xfrm>
          <a:prstGeom prst="rect">
            <a:avLst/>
          </a:prstGeom>
        </p:spPr>
      </p:pic>
      <p:sp>
        <p:nvSpPr>
          <p:cNvPr id="2" name="Text Box 1">
            <a:extLst>
              <a:ext uri="{FF2B5EF4-FFF2-40B4-BE49-F238E27FC236}">
                <a16:creationId xmlns:a16="http://schemas.microsoft.com/office/drawing/2014/main" id="{FA410E59-A1AE-AB0C-A543-009FBCC712AD}"/>
              </a:ext>
            </a:extLst>
          </p:cNvPr>
          <p:cNvSpPr txBox="1"/>
          <p:nvPr/>
        </p:nvSpPr>
        <p:spPr>
          <a:xfrm>
            <a:off x="1192530" y="575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SUM(&lt;Table&gt;[&lt;Column&gt;])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132F2D-76E6-EF1B-3DA9-B5D2F8806D83}"/>
                  </a:ext>
                </a:extLst>
              </p14:cNvPr>
              <p14:cNvContentPartPr/>
              <p14:nvPr/>
            </p14:nvContentPartPr>
            <p14:xfrm>
              <a:off x="890640" y="1349640"/>
              <a:ext cx="7093080" cy="4053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C4505D-CFFD-B45F-914C-3C8C9A66D7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280" y="1340280"/>
                <a:ext cx="7111800" cy="40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628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183C-5BD5-5CC2-DF82-D7FF7F9D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2" y="0"/>
            <a:ext cx="9882187" cy="91360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SUMX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CC44-914B-E34C-4DE2-6917FB9E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582" y="832644"/>
            <a:ext cx="10515600" cy="4351338"/>
          </a:xfrm>
        </p:spPr>
        <p:txBody>
          <a:bodyPr/>
          <a:lstStyle/>
          <a:p>
            <a:r>
              <a:rPr lang="en-US" b="1" dirty="0"/>
              <a:t>What is SUMX in DAX?</a:t>
            </a:r>
          </a:p>
          <a:p>
            <a:r>
              <a:rPr lang="en-US" dirty="0"/>
              <a:t>SUMX is an </a:t>
            </a:r>
            <a:r>
              <a:rPr lang="en-US" b="1" dirty="0"/>
              <a:t>iterator function</a:t>
            </a:r>
            <a:r>
              <a:rPr lang="en-US" dirty="0"/>
              <a:t>. Unlike SUM() which just adds up a column, SUMX():</a:t>
            </a:r>
          </a:p>
          <a:p>
            <a:r>
              <a:rPr lang="en-US" b="1" dirty="0"/>
              <a:t>Calculates an expression for each row</a:t>
            </a:r>
            <a:r>
              <a:rPr lang="en-US" dirty="0"/>
              <a:t> of a table.</a:t>
            </a:r>
          </a:p>
          <a:p>
            <a:r>
              <a:rPr lang="en-US" dirty="0"/>
              <a:t>Then </a:t>
            </a:r>
            <a:r>
              <a:rPr lang="en-US" b="1" dirty="0"/>
              <a:t>sums</a:t>
            </a:r>
            <a:r>
              <a:rPr lang="en-US" dirty="0"/>
              <a:t> those results.</a:t>
            </a:r>
          </a:p>
          <a:p>
            <a:r>
              <a:rPr lang="en-US" dirty="0"/>
              <a:t>It’s used when you want to </a:t>
            </a:r>
            <a:r>
              <a:rPr lang="en-US" b="1" dirty="0"/>
              <a:t>sum a calculated value</a:t>
            </a:r>
            <a:r>
              <a:rPr lang="en-US" dirty="0"/>
              <a:t>, not just a plain column.</a:t>
            </a:r>
          </a:p>
          <a:p>
            <a:r>
              <a:rPr lang="en-US" b="1" dirty="0"/>
              <a:t>Syntax</a:t>
            </a:r>
          </a:p>
          <a:p>
            <a:pPr marL="0" indent="0">
              <a:buNone/>
            </a:pPr>
            <a:r>
              <a:rPr lang="en-US" dirty="0"/>
              <a:t>SUMX(&lt;table&gt;, &lt;expression&gt;)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C6ABF5-359E-E36E-563A-63F084862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47983"/>
              </p:ext>
            </p:extLst>
          </p:nvPr>
        </p:nvGraphicFramePr>
        <p:xfrm>
          <a:off x="516731" y="5251450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186465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71938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93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&lt;table&gt;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table to iterate over (usually a table or table expression).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55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&lt;expression&gt;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formula to evaluate for each row in the 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2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87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5044C3-8C14-2D61-7AEC-B2145E84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30" y="2093700"/>
            <a:ext cx="11452557" cy="771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DC412-698E-F770-FA9F-408D1A263397}"/>
              </a:ext>
            </a:extLst>
          </p:cNvPr>
          <p:cNvSpPr txBox="1"/>
          <p:nvPr/>
        </p:nvSpPr>
        <p:spPr>
          <a:xfrm>
            <a:off x="1335395" y="3013501"/>
            <a:ext cx="10230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row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subtract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up all those differences</a:t>
            </a:r>
          </a:p>
        </p:txBody>
      </p:sp>
    </p:spTree>
    <p:extLst>
      <p:ext uri="{BB962C8B-B14F-4D97-AF65-F5344CB8AC3E}">
        <p14:creationId xmlns:p14="http://schemas.microsoft.com/office/powerpoint/2010/main" val="154074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26" y="373979"/>
            <a:ext cx="5229225" cy="352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76" y="889545"/>
            <a:ext cx="8124825" cy="32766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274935" y="687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*Measure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04EA7E-EE84-6ACE-AEA0-EC7C1243BD86}"/>
                  </a:ext>
                </a:extLst>
              </p14:cNvPr>
              <p14:cNvContentPartPr/>
              <p14:nvPr/>
            </p14:nvContentPartPr>
            <p14:xfrm>
              <a:off x="7268749" y="1992442"/>
              <a:ext cx="29160" cy="165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04EA7E-EE84-6ACE-AEA0-EC7C1243BD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9636" y="1983442"/>
                <a:ext cx="47021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58185BC-8198-3CA7-A000-1BAEA3A72F71}"/>
                  </a:ext>
                </a:extLst>
              </p14:cNvPr>
              <p14:cNvContentPartPr/>
              <p14:nvPr/>
            </p14:nvContentPartPr>
            <p14:xfrm>
              <a:off x="7160569" y="1850422"/>
              <a:ext cx="277560" cy="450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58185BC-8198-3CA7-A000-1BAEA3A72F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1581" y="1841422"/>
                <a:ext cx="295177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2B818CC-AC1D-1F51-6CD5-A0F4C290C4C4}"/>
              </a:ext>
            </a:extLst>
          </p:cNvPr>
          <p:cNvGrpSpPr/>
          <p:nvPr/>
        </p:nvGrpSpPr>
        <p:grpSpPr>
          <a:xfrm>
            <a:off x="444916" y="336175"/>
            <a:ext cx="439560" cy="535680"/>
            <a:chOff x="712890" y="1267965"/>
            <a:chExt cx="439560" cy="53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E9C4C1-6690-98D5-49B6-D82D61AB8F63}"/>
                    </a:ext>
                  </a:extLst>
                </p14:cNvPr>
                <p14:cNvContentPartPr/>
                <p14:nvPr/>
              </p14:nvContentPartPr>
              <p14:xfrm>
                <a:off x="830970" y="1425285"/>
                <a:ext cx="170640" cy="24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E9C4C1-6690-98D5-49B6-D82D61AB8F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970" y="1416285"/>
                  <a:ext cx="188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D6D084-A005-96F4-15D1-E4B26E342404}"/>
                    </a:ext>
                  </a:extLst>
                </p14:cNvPr>
                <p14:cNvContentPartPr/>
                <p14:nvPr/>
              </p14:nvContentPartPr>
              <p14:xfrm>
                <a:off x="712890" y="1267965"/>
                <a:ext cx="439560" cy="535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D6D084-A005-96F4-15D1-E4B26E3424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3890" y="1259325"/>
                  <a:ext cx="457200" cy="55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8A1172-D284-FC77-C0DE-5FE1968210D3}"/>
              </a:ext>
            </a:extLst>
          </p:cNvPr>
          <p:cNvGrpSpPr/>
          <p:nvPr/>
        </p:nvGrpSpPr>
        <p:grpSpPr>
          <a:xfrm>
            <a:off x="7206649" y="3641512"/>
            <a:ext cx="462960" cy="651960"/>
            <a:chOff x="7495290" y="4964445"/>
            <a:chExt cx="462960" cy="6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5AD4B9-52B7-9C81-A11C-0032732F13FD}"/>
                    </a:ext>
                  </a:extLst>
                </p14:cNvPr>
                <p14:cNvContentPartPr/>
                <p14:nvPr/>
              </p14:nvContentPartPr>
              <p14:xfrm>
                <a:off x="7649730" y="5110605"/>
                <a:ext cx="178560" cy="28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5AD4B9-52B7-9C81-A11C-0032732F13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40730" y="5101605"/>
                  <a:ext cx="196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D90B92-1CC3-43F6-5C68-D39BEB31413D}"/>
                    </a:ext>
                  </a:extLst>
                </p14:cNvPr>
                <p14:cNvContentPartPr/>
                <p14:nvPr/>
              </p14:nvContentPartPr>
              <p14:xfrm>
                <a:off x="7495290" y="4964445"/>
                <a:ext cx="462960" cy="65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D90B92-1CC3-43F6-5C68-D39BEB3141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86650" y="4955805"/>
                  <a:ext cx="480600" cy="669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C044AC3-C3D8-89DD-D9D5-D13DD47412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900" y="4166145"/>
            <a:ext cx="4957648" cy="2614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0A75-A9C2-85BE-5851-983426AA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4A1D7-0A5A-A947-DE40-A21D18D4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150415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CALCULATE() </a:t>
            </a:r>
            <a:r>
              <a:rPr lang="en-US" b="1" dirty="0"/>
              <a:t>evaluates a DAX expression</a:t>
            </a:r>
            <a:r>
              <a:rPr lang="en-US" dirty="0"/>
              <a:t> in a </a:t>
            </a:r>
            <a:r>
              <a:rPr lang="en-US" b="1" dirty="0"/>
              <a:t>customized filter context</a:t>
            </a:r>
            <a:r>
              <a:rPr lang="en-US" dirty="0"/>
              <a:t>.</a:t>
            </a:r>
          </a:p>
          <a:p>
            <a:r>
              <a:rPr lang="en-US" dirty="0"/>
              <a:t>Power BI automatically applies filters based on:</a:t>
            </a:r>
          </a:p>
          <a:p>
            <a:pPr marL="0" indent="0">
              <a:buNone/>
            </a:pPr>
            <a:r>
              <a:rPr lang="en-US" dirty="0"/>
              <a:t>  Visuals (like selecting a region or year)</a:t>
            </a:r>
          </a:p>
          <a:p>
            <a:pPr marL="0" indent="0">
              <a:buNone/>
            </a:pPr>
            <a:r>
              <a:rPr lang="en-US" dirty="0"/>
              <a:t>  Slicers</a:t>
            </a:r>
          </a:p>
          <a:p>
            <a:r>
              <a:rPr lang="en-US" dirty="0"/>
              <a:t>But CALCULATE() gives you </a:t>
            </a:r>
            <a:r>
              <a:rPr lang="en-US" b="1" dirty="0"/>
              <a:t>manual control</a:t>
            </a:r>
            <a:r>
              <a:rPr lang="en-US" dirty="0"/>
              <a:t> over those filters:</a:t>
            </a:r>
          </a:p>
          <a:p>
            <a:r>
              <a:rPr lang="en-US" dirty="0"/>
              <a:t>You can </a:t>
            </a:r>
            <a:r>
              <a:rPr lang="en-US" b="1" dirty="0"/>
              <a:t>override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, or </a:t>
            </a:r>
            <a:r>
              <a:rPr lang="en-US" b="1" dirty="0"/>
              <a:t>remove</a:t>
            </a:r>
            <a:r>
              <a:rPr lang="en-US" dirty="0"/>
              <a:t> filters.</a:t>
            </a:r>
          </a:p>
          <a:p>
            <a:r>
              <a:rPr lang="en-US" dirty="0"/>
              <a:t>You can create calculations </a:t>
            </a:r>
            <a:r>
              <a:rPr lang="en-US" b="1" dirty="0"/>
              <a:t>independent</a:t>
            </a:r>
            <a:r>
              <a:rPr lang="en-US" dirty="0"/>
              <a:t> of user selections.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1B4A-2585-E157-DB79-71AEE808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9D4B-D7A4-9088-9FA6-FBA17375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7" y="-134937"/>
            <a:ext cx="10515600" cy="1325563"/>
          </a:xfrm>
        </p:spPr>
        <p:txBody>
          <a:bodyPr/>
          <a:lstStyle/>
          <a:p>
            <a:r>
              <a:rPr lang="en-US" dirty="0"/>
              <a:t>Calculate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D5E3A-E5B2-60A8-F38C-FB731C20A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69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Syntax </a:t>
            </a:r>
          </a:p>
          <a:p>
            <a:pPr marL="0" indent="0">
              <a:buNone/>
            </a:pPr>
            <a:r>
              <a:rPr lang="en-US" dirty="0"/>
              <a:t>CALCULATE(&lt;expression&gt;, &lt;filter1&gt;, &lt;filter2&gt;, ...)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DA7986-BE93-A81B-CB31-8C6526E88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28123"/>
              </p:ext>
            </p:extLst>
          </p:nvPr>
        </p:nvGraphicFramePr>
        <p:xfrm>
          <a:off x="381000" y="1750695"/>
          <a:ext cx="10515600" cy="1920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553520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05682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44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&lt;expression&gt;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DAX expression that returns a value (often an aggregation like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SUM()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AVERAGE()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COUNT()</a:t>
                      </a:r>
                      <a:r>
                        <a:rPr lang="en-US"/>
                        <a:t>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32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&lt;filter&gt;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or more filters to apply or modify the current filter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9409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A3B444-A47F-DA86-7AC3-DD86D866C52D}"/>
              </a:ext>
            </a:extLst>
          </p:cNvPr>
          <p:cNvSpPr txBox="1"/>
          <p:nvPr/>
        </p:nvSpPr>
        <p:spPr>
          <a:xfrm>
            <a:off x="491133" y="3753444"/>
            <a:ext cx="9317236" cy="1497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Eg:</a:t>
            </a:r>
          </a:p>
          <a:p>
            <a:r>
              <a:rPr lang="en-US" dirty="0"/>
              <a:t>Total Profit West = CALCULATE(</a:t>
            </a:r>
          </a:p>
          <a:p>
            <a:r>
              <a:rPr lang="en-US" dirty="0"/>
              <a:t>    SUMX(Orders, Orders[Selling Price] - Orders[Product Cost]),</a:t>
            </a:r>
          </a:p>
          <a:p>
            <a:r>
              <a:rPr lang="en-US" dirty="0"/>
              <a:t>    Region[Name] = "West"</a:t>
            </a:r>
          </a:p>
          <a:p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3162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72ADF9-12CA-5BDC-BCC1-3B7285761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33" y="934012"/>
            <a:ext cx="11478684" cy="673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991847-B752-0115-C86E-6601FD218F78}"/>
              </a:ext>
            </a:extLst>
          </p:cNvPr>
          <p:cNvSpPr txBox="1"/>
          <p:nvPr/>
        </p:nvSpPr>
        <p:spPr>
          <a:xfrm>
            <a:off x="491132" y="1819960"/>
            <a:ext cx="916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creates a </a:t>
            </a:r>
            <a:r>
              <a:rPr lang="en-US" b="1" dirty="0"/>
              <a:t>measure</a:t>
            </a:r>
            <a:r>
              <a:rPr lang="en-US" dirty="0"/>
              <a:t> called </a:t>
            </a:r>
            <a:r>
              <a:rPr lang="en-US" dirty="0">
                <a:latin typeface="Courier New" panose="02070309020205020404" pitchFamily="49" charset="0"/>
              </a:rPr>
              <a:t>Calculate By Karnataka</a:t>
            </a:r>
            <a:r>
              <a:rPr lang="en-US" dirty="0"/>
              <a:t>, and it does the following: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9A01E-5A58-0B50-C8D9-ABE23AC6039E}"/>
              </a:ext>
            </a:extLst>
          </p:cNvPr>
          <p:cNvSpPr txBox="1"/>
          <p:nvPr/>
        </p:nvSpPr>
        <p:spPr>
          <a:xfrm>
            <a:off x="491131" y="2401908"/>
            <a:ext cx="983873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</a:t>
            </a:r>
            <a:r>
              <a:rPr lang="en-US" b="1" dirty="0">
                <a:latin typeface="Courier New" panose="02070309020205020404" pitchFamily="49" charset="0"/>
              </a:rPr>
              <a:t>SUM(Orders[Quantity])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part sums up all the values in the </a:t>
            </a:r>
            <a:r>
              <a:rPr lang="en-US" dirty="0">
                <a:latin typeface="Courier New" panose="02070309020205020404" pitchFamily="49" charset="0"/>
              </a:rPr>
              <a:t>Quantity</a:t>
            </a:r>
            <a:r>
              <a:rPr lang="en-US" dirty="0"/>
              <a:t> column from the </a:t>
            </a:r>
            <a:r>
              <a:rPr lang="en-US" dirty="0">
                <a:latin typeface="Courier New" panose="02070309020205020404" pitchFamily="49" charset="0"/>
              </a:rPr>
              <a:t>Orders</a:t>
            </a:r>
            <a:r>
              <a:rPr lang="en-US" dirty="0"/>
              <a:t> table.</a:t>
            </a:r>
          </a:p>
          <a:p>
            <a:endParaRPr lang="en-US" dirty="0"/>
          </a:p>
          <a:p>
            <a:r>
              <a:rPr lang="en-US" b="1" dirty="0"/>
              <a:t>2. Orders[Product State] = "Karnataka"</a:t>
            </a:r>
          </a:p>
          <a:p>
            <a:r>
              <a:rPr lang="en-US" dirty="0"/>
              <a:t>This is a </a:t>
            </a:r>
            <a:r>
              <a:rPr lang="en-US" b="1" dirty="0"/>
              <a:t>filter condition</a:t>
            </a:r>
            <a:r>
              <a:rPr lang="en-US" dirty="0"/>
              <a:t>.</a:t>
            </a:r>
          </a:p>
          <a:p>
            <a:r>
              <a:rPr lang="en-US" dirty="0"/>
              <a:t>It tells Power BI to </a:t>
            </a:r>
            <a:r>
              <a:rPr lang="en-US" b="1" dirty="0"/>
              <a:t>only include rows</a:t>
            </a:r>
            <a:r>
              <a:rPr lang="en-US" dirty="0"/>
              <a:t> where the Product State is "Karnataka".</a:t>
            </a:r>
          </a:p>
          <a:p>
            <a:endParaRPr lang="en-US" dirty="0"/>
          </a:p>
          <a:p>
            <a:r>
              <a:rPr lang="en-US" b="1" dirty="0"/>
              <a:t>3. CALCULATE(...)</a:t>
            </a:r>
          </a:p>
          <a:p>
            <a:r>
              <a:rPr lang="en-US" dirty="0"/>
              <a:t>The CALCULATE function </a:t>
            </a:r>
            <a:r>
              <a:rPr lang="en-US" dirty="0">
                <a:solidFill>
                  <a:srgbClr val="C00000"/>
                </a:solidFill>
              </a:rPr>
              <a:t>applies the filter (Product State = "Karnataka") </a:t>
            </a:r>
            <a:r>
              <a:rPr lang="en-US" b="1" dirty="0">
                <a:solidFill>
                  <a:srgbClr val="C00000"/>
                </a:solidFill>
              </a:rPr>
              <a:t>before</a:t>
            </a:r>
            <a:r>
              <a:rPr lang="en-US" dirty="0">
                <a:solidFill>
                  <a:srgbClr val="C00000"/>
                </a:solidFill>
              </a:rPr>
              <a:t> evaluating the SUM(Orders[Quantity]).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41DC5-47E3-95F3-A018-EBDEBA6777C3}"/>
              </a:ext>
            </a:extLst>
          </p:cNvPr>
          <p:cNvSpPr txBox="1"/>
          <p:nvPr/>
        </p:nvSpPr>
        <p:spPr>
          <a:xfrm>
            <a:off x="369688" y="5430679"/>
            <a:ext cx="10881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measure returns the </a:t>
            </a:r>
            <a:r>
              <a:rPr lang="en-US" b="1" dirty="0"/>
              <a:t>total quantity</a:t>
            </a:r>
            <a:r>
              <a:rPr lang="en-US" dirty="0"/>
              <a:t> of all orders where the </a:t>
            </a:r>
            <a:r>
              <a:rPr lang="en-US" dirty="0">
                <a:latin typeface="Courier New" panose="02070309020205020404" pitchFamily="49" charset="0"/>
              </a:rPr>
              <a:t>Product State</a:t>
            </a:r>
            <a:r>
              <a:rPr lang="en-US" dirty="0"/>
              <a:t> is </a:t>
            </a:r>
            <a:r>
              <a:rPr lang="en-US" b="1" dirty="0"/>
              <a:t>Karnataka</a:t>
            </a:r>
            <a:r>
              <a:rPr lang="en-US" dirty="0"/>
              <a:t>, regardless of what the current filters or slicers on state may be.</a:t>
            </a:r>
          </a:p>
        </p:txBody>
      </p:sp>
    </p:spTree>
    <p:extLst>
      <p:ext uri="{BB962C8B-B14F-4D97-AF65-F5344CB8AC3E}">
        <p14:creationId xmlns:p14="http://schemas.microsoft.com/office/powerpoint/2010/main" val="427390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10" y="1050925"/>
            <a:ext cx="6819900" cy="400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4" y="1658740"/>
            <a:ext cx="10014773" cy="4205288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652125" y="876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*Measure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83E51D8-FA97-0F1D-8846-835EFE7158B5}"/>
                  </a:ext>
                </a:extLst>
              </p14:cNvPr>
              <p14:cNvContentPartPr/>
              <p14:nvPr/>
            </p14:nvContentPartPr>
            <p14:xfrm>
              <a:off x="2129490" y="930285"/>
              <a:ext cx="94320" cy="141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83E51D8-FA97-0F1D-8846-835EFE7158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0490" y="921285"/>
                <a:ext cx="1119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D35606D-20BB-4828-FE04-8DCD589A8036}"/>
                  </a:ext>
                </a:extLst>
              </p14:cNvPr>
              <p14:cNvContentPartPr/>
              <p14:nvPr/>
            </p14:nvContentPartPr>
            <p14:xfrm>
              <a:off x="2065410" y="825165"/>
              <a:ext cx="281160" cy="318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D35606D-20BB-4828-FE04-8DCD589A80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56410" y="816165"/>
                <a:ext cx="29880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0E674686-5A90-14C9-D7D2-31A9645D358F}"/>
              </a:ext>
            </a:extLst>
          </p:cNvPr>
          <p:cNvGrpSpPr/>
          <p:nvPr/>
        </p:nvGrpSpPr>
        <p:grpSpPr>
          <a:xfrm>
            <a:off x="1479330" y="700605"/>
            <a:ext cx="222480" cy="437760"/>
            <a:chOff x="1479330" y="700605"/>
            <a:chExt cx="222480" cy="43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5EFF70A-68D8-E2C8-A913-CCDCF0EF92E3}"/>
                    </a:ext>
                  </a:extLst>
                </p14:cNvPr>
                <p14:cNvContentPartPr/>
                <p14:nvPr/>
              </p14:nvContentPartPr>
              <p14:xfrm>
                <a:off x="1546290" y="700605"/>
                <a:ext cx="21240" cy="378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5EFF70A-68D8-E2C8-A913-CCDCF0EF92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7650" y="691605"/>
                  <a:ext cx="388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C0EF20-9B47-7600-A918-7FA0D7397481}"/>
                    </a:ext>
                  </a:extLst>
                </p14:cNvPr>
                <p14:cNvContentPartPr/>
                <p14:nvPr/>
              </p14:nvContentPartPr>
              <p14:xfrm>
                <a:off x="1479330" y="991845"/>
                <a:ext cx="139320" cy="146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C0EF20-9B47-7600-A918-7FA0D73974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0690" y="983205"/>
                  <a:ext cx="156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013222F-6E90-CA58-B21F-A31FB06A46BB}"/>
                    </a:ext>
                  </a:extLst>
                </p14:cNvPr>
                <p14:cNvContentPartPr/>
                <p14:nvPr/>
              </p14:nvContentPartPr>
              <p14:xfrm>
                <a:off x="1598490" y="958005"/>
                <a:ext cx="103320" cy="143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013222F-6E90-CA58-B21F-A31FB06A46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89490" y="949365"/>
                  <a:ext cx="12096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A425C5-0E03-A1E2-E244-D716AC9C6AC8}"/>
              </a:ext>
            </a:extLst>
          </p:cNvPr>
          <p:cNvGrpSpPr/>
          <p:nvPr/>
        </p:nvGrpSpPr>
        <p:grpSpPr>
          <a:xfrm>
            <a:off x="1190970" y="29925"/>
            <a:ext cx="1163880" cy="488880"/>
            <a:chOff x="1190970" y="29925"/>
            <a:chExt cx="116388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5B0E6C-22C5-3FBD-5861-96FD9A520011}"/>
                    </a:ext>
                  </a:extLst>
                </p14:cNvPr>
                <p14:cNvContentPartPr/>
                <p14:nvPr/>
              </p14:nvContentPartPr>
              <p14:xfrm>
                <a:off x="1301850" y="164205"/>
                <a:ext cx="123480" cy="262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5B0E6C-22C5-3FBD-5861-96FD9A5200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2850" y="155205"/>
                  <a:ext cx="1411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8D5F99-7423-336C-A77D-9F42A8D8CC3D}"/>
                    </a:ext>
                  </a:extLst>
                </p14:cNvPr>
                <p14:cNvContentPartPr/>
                <p14:nvPr/>
              </p14:nvContentPartPr>
              <p14:xfrm>
                <a:off x="1190970" y="29925"/>
                <a:ext cx="415800" cy="48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8D5F99-7423-336C-A77D-9F42A8D8CC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81970" y="21285"/>
                  <a:ext cx="43344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C15B32-7430-8AC1-D511-51D26449AF22}"/>
                    </a:ext>
                  </a:extLst>
                </p14:cNvPr>
                <p14:cNvContentPartPr/>
                <p14:nvPr/>
              </p14:nvContentPartPr>
              <p14:xfrm>
                <a:off x="1744290" y="171405"/>
                <a:ext cx="48600" cy="21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C15B32-7430-8AC1-D511-51D26449AF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5650" y="162765"/>
                  <a:ext cx="66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392BF7-8C0A-4F48-FD78-E3EDC623A9FA}"/>
                    </a:ext>
                  </a:extLst>
                </p14:cNvPr>
                <p14:cNvContentPartPr/>
                <p14:nvPr/>
              </p14:nvContentPartPr>
              <p14:xfrm>
                <a:off x="1701090" y="127125"/>
                <a:ext cx="162360" cy="156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392BF7-8C0A-4F48-FD78-E3EDC623A9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92450" y="118125"/>
                  <a:ext cx="180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2AF9C14-2C4D-BED5-622D-4F61C3F81AA2}"/>
                    </a:ext>
                  </a:extLst>
                </p14:cNvPr>
                <p14:cNvContentPartPr/>
                <p14:nvPr/>
              </p14:nvContentPartPr>
              <p14:xfrm>
                <a:off x="1835730" y="292725"/>
                <a:ext cx="198000" cy="11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2AF9C14-2C4D-BED5-622D-4F61C3F81A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6730" y="283725"/>
                  <a:ext cx="215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E10CDA-281F-D6C1-AB51-6A2AE555F86F}"/>
                    </a:ext>
                  </a:extLst>
                </p14:cNvPr>
                <p14:cNvContentPartPr/>
                <p14:nvPr/>
              </p14:nvContentPartPr>
              <p14:xfrm>
                <a:off x="1986570" y="191565"/>
                <a:ext cx="23400" cy="37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E10CDA-281F-D6C1-AB51-6A2AE555F8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7930" y="182925"/>
                  <a:ext cx="4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02DF4B-74DF-F689-4BDF-5286D7FD5A08}"/>
                    </a:ext>
                  </a:extLst>
                </p14:cNvPr>
                <p14:cNvContentPartPr/>
                <p14:nvPr/>
              </p14:nvContentPartPr>
              <p14:xfrm>
                <a:off x="2056410" y="154125"/>
                <a:ext cx="183240" cy="26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02DF4B-74DF-F689-4BDF-5286D7FD5A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47410" y="145485"/>
                  <a:ext cx="200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19EAF56-60C7-9EFD-5348-42B7D9372A31}"/>
                    </a:ext>
                  </a:extLst>
                </p14:cNvPr>
                <p14:cNvContentPartPr/>
                <p14:nvPr/>
              </p14:nvContentPartPr>
              <p14:xfrm>
                <a:off x="2243250" y="171405"/>
                <a:ext cx="111600" cy="188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19EAF56-60C7-9EFD-5348-42B7D9372A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34250" y="162765"/>
                  <a:ext cx="129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A94258-1883-B311-4D21-19D74DF27C06}"/>
                    </a:ext>
                  </a:extLst>
                </p14:cNvPr>
                <p14:cNvContentPartPr/>
                <p14:nvPr/>
              </p14:nvContentPartPr>
              <p14:xfrm>
                <a:off x="2227770" y="198765"/>
                <a:ext cx="51480" cy="88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A94258-1883-B311-4D21-19D74DF27C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19130" y="189765"/>
                  <a:ext cx="69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F7EC2C9-39F3-1D47-2213-A6D4778AE178}"/>
                    </a:ext>
                  </a:extLst>
                </p14:cNvPr>
                <p14:cNvContentPartPr/>
                <p14:nvPr/>
              </p14:nvContentPartPr>
              <p14:xfrm>
                <a:off x="2148210" y="243405"/>
                <a:ext cx="138960" cy="61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F7EC2C9-39F3-1D47-2213-A6D4778AE1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39210" y="234405"/>
                  <a:ext cx="15660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9265B78-4A0C-88FB-F06F-81DF6635D317}"/>
              </a:ext>
            </a:extLst>
          </p:cNvPr>
          <p:cNvGrpSpPr/>
          <p:nvPr/>
        </p:nvGrpSpPr>
        <p:grpSpPr>
          <a:xfrm>
            <a:off x="8424450" y="861165"/>
            <a:ext cx="3512520" cy="2630160"/>
            <a:chOff x="8424450" y="861165"/>
            <a:chExt cx="3512520" cy="263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4371BB-3499-96A7-EB69-EFA39A37341A}"/>
                    </a:ext>
                  </a:extLst>
                </p14:cNvPr>
                <p14:cNvContentPartPr/>
                <p14:nvPr/>
              </p14:nvContentPartPr>
              <p14:xfrm>
                <a:off x="8851770" y="2823885"/>
                <a:ext cx="91440" cy="178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4371BB-3499-96A7-EB69-EFA39A3734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43130" y="2814885"/>
                  <a:ext cx="10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818F0A-115F-4948-E8D1-4319399C20B4}"/>
                    </a:ext>
                  </a:extLst>
                </p14:cNvPr>
                <p14:cNvContentPartPr/>
                <p14:nvPr/>
              </p14:nvContentPartPr>
              <p14:xfrm>
                <a:off x="8748450" y="2710485"/>
                <a:ext cx="277920" cy="42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818F0A-115F-4948-E8D1-4319399C20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39450" y="2701485"/>
                  <a:ext cx="2955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619B9F-AB93-39D9-C285-544D9B529813}"/>
                    </a:ext>
                  </a:extLst>
                </p14:cNvPr>
                <p14:cNvContentPartPr/>
                <p14:nvPr/>
              </p14:nvContentPartPr>
              <p14:xfrm>
                <a:off x="8800290" y="1609605"/>
                <a:ext cx="225720" cy="10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619B9F-AB93-39D9-C285-544D9B5298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91650" y="1600965"/>
                  <a:ext cx="243360" cy="10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9D8EC0-073C-4352-F9BC-6F1AB2218295}"/>
                    </a:ext>
                  </a:extLst>
                </p14:cNvPr>
                <p14:cNvContentPartPr/>
                <p14:nvPr/>
              </p14:nvContentPartPr>
              <p14:xfrm>
                <a:off x="8903250" y="1589805"/>
                <a:ext cx="170280" cy="200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9D8EC0-073C-4352-F9BC-6F1AB22182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94610" y="1581165"/>
                  <a:ext cx="187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365717-B645-BF0D-B083-A15FA70238C9}"/>
                    </a:ext>
                  </a:extLst>
                </p14:cNvPr>
                <p14:cNvContentPartPr/>
                <p14:nvPr/>
              </p14:nvContentPartPr>
              <p14:xfrm>
                <a:off x="8424810" y="929205"/>
                <a:ext cx="131040" cy="37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365717-B645-BF0D-B083-A15FA70238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15810" y="920205"/>
                  <a:ext cx="1486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64039D-641A-1916-DFB1-00287D0E7908}"/>
                    </a:ext>
                  </a:extLst>
                </p14:cNvPr>
                <p14:cNvContentPartPr/>
                <p14:nvPr/>
              </p14:nvContentPartPr>
              <p14:xfrm>
                <a:off x="8424450" y="905085"/>
                <a:ext cx="265680" cy="33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64039D-641A-1916-DFB1-00287D0E790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15450" y="896085"/>
                  <a:ext cx="2833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AAB89FF-C60A-D66F-88F8-8F63DD26E00A}"/>
                    </a:ext>
                  </a:extLst>
                </p14:cNvPr>
                <p14:cNvContentPartPr/>
                <p14:nvPr/>
              </p14:nvContentPartPr>
              <p14:xfrm>
                <a:off x="8756370" y="965205"/>
                <a:ext cx="5040" cy="52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AAB89FF-C60A-D66F-88F8-8F63DD26E00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47370" y="956205"/>
                  <a:ext cx="2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2CC904-37B6-2793-F709-D5FA393D5A43}"/>
                    </a:ext>
                  </a:extLst>
                </p14:cNvPr>
                <p14:cNvContentPartPr/>
                <p14:nvPr/>
              </p14:nvContentPartPr>
              <p14:xfrm>
                <a:off x="8598690" y="881325"/>
                <a:ext cx="566280" cy="60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2CC904-37B6-2793-F709-D5FA393D5A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89690" y="872685"/>
                  <a:ext cx="58392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356D9A-04BF-5337-B9FD-E07D4ADCEB04}"/>
                    </a:ext>
                  </a:extLst>
                </p14:cNvPr>
                <p14:cNvContentPartPr/>
                <p14:nvPr/>
              </p14:nvContentPartPr>
              <p14:xfrm>
                <a:off x="9017730" y="972405"/>
                <a:ext cx="202320" cy="8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356D9A-04BF-5337-B9FD-E07D4ADCEB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09090" y="963765"/>
                  <a:ext cx="219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D2E1EF-8D81-C507-E56E-4A4D2C689D8C}"/>
                    </a:ext>
                  </a:extLst>
                </p14:cNvPr>
                <p14:cNvContentPartPr/>
                <p14:nvPr/>
              </p14:nvContentPartPr>
              <p14:xfrm>
                <a:off x="9358290" y="883485"/>
                <a:ext cx="387720" cy="29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D2E1EF-8D81-C507-E56E-4A4D2C689D8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49650" y="874485"/>
                  <a:ext cx="4053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6113B9-D6C3-3AEC-04F8-C77580A3E74A}"/>
                    </a:ext>
                  </a:extLst>
                </p14:cNvPr>
                <p14:cNvContentPartPr/>
                <p14:nvPr/>
              </p14:nvContentPartPr>
              <p14:xfrm>
                <a:off x="9757530" y="861165"/>
                <a:ext cx="32400" cy="57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6113B9-D6C3-3AEC-04F8-C77580A3E7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48530" y="852525"/>
                  <a:ext cx="50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90178A-A861-E6DA-180B-94250E1EDCE4}"/>
                    </a:ext>
                  </a:extLst>
                </p14:cNvPr>
                <p14:cNvContentPartPr/>
                <p14:nvPr/>
              </p14:nvContentPartPr>
              <p14:xfrm>
                <a:off x="9748890" y="876285"/>
                <a:ext cx="329400" cy="25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90178A-A861-E6DA-180B-94250E1EDC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40250" y="867645"/>
                  <a:ext cx="347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73EE69-797C-AE64-1AD3-10C983475AC3}"/>
                    </a:ext>
                  </a:extLst>
                </p14:cNvPr>
                <p14:cNvContentPartPr/>
                <p14:nvPr/>
              </p14:nvContentPartPr>
              <p14:xfrm>
                <a:off x="9713970" y="1370565"/>
                <a:ext cx="12240" cy="2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73EE69-797C-AE64-1AD3-10C983475A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05330" y="1361565"/>
                  <a:ext cx="29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B84577-6DD3-E808-4BBA-88FA4B3294B6}"/>
                    </a:ext>
                  </a:extLst>
                </p14:cNvPr>
                <p14:cNvContentPartPr/>
                <p14:nvPr/>
              </p14:nvContentPartPr>
              <p14:xfrm>
                <a:off x="9561330" y="1233765"/>
                <a:ext cx="284040" cy="421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B84577-6DD3-E808-4BBA-88FA4B3294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52330" y="1225125"/>
                  <a:ext cx="3016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61084D-D6FD-9643-8FC2-3A04186B4B9E}"/>
                    </a:ext>
                  </a:extLst>
                </p14:cNvPr>
                <p14:cNvContentPartPr/>
                <p14:nvPr/>
              </p14:nvContentPartPr>
              <p14:xfrm>
                <a:off x="9923490" y="1274085"/>
                <a:ext cx="313920" cy="29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61084D-D6FD-9643-8FC2-3A04186B4B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4850" y="1265085"/>
                  <a:ext cx="331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C4FCE1-C6E7-90B8-EE96-E29EA4E5E753}"/>
                    </a:ext>
                  </a:extLst>
                </p14:cNvPr>
                <p14:cNvContentPartPr/>
                <p14:nvPr/>
              </p14:nvContentPartPr>
              <p14:xfrm>
                <a:off x="10224090" y="1377405"/>
                <a:ext cx="321480" cy="167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C4FCE1-C6E7-90B8-EE96-E29EA4E5E75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15450" y="1368765"/>
                  <a:ext cx="339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7E936D-379F-51CC-3E68-E6ADB5B91575}"/>
                    </a:ext>
                  </a:extLst>
                </p14:cNvPr>
                <p14:cNvContentPartPr/>
                <p14:nvPr/>
              </p14:nvContentPartPr>
              <p14:xfrm>
                <a:off x="10726650" y="1340325"/>
                <a:ext cx="688680" cy="21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7E936D-379F-51CC-3E68-E6ADB5B915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17650" y="1331685"/>
                  <a:ext cx="706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3D7C17-06C9-E418-AC56-4B36021ABC90}"/>
                    </a:ext>
                  </a:extLst>
                </p14:cNvPr>
                <p14:cNvContentPartPr/>
                <p14:nvPr/>
              </p14:nvContentPartPr>
              <p14:xfrm>
                <a:off x="11453490" y="1328445"/>
                <a:ext cx="483480" cy="17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3D7C17-06C9-E418-AC56-4B36021ABC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44850" y="1319445"/>
                  <a:ext cx="501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0D1E901-12EA-DA2A-BD02-CC2F918C1D3A}"/>
                    </a:ext>
                  </a:extLst>
                </p14:cNvPr>
                <p14:cNvContentPartPr/>
                <p14:nvPr/>
              </p14:nvContentPartPr>
              <p14:xfrm>
                <a:off x="9065250" y="3189645"/>
                <a:ext cx="91440" cy="153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0D1E901-12EA-DA2A-BD02-CC2F918C1D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56610" y="3181005"/>
                  <a:ext cx="109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E1DAD36-12AD-7787-4ADA-E4A9F58EC10A}"/>
                    </a:ext>
                  </a:extLst>
                </p14:cNvPr>
                <p14:cNvContentPartPr/>
                <p14:nvPr/>
              </p14:nvContentPartPr>
              <p14:xfrm>
                <a:off x="9104850" y="3137805"/>
                <a:ext cx="107280" cy="7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E1DAD36-12AD-7787-4ADA-E4A9F58EC1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95850" y="3129165"/>
                  <a:ext cx="124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4BCD18-8AF5-C600-C19F-69E63CE4247D}"/>
                    </a:ext>
                  </a:extLst>
                </p14:cNvPr>
                <p14:cNvContentPartPr/>
                <p14:nvPr/>
              </p14:nvContentPartPr>
              <p14:xfrm>
                <a:off x="8907210" y="3048885"/>
                <a:ext cx="344160" cy="442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4BCD18-8AF5-C600-C19F-69E63CE424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98570" y="3039885"/>
                  <a:ext cx="361800" cy="460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A33D-C5AC-EFE7-E2FC-34957244D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0"/>
            <a:ext cx="9003506" cy="80645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Cross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206E-C20D-F935-5328-6F4A1A813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2" y="806450"/>
            <a:ext cx="10515600" cy="4351338"/>
          </a:xfrm>
        </p:spPr>
        <p:txBody>
          <a:bodyPr/>
          <a:lstStyle/>
          <a:p>
            <a:r>
              <a:rPr lang="en-US" dirty="0"/>
              <a:t>In Power BI and DAX, </a:t>
            </a:r>
            <a:r>
              <a:rPr lang="en-US" b="1" dirty="0"/>
              <a:t>CROSSFILTER</a:t>
            </a:r>
            <a:r>
              <a:rPr lang="en-US" dirty="0"/>
              <a:t> is a function that lets you </a:t>
            </a:r>
            <a:r>
              <a:rPr lang="en-US" b="1" dirty="0"/>
              <a:t>control the direction of filtering</a:t>
            </a:r>
            <a:r>
              <a:rPr lang="en-US" dirty="0"/>
              <a:t> between two related tables — it’s especially useful when dealing with </a:t>
            </a:r>
            <a:r>
              <a:rPr lang="en-US" b="1" dirty="0"/>
              <a:t>ambiguous relationships</a:t>
            </a:r>
            <a:r>
              <a:rPr lang="en-US" dirty="0"/>
              <a:t> or </a:t>
            </a:r>
            <a:r>
              <a:rPr lang="en-US" b="1" dirty="0"/>
              <a:t>custom calculations</a:t>
            </a:r>
            <a:r>
              <a:rPr lang="en-US" dirty="0"/>
              <a:t> that require a specific flow of filter context.</a:t>
            </a:r>
          </a:p>
          <a:p>
            <a:r>
              <a:rPr lang="en-US" dirty="0"/>
              <a:t>CROSSFILTER() is a DAX function used </a:t>
            </a:r>
            <a:r>
              <a:rPr lang="en-US" b="1" dirty="0"/>
              <a:t>inside CALCULATE()</a:t>
            </a:r>
            <a:r>
              <a:rPr lang="en-US" dirty="0"/>
              <a:t> to </a:t>
            </a:r>
            <a:r>
              <a:rPr lang="en-US" b="1" dirty="0"/>
              <a:t>override the default direction</a:t>
            </a:r>
            <a:r>
              <a:rPr lang="en-US" dirty="0"/>
              <a:t> of a relationship between two tables.</a:t>
            </a:r>
          </a:p>
          <a:p>
            <a:r>
              <a:rPr lang="en-US" b="1" dirty="0"/>
              <a:t>Syntax:</a:t>
            </a:r>
          </a:p>
          <a:p>
            <a:pPr marL="0" indent="0">
              <a:buNone/>
            </a:pPr>
            <a:r>
              <a:rPr lang="en-US" dirty="0"/>
              <a:t>   CROSSFILTER(&lt;Table1Column&gt;, &lt;Table2Column&gt;, &lt;Direction&gt;)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ACB0A3-0A64-3218-0778-775179819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150102"/>
              </p:ext>
            </p:extLst>
          </p:nvPr>
        </p:nvGraphicFramePr>
        <p:xfrm>
          <a:off x="345281" y="4344194"/>
          <a:ext cx="10515600" cy="2286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865384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7150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7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Table1Column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side of the relationship (usually from the dimension 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649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Table2Column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Other side of the relationship (usually from the fact 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80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Direction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of the following: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"None"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OneWay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dirty="0"/>
                        <a:t>, or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"Both"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09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59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E307-52B8-6E3B-3AB8-05175762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A837E-5F98-9B0F-F471-AB56096B0FA5}"/>
              </a:ext>
            </a:extLst>
          </p:cNvPr>
          <p:cNvSpPr txBox="1"/>
          <p:nvPr/>
        </p:nvSpPr>
        <p:spPr>
          <a:xfrm>
            <a:off x="784025" y="1624310"/>
            <a:ext cx="104530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Let's say you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Customers</a:t>
            </a:r>
            <a:r>
              <a:rPr lang="en-US" dirty="0"/>
              <a:t> table (CustomerID, Name)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Orders</a:t>
            </a:r>
            <a:r>
              <a:rPr lang="en-US" dirty="0"/>
              <a:t> table (CustomerID, Quantity)</a:t>
            </a:r>
          </a:p>
          <a:p>
            <a:endParaRPr lang="en-US" dirty="0"/>
          </a:p>
          <a:p>
            <a:r>
              <a:rPr lang="en-US" dirty="0"/>
              <a:t>Normally, you’d have a one-to-many relationship:</a:t>
            </a:r>
          </a:p>
          <a:p>
            <a:r>
              <a:rPr lang="en-US" dirty="0"/>
              <a:t>Customers[CustomerID] → Orders[CustomerID]</a:t>
            </a:r>
          </a:p>
          <a:p>
            <a:r>
              <a:rPr lang="en-US" dirty="0"/>
              <a:t>Now imagine you want to </a:t>
            </a:r>
            <a:r>
              <a:rPr lang="en-US" b="1" dirty="0"/>
              <a:t>sum quantities for customers, but force filters to flow both ways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Total Qty With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Crossfilter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=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CALCULATE(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SUM(Orders[Quantity]),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CROSSFILTER(Customers[CustomerID], Orders[CustomerID], "Both")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509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AC41-8BB9-269F-9042-5B7D2EA3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719" y="0"/>
            <a:ext cx="5198269" cy="813594"/>
          </a:xfrm>
        </p:spPr>
        <p:txBody>
          <a:bodyPr/>
          <a:lstStyle/>
          <a:p>
            <a:r>
              <a:rPr lang="en-US" dirty="0"/>
              <a:t>Example applied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62678-D466-6309-6C91-22BBDCC32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19" y="989807"/>
            <a:ext cx="11220450" cy="57824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TotalQuantityByCustomerState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=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CALCULATE(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SUM(Orders[Quantity]),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CROSSFILTER(Customers[Order ID], Orders[Order ID], Both)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1.  SUM(Orders[Quantity])</a:t>
            </a:r>
          </a:p>
          <a:p>
            <a:pPr marL="0" indent="0">
              <a:buNone/>
            </a:pPr>
            <a:r>
              <a:rPr lang="en-US" dirty="0"/>
              <a:t>This sums up the </a:t>
            </a:r>
            <a:r>
              <a:rPr lang="en-US" b="1" dirty="0"/>
              <a:t>Quantity</a:t>
            </a:r>
            <a:r>
              <a:rPr lang="en-US" dirty="0"/>
              <a:t> column from the </a:t>
            </a:r>
            <a:r>
              <a:rPr lang="en-US" b="1" dirty="0"/>
              <a:t>Orders</a:t>
            </a:r>
            <a:r>
              <a:rPr lang="en-US" dirty="0"/>
              <a:t> table.</a:t>
            </a:r>
          </a:p>
          <a:p>
            <a:pPr marL="0" indent="0">
              <a:buNone/>
            </a:pPr>
            <a:r>
              <a:rPr lang="en-US" dirty="0"/>
              <a:t>It calculates the total number of items/orders.</a:t>
            </a:r>
          </a:p>
          <a:p>
            <a:pPr marL="0" indent="0">
              <a:buNone/>
            </a:pPr>
            <a:r>
              <a:rPr lang="en-US" b="1" dirty="0"/>
              <a:t>2. CROSSFILTER(Customers[Order ID], Orders[Order ID], Both)</a:t>
            </a:r>
          </a:p>
          <a:p>
            <a:pPr marL="0" indent="0">
              <a:buNone/>
            </a:pPr>
            <a:r>
              <a:rPr lang="en-US" dirty="0"/>
              <a:t>This </a:t>
            </a:r>
            <a:r>
              <a:rPr lang="en-US" b="1" dirty="0"/>
              <a:t>overrides the default filter direction</a:t>
            </a:r>
            <a:r>
              <a:rPr lang="en-US" dirty="0"/>
              <a:t> between the Customers and Orders tables on the Order ID columns.</a:t>
            </a:r>
          </a:p>
          <a:p>
            <a:pPr marL="0" indent="0">
              <a:buNone/>
            </a:pPr>
            <a:r>
              <a:rPr lang="en-US" dirty="0"/>
              <a:t>It forces </a:t>
            </a:r>
            <a:r>
              <a:rPr lang="en-US" b="1" dirty="0"/>
              <a:t>filters to flow both ways</a:t>
            </a:r>
            <a:r>
              <a:rPr lang="en-US" dirty="0"/>
              <a:t> between these two columns/tables.</a:t>
            </a:r>
          </a:p>
          <a:p>
            <a:r>
              <a:rPr lang="en-US" b="1" dirty="0"/>
              <a:t>3. CALCULATE(...)</a:t>
            </a:r>
          </a:p>
          <a:p>
            <a:r>
              <a:rPr lang="en-US" dirty="0"/>
              <a:t>CALCULATE changes the context in which the sum is evaluated.</a:t>
            </a:r>
          </a:p>
          <a:p>
            <a:r>
              <a:rPr lang="en-US" dirty="0"/>
              <a:t>Here, it evaluates the sum </a:t>
            </a:r>
            <a:r>
              <a:rPr lang="en-US" b="1" dirty="0"/>
              <a:t>while applying the bidirectional filter behavior</a:t>
            </a:r>
            <a:r>
              <a:rPr lang="en-US" dirty="0"/>
              <a:t> specified by CROSSFILTER.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27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683737"/>
            <a:ext cx="8629650" cy="3143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466850" y="315437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CROSSFILTER(&lt;Column1&gt;, &lt;Column2&gt;, &lt;Direction&gt;)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186020"/>
            <a:ext cx="7798594" cy="49478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B816DE2-A486-4CBD-EA69-453798A407FD}"/>
              </a:ext>
            </a:extLst>
          </p:cNvPr>
          <p:cNvGrpSpPr/>
          <p:nvPr/>
        </p:nvGrpSpPr>
        <p:grpSpPr>
          <a:xfrm>
            <a:off x="7775291" y="3409481"/>
            <a:ext cx="309240" cy="583920"/>
            <a:chOff x="7775291" y="3409481"/>
            <a:chExt cx="309240" cy="5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094E36-0ABF-6F57-C984-0095E6F6456A}"/>
                    </a:ext>
                  </a:extLst>
                </p14:cNvPr>
                <p14:cNvContentPartPr/>
                <p14:nvPr/>
              </p14:nvContentPartPr>
              <p14:xfrm>
                <a:off x="7898771" y="3562481"/>
                <a:ext cx="32040" cy="197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094E36-0ABF-6F57-C984-0095E6F645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89771" y="3553841"/>
                  <a:ext cx="49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3044CC-5A6A-0BF9-8035-5C145EB59575}"/>
                    </a:ext>
                  </a:extLst>
                </p14:cNvPr>
                <p14:cNvContentPartPr/>
                <p14:nvPr/>
              </p14:nvContentPartPr>
              <p14:xfrm>
                <a:off x="7775291" y="3409481"/>
                <a:ext cx="309240" cy="583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3044CC-5A6A-0BF9-8035-5C145EB595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66651" y="3400481"/>
                  <a:ext cx="326880" cy="60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16A097-1F03-1051-4006-0058F3EA9461}"/>
              </a:ext>
            </a:extLst>
          </p:cNvPr>
          <p:cNvGrpSpPr/>
          <p:nvPr/>
        </p:nvGrpSpPr>
        <p:grpSpPr>
          <a:xfrm>
            <a:off x="933491" y="104681"/>
            <a:ext cx="491400" cy="622440"/>
            <a:chOff x="933491" y="104681"/>
            <a:chExt cx="491400" cy="62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ADEEE6-BA3B-4B34-FC13-4A51CDA4FD06}"/>
                    </a:ext>
                  </a:extLst>
                </p14:cNvPr>
                <p14:cNvContentPartPr/>
                <p14:nvPr/>
              </p14:nvContentPartPr>
              <p14:xfrm>
                <a:off x="1107731" y="297641"/>
                <a:ext cx="162720" cy="27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ADEEE6-BA3B-4B34-FC13-4A51CDA4FD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9091" y="289001"/>
                  <a:ext cx="180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5DABAB-9AA0-7180-7E1F-69FFF198B804}"/>
                    </a:ext>
                  </a:extLst>
                </p14:cNvPr>
                <p14:cNvContentPartPr/>
                <p14:nvPr/>
              </p14:nvContentPartPr>
              <p14:xfrm>
                <a:off x="933491" y="104681"/>
                <a:ext cx="491400" cy="622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5DABAB-9AA0-7180-7E1F-69FFF198B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4851" y="96041"/>
                  <a:ext cx="50904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8ACEA4-3526-6811-6392-D8C9CC4A9162}"/>
              </a:ext>
            </a:extLst>
          </p:cNvPr>
          <p:cNvGrpSpPr/>
          <p:nvPr/>
        </p:nvGrpSpPr>
        <p:grpSpPr>
          <a:xfrm>
            <a:off x="7775651" y="5350241"/>
            <a:ext cx="345240" cy="507240"/>
            <a:chOff x="7775651" y="5350241"/>
            <a:chExt cx="345240" cy="50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71CE41-0285-4F98-EEEC-C25CA79B5591}"/>
                    </a:ext>
                  </a:extLst>
                </p14:cNvPr>
                <p14:cNvContentPartPr/>
                <p14:nvPr/>
              </p14:nvContentPartPr>
              <p14:xfrm>
                <a:off x="7906691" y="5492801"/>
                <a:ext cx="102960" cy="16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71CE41-0285-4F98-EEEC-C25CA79B55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97691" y="5483801"/>
                  <a:ext cx="120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D03A96-DC0C-1C03-AF3C-D474AB80CC3E}"/>
                    </a:ext>
                  </a:extLst>
                </p14:cNvPr>
                <p14:cNvContentPartPr/>
                <p14:nvPr/>
              </p14:nvContentPartPr>
              <p14:xfrm>
                <a:off x="7775651" y="5350241"/>
                <a:ext cx="345240" cy="50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D03A96-DC0C-1C03-AF3C-D474AB80CC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7011" y="5341601"/>
                  <a:ext cx="362880" cy="524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A273-4B12-C392-490E-0879172A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EOMONTH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60E7-21AE-B4FE-C3BF-0DA1F135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EOMONTH</a:t>
            </a:r>
            <a:r>
              <a:rPr lang="en-US" dirty="0"/>
              <a:t> stands for </a:t>
            </a:r>
            <a:r>
              <a:rPr lang="en-US" b="1" dirty="0"/>
              <a:t>End Of Month</a:t>
            </a:r>
            <a:r>
              <a:rPr lang="en-US" dirty="0"/>
              <a:t>.</a:t>
            </a:r>
          </a:p>
          <a:p>
            <a:r>
              <a:rPr lang="en-US" dirty="0"/>
              <a:t>It returns the </a:t>
            </a:r>
            <a:r>
              <a:rPr lang="en-US" b="1" dirty="0"/>
              <a:t>date of the last day of a month</a:t>
            </a:r>
            <a:r>
              <a:rPr lang="en-US" dirty="0"/>
              <a:t>, shifted by a specified number of months from a start date.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EOMONTH(&lt;</a:t>
            </a:r>
            <a:r>
              <a:rPr lang="en-US" dirty="0" err="1"/>
              <a:t>start_date</a:t>
            </a:r>
            <a:r>
              <a:rPr lang="en-US" dirty="0"/>
              <a:t>&gt;, &lt;</a:t>
            </a:r>
            <a:r>
              <a:rPr lang="en-US" dirty="0" err="1"/>
              <a:t>number_of_months</a:t>
            </a:r>
            <a:r>
              <a:rPr lang="en-US" dirty="0"/>
              <a:t>&gt;)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AD079C-6B54-8F1C-BE52-347D2A3C1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100032"/>
              </p:ext>
            </p:extLst>
          </p:nvPr>
        </p:nvGraphicFramePr>
        <p:xfrm>
          <a:off x="838200" y="4458494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262480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43373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873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&lt;start_date&gt;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date value or column containing 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8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&lt;number_of_months&gt;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months to shift. Can be positive, negative, or zero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70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207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E7EF6-6E5E-E171-0DCA-B7ADD68CB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94" y="240982"/>
            <a:ext cx="10515600" cy="4351338"/>
          </a:xfrm>
        </p:spPr>
        <p:txBody>
          <a:bodyPr/>
          <a:lstStyle/>
          <a:p>
            <a:r>
              <a:rPr lang="en-US" b="1" dirty="0"/>
              <a:t>How It Works:</a:t>
            </a:r>
          </a:p>
          <a:p>
            <a:r>
              <a:rPr lang="en-US" dirty="0"/>
              <a:t>If &lt;</a:t>
            </a:r>
            <a:r>
              <a:rPr lang="en-US" dirty="0" err="1"/>
              <a:t>number_of_months</a:t>
            </a:r>
            <a:r>
              <a:rPr lang="en-US" dirty="0"/>
              <a:t>&gt; is </a:t>
            </a:r>
            <a:r>
              <a:rPr lang="en-US" b="1" dirty="0"/>
              <a:t>0</a:t>
            </a:r>
            <a:r>
              <a:rPr lang="en-US" dirty="0"/>
              <a:t>, it returns the </a:t>
            </a:r>
            <a:r>
              <a:rPr lang="en-US" b="1" dirty="0"/>
              <a:t>last day of the month</a:t>
            </a:r>
            <a:r>
              <a:rPr lang="en-US" dirty="0"/>
              <a:t> of the &lt;</a:t>
            </a:r>
            <a:r>
              <a:rPr lang="en-US" dirty="0" err="1"/>
              <a:t>start_date</a:t>
            </a:r>
            <a:r>
              <a:rPr lang="en-US" dirty="0"/>
              <a:t>&gt;.</a:t>
            </a:r>
          </a:p>
          <a:p>
            <a:r>
              <a:rPr lang="en-US" dirty="0"/>
              <a:t>If positive, it returns the last day of the month </a:t>
            </a:r>
            <a:r>
              <a:rPr lang="en-US" b="1" dirty="0"/>
              <a:t>after</a:t>
            </a:r>
            <a:r>
              <a:rPr lang="en-US" dirty="0"/>
              <a:t> shifting forward that many months.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EFF96E-1321-4863-D25C-9112716C6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117925"/>
              </p:ext>
            </p:extLst>
          </p:nvPr>
        </p:nvGraphicFramePr>
        <p:xfrm>
          <a:off x="659606" y="2612549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884715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66975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 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14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EOMONTH("2023-09-10", 0)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</a:t>
                      </a:r>
                      <a:r>
                        <a:rPr lang="en-US" b="1"/>
                        <a:t>2023-09-30</a:t>
                      </a:r>
                      <a:r>
                        <a:rPr lang="en-US"/>
                        <a:t> (end of September)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56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EOMONTH("2023-09-10", 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</a:t>
                      </a:r>
                      <a:r>
                        <a:rPr lang="en-US" b="1"/>
                        <a:t>2023-10-31</a:t>
                      </a:r>
                      <a:r>
                        <a:rPr lang="en-US"/>
                        <a:t> (end of October)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35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EOMONTH("2023-09-10", -1)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</a:t>
                      </a:r>
                      <a:r>
                        <a:rPr lang="en-US" b="1" dirty="0"/>
                        <a:t>2023-08-31</a:t>
                      </a:r>
                      <a:r>
                        <a:rPr lang="en-US" dirty="0"/>
                        <a:t> (end of August)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91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300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D7DF-7CDD-0DFE-6534-9B42B606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93663"/>
            <a:ext cx="2890838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98765-FA63-FF66-5C52-689D941D7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" y="86836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/>
              <a:t>MonthEndDisplay</a:t>
            </a:r>
            <a:r>
              <a:rPr lang="en-US" b="1" dirty="0"/>
              <a:t> = EOMONTH(MAX(Customers[Order Date]), 0)</a:t>
            </a:r>
          </a:p>
          <a:p>
            <a:pPr marL="0" indent="0">
              <a:buNone/>
            </a:pPr>
            <a:r>
              <a:rPr lang="en-US" dirty="0"/>
              <a:t>This DAX measure (or calculated column) is calculating the </a:t>
            </a:r>
            <a:r>
              <a:rPr lang="en-US" b="1" dirty="0"/>
              <a:t>last day of the month</a:t>
            </a:r>
            <a:r>
              <a:rPr lang="en-US" dirty="0"/>
              <a:t> for the </a:t>
            </a:r>
            <a:r>
              <a:rPr lang="en-US" b="1" dirty="0"/>
              <a:t>latest order date</a:t>
            </a:r>
            <a:r>
              <a:rPr lang="en-US" dirty="0"/>
              <a:t> found in the Customers[Order Date] column.</a:t>
            </a:r>
          </a:p>
          <a:p>
            <a:pPr marL="0" indent="0">
              <a:buNone/>
            </a:pPr>
            <a:r>
              <a:rPr lang="en-US" b="1" dirty="0"/>
              <a:t>1. MAX(Customers[Order Date])</a:t>
            </a:r>
          </a:p>
          <a:p>
            <a:pPr marL="0" indent="0">
              <a:buNone/>
            </a:pPr>
            <a:r>
              <a:rPr lang="en-US" dirty="0"/>
              <a:t>This returns the </a:t>
            </a:r>
            <a:r>
              <a:rPr lang="en-US" b="1" dirty="0"/>
              <a:t>latest (maximum) order date</a:t>
            </a:r>
            <a:r>
              <a:rPr lang="en-US" dirty="0"/>
              <a:t> from the Customers table.</a:t>
            </a:r>
          </a:p>
          <a:p>
            <a:pPr marL="0" indent="0">
              <a:buNone/>
            </a:pPr>
            <a:r>
              <a:rPr lang="en-US" dirty="0"/>
              <a:t>Example: if the column has dates like 2023-05-01, 2023-07-15, and 2023-09-09, this will return 2023-09-09.</a:t>
            </a:r>
          </a:p>
          <a:p>
            <a:pPr marL="0" indent="0">
              <a:buNone/>
            </a:pPr>
            <a:r>
              <a:rPr lang="en-US" b="1" dirty="0"/>
              <a:t>2. EOMONTH(..., 0)</a:t>
            </a:r>
          </a:p>
          <a:p>
            <a:pPr marL="0" indent="0">
              <a:buNone/>
            </a:pPr>
            <a:r>
              <a:rPr lang="en-US" dirty="0"/>
              <a:t>Now we pass that latest date (2023-09-09 in our example) into the EOMONTH() function.</a:t>
            </a:r>
          </a:p>
          <a:p>
            <a:pPr marL="0" indent="0">
              <a:buNone/>
            </a:pPr>
            <a:r>
              <a:rPr lang="en-US" dirty="0"/>
              <a:t>The second parameter 0 means:</a:t>
            </a:r>
          </a:p>
          <a:p>
            <a:pPr marL="457200" lvl="1" indent="0">
              <a:buNone/>
            </a:pPr>
            <a:r>
              <a:rPr lang="en-US" dirty="0"/>
              <a:t>"Don't shift the month, just give me the </a:t>
            </a:r>
            <a:r>
              <a:rPr lang="en-US" b="1" dirty="0"/>
              <a:t>end of the same month</a:t>
            </a:r>
            <a:r>
              <a:rPr lang="en-US" dirty="0"/>
              <a:t>."</a:t>
            </a:r>
          </a:p>
          <a:p>
            <a:pPr marL="0" indent="0">
              <a:buNone/>
            </a:pPr>
            <a:r>
              <a:rPr lang="en-US" dirty="0"/>
              <a:t> So EOMONTH("2023-09-09", 0) returns 2023-09-30.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02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2D186B-7B52-F85A-CF9A-61B31D40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7" y="107156"/>
            <a:ext cx="2697224" cy="6643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3C55BC-573F-BE35-CAF7-8BF6A22B7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40" y="199923"/>
            <a:ext cx="3668385" cy="645815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1325EB4-83C9-2234-7CB0-19ECB659D756}"/>
              </a:ext>
            </a:extLst>
          </p:cNvPr>
          <p:cNvGrpSpPr/>
          <p:nvPr/>
        </p:nvGrpSpPr>
        <p:grpSpPr>
          <a:xfrm>
            <a:off x="9011" y="998921"/>
            <a:ext cx="660600" cy="1421640"/>
            <a:chOff x="9011" y="998921"/>
            <a:chExt cx="660600" cy="14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4DEE7D-A6D3-97C3-3BDB-68689EF5FB11}"/>
                    </a:ext>
                  </a:extLst>
                </p14:cNvPr>
                <p14:cNvContentPartPr/>
                <p14:nvPr/>
              </p14:nvContentPartPr>
              <p14:xfrm>
                <a:off x="518411" y="1125281"/>
                <a:ext cx="75600" cy="216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4DEE7D-A6D3-97C3-3BDB-68689EF5FB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9771" y="1116641"/>
                  <a:ext cx="93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BC008F-7F62-A898-BDAF-C0AC4D825186}"/>
                    </a:ext>
                  </a:extLst>
                </p14:cNvPr>
                <p14:cNvContentPartPr/>
                <p14:nvPr/>
              </p14:nvContentPartPr>
              <p14:xfrm>
                <a:off x="320771" y="998921"/>
                <a:ext cx="348840" cy="495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7BC008F-7F62-A898-BDAF-C0AC4D8251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2131" y="990281"/>
                  <a:ext cx="3664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4C902A-1980-357B-B4DC-8CEA08D27AF0}"/>
                    </a:ext>
                  </a:extLst>
                </p14:cNvPr>
                <p14:cNvContentPartPr/>
                <p14:nvPr/>
              </p14:nvContentPartPr>
              <p14:xfrm>
                <a:off x="24131" y="1716041"/>
                <a:ext cx="52920" cy="292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4C902A-1980-357B-B4DC-8CEA08D27A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91" y="1707401"/>
                  <a:ext cx="70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496A94-A826-6F6E-8B57-26CDA7F38F41}"/>
                    </a:ext>
                  </a:extLst>
                </p14:cNvPr>
                <p14:cNvContentPartPr/>
                <p14:nvPr/>
              </p14:nvContentPartPr>
              <p14:xfrm>
                <a:off x="9011" y="1597961"/>
                <a:ext cx="197280" cy="356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496A94-A826-6F6E-8B57-26CDA7F38F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1" y="1588961"/>
                  <a:ext cx="2149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B058A8-EF69-F4C7-20C0-C4BDBB46A819}"/>
                    </a:ext>
                  </a:extLst>
                </p14:cNvPr>
                <p14:cNvContentPartPr/>
                <p14:nvPr/>
              </p14:nvContentPartPr>
              <p14:xfrm>
                <a:off x="210251" y="1693721"/>
                <a:ext cx="8280" cy="2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B058A8-EF69-F4C7-20C0-C4BDBB46A8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251" y="1685081"/>
                  <a:ext cx="25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7582E0-9CBC-E0ED-AB43-C2FF13291A02}"/>
                    </a:ext>
                  </a:extLst>
                </p14:cNvPr>
                <p14:cNvContentPartPr/>
                <p14:nvPr/>
              </p14:nvContentPartPr>
              <p14:xfrm>
                <a:off x="205571" y="1595441"/>
                <a:ext cx="269640" cy="53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7582E0-9CBC-E0ED-AB43-C2FF13291A0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931" y="1586801"/>
                  <a:ext cx="2872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004A98-443C-576C-92A6-D3728210B517}"/>
                    </a:ext>
                  </a:extLst>
                </p14:cNvPr>
                <p14:cNvContentPartPr/>
                <p14:nvPr/>
              </p14:nvContentPartPr>
              <p14:xfrm>
                <a:off x="395651" y="1595081"/>
                <a:ext cx="111240" cy="10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004A98-443C-576C-92A6-D3728210B5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011" y="1586081"/>
                  <a:ext cx="128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0C69A6-2D4A-8169-5CC8-985DD498A711}"/>
                    </a:ext>
                  </a:extLst>
                </p14:cNvPr>
                <p14:cNvContentPartPr/>
                <p14:nvPr/>
              </p14:nvContentPartPr>
              <p14:xfrm>
                <a:off x="39251" y="2126801"/>
                <a:ext cx="376920" cy="293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0C69A6-2D4A-8169-5CC8-985DD498A7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251" y="2118161"/>
                  <a:ext cx="394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F614AF-8B58-312F-7D24-33395F749596}"/>
                    </a:ext>
                  </a:extLst>
                </p14:cNvPr>
                <p14:cNvContentPartPr/>
                <p14:nvPr/>
              </p14:nvContentPartPr>
              <p14:xfrm>
                <a:off x="356051" y="1929521"/>
                <a:ext cx="16560" cy="4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F614AF-8B58-312F-7D24-33395F7495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051" y="1920881"/>
                  <a:ext cx="34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003987-4120-F224-60D8-D3AA67E4AC7B}"/>
                    </a:ext>
                  </a:extLst>
                </p14:cNvPr>
                <p14:cNvContentPartPr/>
                <p14:nvPr/>
              </p14:nvContentPartPr>
              <p14:xfrm>
                <a:off x="431651" y="1892441"/>
                <a:ext cx="237600" cy="306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003987-4120-F224-60D8-D3AA67E4AC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2651" y="1883801"/>
                  <a:ext cx="25524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8A2A57-87C8-5824-1919-5186D00C3314}"/>
              </a:ext>
            </a:extLst>
          </p:cNvPr>
          <p:cNvGrpSpPr/>
          <p:nvPr/>
        </p:nvGrpSpPr>
        <p:grpSpPr>
          <a:xfrm>
            <a:off x="3279251" y="1653761"/>
            <a:ext cx="325440" cy="486000"/>
            <a:chOff x="3279251" y="1653761"/>
            <a:chExt cx="32544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192296-CA8F-9508-D0BA-27A8F53E2643}"/>
                    </a:ext>
                  </a:extLst>
                </p14:cNvPr>
                <p14:cNvContentPartPr/>
                <p14:nvPr/>
              </p14:nvContentPartPr>
              <p14:xfrm>
                <a:off x="3410651" y="1743041"/>
                <a:ext cx="158040" cy="25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192296-CA8F-9508-D0BA-27A8F53E26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02011" y="1734041"/>
                  <a:ext cx="1756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BAAF1EA-0DD1-B57F-4E60-695589E6DA04}"/>
                    </a:ext>
                  </a:extLst>
                </p14:cNvPr>
                <p14:cNvContentPartPr/>
                <p14:nvPr/>
              </p14:nvContentPartPr>
              <p14:xfrm>
                <a:off x="3279251" y="1653761"/>
                <a:ext cx="325440" cy="48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BAAF1EA-0DD1-B57F-4E60-695589E6DA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70251" y="1645121"/>
                  <a:ext cx="343080" cy="50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92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5AC5-5E2C-E90D-48A2-5F685764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5B1F2A-D558-77BC-09F8-CF00A78D6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14" y="157077"/>
            <a:ext cx="9288171" cy="122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945664-C954-D4D9-1C68-EF0E47FD6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0" y="1157287"/>
            <a:ext cx="2219746" cy="5614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497DF0-E304-8549-C640-08159749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011" y="1312534"/>
            <a:ext cx="8670659" cy="519542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84B4E09-CEE3-1B89-73AB-84230EAB119C}"/>
              </a:ext>
            </a:extLst>
          </p:cNvPr>
          <p:cNvGrpSpPr/>
          <p:nvPr/>
        </p:nvGrpSpPr>
        <p:grpSpPr>
          <a:xfrm>
            <a:off x="2143811" y="161561"/>
            <a:ext cx="376560" cy="544320"/>
            <a:chOff x="2143811" y="161561"/>
            <a:chExt cx="37656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FCF671-9235-4433-5CBD-21F31C6C1BB6}"/>
                    </a:ext>
                  </a:extLst>
                </p14:cNvPr>
                <p14:cNvContentPartPr/>
                <p14:nvPr/>
              </p14:nvContentPartPr>
              <p14:xfrm>
                <a:off x="2250731" y="450641"/>
                <a:ext cx="103680" cy="22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FCF671-9235-4433-5CBD-21F31C6C1BB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42091" y="441641"/>
                  <a:ext cx="121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82D931-7217-3BA4-C898-5CA0A59589C3}"/>
                    </a:ext>
                  </a:extLst>
                </p14:cNvPr>
                <p14:cNvContentPartPr/>
                <p14:nvPr/>
              </p14:nvContentPartPr>
              <p14:xfrm>
                <a:off x="2143811" y="161561"/>
                <a:ext cx="376560" cy="54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82D931-7217-3BA4-C898-5CA0A59589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34811" y="152921"/>
                  <a:ext cx="394200" cy="56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61F0F3-160B-2ED8-BB41-B9B192C6C58C}"/>
              </a:ext>
            </a:extLst>
          </p:cNvPr>
          <p:cNvGrpSpPr/>
          <p:nvPr/>
        </p:nvGrpSpPr>
        <p:grpSpPr>
          <a:xfrm>
            <a:off x="1297451" y="267761"/>
            <a:ext cx="372240" cy="521280"/>
            <a:chOff x="1297451" y="267761"/>
            <a:chExt cx="3722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E4BC21-2A34-3ED3-96CF-35ECC7272699}"/>
                    </a:ext>
                  </a:extLst>
                </p14:cNvPr>
                <p14:cNvContentPartPr/>
                <p14:nvPr/>
              </p14:nvContentPartPr>
              <p14:xfrm>
                <a:off x="1388171" y="389801"/>
                <a:ext cx="99720" cy="27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E4BC21-2A34-3ED3-96CF-35ECC72726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79171" y="381161"/>
                  <a:ext cx="117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0880C8-DCAF-BB19-0B2E-F8C7045B1C8D}"/>
                    </a:ext>
                  </a:extLst>
                </p14:cNvPr>
                <p14:cNvContentPartPr/>
                <p14:nvPr/>
              </p14:nvContentPartPr>
              <p14:xfrm>
                <a:off x="1297451" y="267761"/>
                <a:ext cx="372240" cy="521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0880C8-DCAF-BB19-0B2E-F8C7045B1C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8811" y="258761"/>
                  <a:ext cx="389880" cy="53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74089C-360E-2936-2F43-9FEAC4C24537}"/>
              </a:ext>
            </a:extLst>
          </p:cNvPr>
          <p:cNvGrpSpPr/>
          <p:nvPr/>
        </p:nvGrpSpPr>
        <p:grpSpPr>
          <a:xfrm>
            <a:off x="534251" y="2546921"/>
            <a:ext cx="389880" cy="625680"/>
            <a:chOff x="534251" y="2546921"/>
            <a:chExt cx="38988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5587E4-AA72-1B56-5F90-DE1E75513846}"/>
                    </a:ext>
                  </a:extLst>
                </p14:cNvPr>
                <p14:cNvContentPartPr/>
                <p14:nvPr/>
              </p14:nvContentPartPr>
              <p14:xfrm>
                <a:off x="704891" y="2749601"/>
                <a:ext cx="111240" cy="18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5587E4-AA72-1B56-5F90-DE1E755138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5891" y="2740601"/>
                  <a:ext cx="1288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8A574B-79B5-72ED-9736-6E6B48551AAD}"/>
                    </a:ext>
                  </a:extLst>
                </p14:cNvPr>
                <p14:cNvContentPartPr/>
                <p14:nvPr/>
              </p14:nvContentPartPr>
              <p14:xfrm>
                <a:off x="724331" y="2643041"/>
                <a:ext cx="110520" cy="109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8A574B-79B5-72ED-9736-6E6B48551A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331" y="2634401"/>
                  <a:ext cx="128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A5211D-5680-E3A1-2DA5-F569A8D52D0D}"/>
                    </a:ext>
                  </a:extLst>
                </p14:cNvPr>
                <p14:cNvContentPartPr/>
                <p14:nvPr/>
              </p14:nvContentPartPr>
              <p14:xfrm>
                <a:off x="534251" y="2546921"/>
                <a:ext cx="389880" cy="625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A5211D-5680-E3A1-2DA5-F569A8D52D0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5251" y="2538281"/>
                  <a:ext cx="407520" cy="64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076DC1-0875-7DE2-F390-C8148BA5258B}"/>
              </a:ext>
            </a:extLst>
          </p:cNvPr>
          <p:cNvGrpSpPr/>
          <p:nvPr/>
        </p:nvGrpSpPr>
        <p:grpSpPr>
          <a:xfrm>
            <a:off x="3211931" y="1632521"/>
            <a:ext cx="281880" cy="328320"/>
            <a:chOff x="3211931" y="1632521"/>
            <a:chExt cx="28188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B75A25-89C3-FE86-EBE0-C5C52E48032C}"/>
                    </a:ext>
                  </a:extLst>
                </p14:cNvPr>
                <p14:cNvContentPartPr/>
                <p14:nvPr/>
              </p14:nvContentPartPr>
              <p14:xfrm>
                <a:off x="3373931" y="1726121"/>
                <a:ext cx="4320" cy="7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B75A25-89C3-FE86-EBE0-C5C52E4803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65291" y="1717121"/>
                  <a:ext cx="21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F98E97-338F-E4A2-6319-DD0B0A761FD5}"/>
                    </a:ext>
                  </a:extLst>
                </p14:cNvPr>
                <p14:cNvContentPartPr/>
                <p14:nvPr/>
              </p14:nvContentPartPr>
              <p14:xfrm>
                <a:off x="3235331" y="1715321"/>
                <a:ext cx="177840" cy="21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F98E97-338F-E4A2-6319-DD0B0A761F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26691" y="1706321"/>
                  <a:ext cx="195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1FA016-610C-24E8-0AF1-4187ABE1D803}"/>
                    </a:ext>
                  </a:extLst>
                </p14:cNvPr>
                <p14:cNvContentPartPr/>
                <p14:nvPr/>
              </p14:nvContentPartPr>
              <p14:xfrm>
                <a:off x="3211931" y="1632521"/>
                <a:ext cx="281880" cy="328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1FA016-610C-24E8-0AF1-4187ABE1D8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02931" y="1623881"/>
                  <a:ext cx="29952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25B3075-1CCA-83A3-67AE-29E4254CAF06}"/>
              </a:ext>
            </a:extLst>
          </p:cNvPr>
          <p:cNvGrpSpPr/>
          <p:nvPr/>
        </p:nvGrpSpPr>
        <p:grpSpPr>
          <a:xfrm>
            <a:off x="10378091" y="1236521"/>
            <a:ext cx="427680" cy="369000"/>
            <a:chOff x="10378091" y="1236521"/>
            <a:chExt cx="4276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AF0150-FCF8-2BA4-008C-7D7812A07BA1}"/>
                    </a:ext>
                  </a:extLst>
                </p14:cNvPr>
                <p14:cNvContentPartPr/>
                <p14:nvPr/>
              </p14:nvContentPartPr>
              <p14:xfrm>
                <a:off x="10378091" y="1236521"/>
                <a:ext cx="210240" cy="36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AF0150-FCF8-2BA4-008C-7D7812A07BA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69091" y="1227521"/>
                  <a:ext cx="2278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36106A-F384-4E17-148A-A491DA137123}"/>
                    </a:ext>
                  </a:extLst>
                </p14:cNvPr>
                <p14:cNvContentPartPr/>
                <p14:nvPr/>
              </p14:nvContentPartPr>
              <p14:xfrm>
                <a:off x="10572131" y="1282241"/>
                <a:ext cx="233640" cy="31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36106A-F384-4E17-148A-A491DA13712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63491" y="1273601"/>
                  <a:ext cx="251280" cy="33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044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45A-AE6A-970F-8B9D-85F67796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62" y="2386807"/>
            <a:ext cx="10515600" cy="1325563"/>
          </a:xfrm>
        </p:spPr>
        <p:txBody>
          <a:bodyPr/>
          <a:lstStyle/>
          <a:p>
            <a:r>
              <a:rPr lang="en-US" dirty="0"/>
              <a:t>Adding New Column</a:t>
            </a:r>
          </a:p>
        </p:txBody>
      </p:sp>
    </p:spTree>
    <p:extLst>
      <p:ext uri="{BB962C8B-B14F-4D97-AF65-F5344CB8AC3E}">
        <p14:creationId xmlns:p14="http://schemas.microsoft.com/office/powerpoint/2010/main" val="3197994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13690"/>
            <a:ext cx="2964180" cy="62306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835" y="313690"/>
            <a:ext cx="7454265" cy="702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1240155"/>
            <a:ext cx="8519795" cy="458025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93C6F1-B0F2-68AA-38EB-D79EC99A8908}"/>
              </a:ext>
            </a:extLst>
          </p:cNvPr>
          <p:cNvGrpSpPr/>
          <p:nvPr/>
        </p:nvGrpSpPr>
        <p:grpSpPr>
          <a:xfrm>
            <a:off x="1654350" y="2793017"/>
            <a:ext cx="341280" cy="513360"/>
            <a:chOff x="1719617" y="2496017"/>
            <a:chExt cx="34128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011E6E-9374-2811-7B19-AF6FE96DFC41}"/>
                    </a:ext>
                  </a:extLst>
                </p14:cNvPr>
                <p14:cNvContentPartPr/>
                <p14:nvPr/>
              </p14:nvContentPartPr>
              <p14:xfrm>
                <a:off x="1895657" y="2582417"/>
                <a:ext cx="52560" cy="18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011E6E-9374-2811-7B19-AF6FE96DFC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7017" y="2573417"/>
                  <a:ext cx="70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722A0E-A5AF-3915-9047-F850A73FDCE8}"/>
                    </a:ext>
                  </a:extLst>
                </p14:cNvPr>
                <p14:cNvContentPartPr/>
                <p14:nvPr/>
              </p14:nvContentPartPr>
              <p14:xfrm>
                <a:off x="1719617" y="2496017"/>
                <a:ext cx="341280" cy="513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722A0E-A5AF-3915-9047-F850A73FDC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10617" y="2487017"/>
                  <a:ext cx="358920" cy="53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A52E1F-E3A8-A347-F35E-FED217E558F0}"/>
              </a:ext>
            </a:extLst>
          </p:cNvPr>
          <p:cNvGrpSpPr/>
          <p:nvPr/>
        </p:nvGrpSpPr>
        <p:grpSpPr>
          <a:xfrm>
            <a:off x="3900497" y="203897"/>
            <a:ext cx="478800" cy="669240"/>
            <a:chOff x="3900497" y="203897"/>
            <a:chExt cx="47880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75E786-51D2-98A7-7296-82E2A63DA67E}"/>
                    </a:ext>
                  </a:extLst>
                </p14:cNvPr>
                <p14:cNvContentPartPr/>
                <p14:nvPr/>
              </p14:nvContentPartPr>
              <p14:xfrm>
                <a:off x="4038017" y="407297"/>
                <a:ext cx="180360" cy="304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75E786-51D2-98A7-7296-82E2A63DA6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29017" y="398297"/>
                  <a:ext cx="198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987CBB-2CC2-11E5-8DB0-D6DB0745A8B5}"/>
                    </a:ext>
                  </a:extLst>
                </p14:cNvPr>
                <p14:cNvContentPartPr/>
                <p14:nvPr/>
              </p14:nvContentPartPr>
              <p14:xfrm>
                <a:off x="3900497" y="203897"/>
                <a:ext cx="478800" cy="66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987CBB-2CC2-11E5-8DB0-D6DB0745A8B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91497" y="194897"/>
                  <a:ext cx="496440" cy="68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86B7E7-FD08-143B-E480-5FD5BE3431DC}"/>
              </a:ext>
            </a:extLst>
          </p:cNvPr>
          <p:cNvGrpSpPr/>
          <p:nvPr/>
        </p:nvGrpSpPr>
        <p:grpSpPr>
          <a:xfrm>
            <a:off x="6605897" y="1934057"/>
            <a:ext cx="260640" cy="283680"/>
            <a:chOff x="6605897" y="1934057"/>
            <a:chExt cx="2606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1F68E9-9FEF-8466-100D-BC9DA4F91CE4}"/>
                    </a:ext>
                  </a:extLst>
                </p14:cNvPr>
                <p14:cNvContentPartPr/>
                <p14:nvPr/>
              </p14:nvContentPartPr>
              <p14:xfrm>
                <a:off x="6605897" y="1934057"/>
                <a:ext cx="143640" cy="28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1F68E9-9FEF-8466-100D-BC9DA4F91C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97257" y="1925057"/>
                  <a:ext cx="161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B95B90-2269-DD2E-603B-225803974934}"/>
                    </a:ext>
                  </a:extLst>
                </p14:cNvPr>
                <p14:cNvContentPartPr/>
                <p14:nvPr/>
              </p14:nvContentPartPr>
              <p14:xfrm>
                <a:off x="6773297" y="1951697"/>
                <a:ext cx="93240" cy="248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B95B90-2269-DD2E-603B-2258039749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64657" y="1942697"/>
                  <a:ext cx="1108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3807DE-41D5-6984-51E1-3F5B2E4CFD8D}"/>
              </a:ext>
            </a:extLst>
          </p:cNvPr>
          <p:cNvGrpSpPr/>
          <p:nvPr/>
        </p:nvGrpSpPr>
        <p:grpSpPr>
          <a:xfrm>
            <a:off x="3012377" y="2258057"/>
            <a:ext cx="430560" cy="534960"/>
            <a:chOff x="3012377" y="2258057"/>
            <a:chExt cx="43056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682212-73DA-27E7-5848-7BC472F4D617}"/>
                    </a:ext>
                  </a:extLst>
                </p14:cNvPr>
                <p14:cNvContentPartPr/>
                <p14:nvPr/>
              </p14:nvContentPartPr>
              <p14:xfrm>
                <a:off x="3297857" y="2320697"/>
                <a:ext cx="145080" cy="95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682212-73DA-27E7-5848-7BC472F4D6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89217" y="2311697"/>
                  <a:ext cx="16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528EE3-339F-21FF-D575-55048FB57F78}"/>
                    </a:ext>
                  </a:extLst>
                </p14:cNvPr>
                <p14:cNvContentPartPr/>
                <p14:nvPr/>
              </p14:nvContentPartPr>
              <p14:xfrm>
                <a:off x="3341777" y="2258057"/>
                <a:ext cx="92880" cy="188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528EE3-339F-21FF-D575-55048FB57F7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33137" y="2249057"/>
                  <a:ext cx="110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A60FE2-ADC9-533D-1FC9-D6FDFF088E32}"/>
                    </a:ext>
                  </a:extLst>
                </p14:cNvPr>
                <p14:cNvContentPartPr/>
                <p14:nvPr/>
              </p14:nvContentPartPr>
              <p14:xfrm>
                <a:off x="3161417" y="2466497"/>
                <a:ext cx="93240" cy="13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A60FE2-ADC9-533D-1FC9-D6FDFF088E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2417" y="2457497"/>
                  <a:ext cx="110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F2F665-5BCE-E496-376A-18C2D1C1DCEC}"/>
                    </a:ext>
                  </a:extLst>
                </p14:cNvPr>
                <p14:cNvContentPartPr/>
                <p14:nvPr/>
              </p14:nvContentPartPr>
              <p14:xfrm>
                <a:off x="3012377" y="2358497"/>
                <a:ext cx="394560" cy="434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F2F665-5BCE-E496-376A-18C2D1C1DC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03377" y="2349497"/>
                  <a:ext cx="412200" cy="452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0014-41E8-5F8B-A5D3-D6E6817C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81" y="149224"/>
            <a:ext cx="2790825" cy="106362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9F468-BE2C-ED55-05C8-6A1A333F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44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RELATED() function is used to </a:t>
            </a:r>
            <a:r>
              <a:rPr lang="en-US" b="1" dirty="0"/>
              <a:t>get a value from another table</a:t>
            </a:r>
            <a:r>
              <a:rPr lang="en-US" dirty="0"/>
              <a:t> that is </a:t>
            </a:r>
            <a:r>
              <a:rPr lang="en-US" b="1" dirty="0"/>
              <a:t>linked</a:t>
            </a:r>
            <a:r>
              <a:rPr lang="en-US" dirty="0"/>
              <a:t> to the current table.</a:t>
            </a:r>
          </a:p>
          <a:p>
            <a:r>
              <a:rPr lang="en-US" b="1" dirty="0"/>
              <a:t>When do you use it?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You use RELATED() when:</a:t>
            </a:r>
          </a:p>
          <a:p>
            <a:pPr marL="0" indent="0">
              <a:buNone/>
            </a:pPr>
            <a:r>
              <a:rPr lang="en-US" dirty="0"/>
              <a:t>Two tables are </a:t>
            </a:r>
            <a:r>
              <a:rPr lang="en-US" b="1" dirty="0"/>
              <a:t>connected</a:t>
            </a:r>
            <a:r>
              <a:rPr lang="en-US" dirty="0"/>
              <a:t> (via relationships).</a:t>
            </a:r>
          </a:p>
          <a:p>
            <a:pPr marL="0" indent="0">
              <a:buNone/>
            </a:pPr>
            <a:r>
              <a:rPr lang="en-US" dirty="0"/>
              <a:t>You want to </a:t>
            </a:r>
            <a:r>
              <a:rPr lang="en-US" b="1" dirty="0"/>
              <a:t>pull data from one table into another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How does it work?</a:t>
            </a:r>
          </a:p>
          <a:p>
            <a:r>
              <a:rPr lang="en-US" dirty="0"/>
              <a:t>It works </a:t>
            </a:r>
            <a:r>
              <a:rPr lang="en-US" b="1" dirty="0"/>
              <a:t>from the many side to the one side</a:t>
            </a:r>
            <a:r>
              <a:rPr lang="en-US" dirty="0"/>
              <a:t> of a relationship.</a:t>
            </a:r>
          </a:p>
          <a:p>
            <a:r>
              <a:rPr lang="en-US" dirty="0"/>
              <a:t>You can only use it if a </a:t>
            </a:r>
            <a:r>
              <a:rPr lang="en-US" b="1" dirty="0"/>
              <a:t>relationship exists</a:t>
            </a:r>
            <a:r>
              <a:rPr lang="en-US" dirty="0"/>
              <a:t> between the tables.</a:t>
            </a:r>
          </a:p>
          <a:p>
            <a:r>
              <a:rPr lang="en-US" b="1" dirty="0">
                <a:solidFill>
                  <a:srgbClr val="C0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altLang="en-US" dirty="0"/>
              <a:t>RELATED(&lt;</a:t>
            </a:r>
            <a:r>
              <a:rPr lang="en-US" altLang="en-US" dirty="0" err="1"/>
              <a:t>RelatedTable</a:t>
            </a:r>
            <a:r>
              <a:rPr lang="en-US" altLang="en-US" dirty="0"/>
              <a:t>&gt;[&lt;Column&gt;])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F34E-C4C8-EB98-8DB7-789BEC9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8" y="65087"/>
            <a:ext cx="4119563" cy="835025"/>
          </a:xfrm>
        </p:spPr>
        <p:txBody>
          <a:bodyPr/>
          <a:lstStyle/>
          <a:p>
            <a:r>
              <a:rPr lang="en-US" dirty="0"/>
              <a:t>Simple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308BE-1401-3A68-BEAA-94B83367E0A2}"/>
              </a:ext>
            </a:extLst>
          </p:cNvPr>
          <p:cNvSpPr txBox="1"/>
          <p:nvPr/>
        </p:nvSpPr>
        <p:spPr>
          <a:xfrm>
            <a:off x="812601" y="715446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have two tables: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67EDC-0621-A0DB-A10D-F79D7A784875}"/>
              </a:ext>
            </a:extLst>
          </p:cNvPr>
          <p:cNvSpPr txBox="1"/>
          <p:nvPr/>
        </p:nvSpPr>
        <p:spPr>
          <a:xfrm>
            <a:off x="812601" y="1084778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Sales</a:t>
            </a:r>
            <a:r>
              <a:rPr lang="en-US" dirty="0"/>
              <a:t> table: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4726B4-C98C-F478-A34E-321AE01AA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38322"/>
              </p:ext>
            </p:extLst>
          </p:nvPr>
        </p:nvGraphicFramePr>
        <p:xfrm>
          <a:off x="863799" y="1454110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899447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58742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60427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SaleID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CustomerID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72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67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4105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CA43548-1349-745D-6828-8BF8DF666EE0}"/>
              </a:ext>
            </a:extLst>
          </p:cNvPr>
          <p:cNvSpPr txBox="1"/>
          <p:nvPr/>
        </p:nvSpPr>
        <p:spPr>
          <a:xfrm>
            <a:off x="812601" y="2736056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Customers</a:t>
            </a:r>
            <a:r>
              <a:rPr lang="en-US" dirty="0"/>
              <a:t> table: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522324-CBA3-EE02-E733-44E2AECD4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764644"/>
              </p:ext>
            </p:extLst>
          </p:nvPr>
        </p:nvGraphicFramePr>
        <p:xfrm>
          <a:off x="812601" y="3105388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557665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6314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CustomerID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242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6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579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F1C68EF-193F-9E1A-68F5-812608232085}"/>
              </a:ext>
            </a:extLst>
          </p:cNvPr>
          <p:cNvSpPr txBox="1"/>
          <p:nvPr/>
        </p:nvSpPr>
        <p:spPr>
          <a:xfrm>
            <a:off x="812601" y="4387334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two tables are linked by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CustomerID</a:t>
            </a:r>
            <a:r>
              <a:rPr lang="en-US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34CEF-9EB2-E64A-266F-CBCD8C085774}"/>
              </a:ext>
            </a:extLst>
          </p:cNvPr>
          <p:cNvSpPr txBox="1"/>
          <p:nvPr/>
        </p:nvSpPr>
        <p:spPr>
          <a:xfrm>
            <a:off x="863798" y="4877486"/>
            <a:ext cx="868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Now, in the </a:t>
            </a:r>
            <a:r>
              <a:rPr lang="en-US" dirty="0">
                <a:latin typeface="Courier New" panose="02070309020205020404" pitchFamily="49" charset="0"/>
              </a:rPr>
              <a:t>Sales</a:t>
            </a:r>
            <a:r>
              <a:rPr lang="en-US" dirty="0"/>
              <a:t> table, you want to show the customer's name.</a:t>
            </a:r>
          </a:p>
        </p:txBody>
      </p:sp>
    </p:spTree>
    <p:extLst>
      <p:ext uri="{BB962C8B-B14F-4D97-AF65-F5344CB8AC3E}">
        <p14:creationId xmlns:p14="http://schemas.microsoft.com/office/powerpoint/2010/main" val="1482569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B6D496-9E38-3701-62DA-0A31BCAEC8DE}"/>
              </a:ext>
            </a:extLst>
          </p:cNvPr>
          <p:cNvSpPr txBox="1"/>
          <p:nvPr/>
        </p:nvSpPr>
        <p:spPr>
          <a:xfrm>
            <a:off x="969764" y="629721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write: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69C60-4FA4-3111-207E-8711C28C157A}"/>
              </a:ext>
            </a:extLst>
          </p:cNvPr>
          <p:cNvSpPr txBox="1"/>
          <p:nvPr/>
        </p:nvSpPr>
        <p:spPr>
          <a:xfrm>
            <a:off x="876895" y="1065491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6"/>
                </a:solidFill>
              </a:rPr>
              <a:t>CustomerName</a:t>
            </a:r>
            <a:r>
              <a:rPr lang="en-US" b="1" dirty="0">
                <a:solidFill>
                  <a:schemeClr val="accent6"/>
                </a:solidFill>
              </a:rPr>
              <a:t> = RELATED(Customers[Name])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517FF-2ED0-19D2-A436-51BFC4D8B4B9}"/>
              </a:ext>
            </a:extLst>
          </p:cNvPr>
          <p:cNvSpPr txBox="1"/>
          <p:nvPr/>
        </p:nvSpPr>
        <p:spPr>
          <a:xfrm>
            <a:off x="876895" y="1501261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you’ll get this in the Sales table: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9333A8-5199-9D02-9F20-221C46AB1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46472"/>
              </p:ext>
            </p:extLst>
          </p:nvPr>
        </p:nvGraphicFramePr>
        <p:xfrm>
          <a:off x="788194" y="2238217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497210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654988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5491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8675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rgbClr val="C00000"/>
                          </a:solidFill>
                        </a:rPr>
                        <a:t>SaleID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rgbClr val="C00000"/>
                          </a:solidFill>
                        </a:rPr>
                        <a:t>CustomerID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rgbClr val="C00000"/>
                          </a:solidFill>
                        </a:rPr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4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61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89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323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1" y="47943"/>
            <a:ext cx="5318760" cy="6648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41547"/>
            <a:ext cx="11016117" cy="5921742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225405" y="280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*Column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383A05-ABC0-93C8-38B0-02859377A53B}"/>
              </a:ext>
            </a:extLst>
          </p:cNvPr>
          <p:cNvGrpSpPr/>
          <p:nvPr/>
        </p:nvGrpSpPr>
        <p:grpSpPr>
          <a:xfrm>
            <a:off x="9682650" y="3656925"/>
            <a:ext cx="419760" cy="386640"/>
            <a:chOff x="9682650" y="3656925"/>
            <a:chExt cx="4197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7184FA7-8755-F817-C769-1F01D57EA8E0}"/>
                    </a:ext>
                  </a:extLst>
                </p14:cNvPr>
                <p14:cNvContentPartPr/>
                <p14:nvPr/>
              </p14:nvContentPartPr>
              <p14:xfrm>
                <a:off x="9820890" y="3820005"/>
                <a:ext cx="55800" cy="115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7184FA7-8755-F817-C769-1F01D57EA8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12250" y="3811365"/>
                  <a:ext cx="7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F5E117-F94E-C7CC-982B-9724F10FDF06}"/>
                    </a:ext>
                  </a:extLst>
                </p14:cNvPr>
                <p14:cNvContentPartPr/>
                <p14:nvPr/>
              </p14:nvContentPartPr>
              <p14:xfrm>
                <a:off x="9682650" y="3721365"/>
                <a:ext cx="245880" cy="32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F5E117-F94E-C7CC-982B-9724F10FDF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73650" y="3712365"/>
                  <a:ext cx="263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964F31-A14E-BD22-FA5A-63912E1820AC}"/>
                    </a:ext>
                  </a:extLst>
                </p14:cNvPr>
                <p14:cNvContentPartPr/>
                <p14:nvPr/>
              </p14:nvContentPartPr>
              <p14:xfrm>
                <a:off x="9915930" y="3656925"/>
                <a:ext cx="24840" cy="146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964F31-A14E-BD22-FA5A-63912E1820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06930" y="3648285"/>
                  <a:ext cx="42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076623-3408-F37A-4C10-1D1772D3D3C6}"/>
                    </a:ext>
                  </a:extLst>
                </p14:cNvPr>
                <p14:cNvContentPartPr/>
                <p14:nvPr/>
              </p14:nvContentPartPr>
              <p14:xfrm>
                <a:off x="9872370" y="3763125"/>
                <a:ext cx="214560" cy="116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076623-3408-F37A-4C10-1D1772D3D3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63370" y="3754125"/>
                  <a:ext cx="232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7276A7-50E8-A5D1-BA88-2BC0344D3971}"/>
                    </a:ext>
                  </a:extLst>
                </p14:cNvPr>
                <p14:cNvContentPartPr/>
                <p14:nvPr/>
              </p14:nvContentPartPr>
              <p14:xfrm>
                <a:off x="9911970" y="3726045"/>
                <a:ext cx="190440" cy="213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7276A7-50E8-A5D1-BA88-2BC0344D39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02970" y="3717405"/>
                  <a:ext cx="20808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1F5465-5DC9-B1BC-43F0-FDFCAA1538FD}"/>
                  </a:ext>
                </a:extLst>
              </p14:cNvPr>
              <p14:cNvContentPartPr/>
              <p14:nvPr/>
            </p14:nvContentPartPr>
            <p14:xfrm>
              <a:off x="7981650" y="3834765"/>
              <a:ext cx="75600" cy="200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1F5465-5DC9-B1BC-43F0-FDFCAA1538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73010" y="3826125"/>
                <a:ext cx="93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4E9422-6834-D1FC-4FC0-FB68FC3D6FB4}"/>
                  </a:ext>
                </a:extLst>
              </p14:cNvPr>
              <p14:cNvContentPartPr/>
              <p14:nvPr/>
            </p14:nvContentPartPr>
            <p14:xfrm>
              <a:off x="8001450" y="3706245"/>
              <a:ext cx="265320" cy="32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4E9422-6834-D1FC-4FC0-FB68FC3D6F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92810" y="3697605"/>
                <a:ext cx="2829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4B88EDF-0CA2-F57A-C1A4-A903E5201F5B}"/>
                  </a:ext>
                </a:extLst>
              </p14:cNvPr>
              <p14:cNvContentPartPr/>
              <p14:nvPr/>
            </p14:nvContentPartPr>
            <p14:xfrm>
              <a:off x="8317890" y="3847365"/>
              <a:ext cx="20160" cy="22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4B88EDF-0CA2-F57A-C1A4-A903E5201F5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09250" y="3838365"/>
                <a:ext cx="37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6ADE1D-34AB-E9A2-E419-14BA9D64E40A}"/>
                  </a:ext>
                </a:extLst>
              </p14:cNvPr>
              <p14:cNvContentPartPr/>
              <p14:nvPr/>
            </p14:nvContentPartPr>
            <p14:xfrm>
              <a:off x="8207730" y="3872925"/>
              <a:ext cx="375480" cy="340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6ADE1D-34AB-E9A2-E419-14BA9D64E4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99090" y="3863925"/>
                <a:ext cx="3931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8EFB73-2A67-F20B-70B3-153AA6B4B4B9}"/>
                  </a:ext>
                </a:extLst>
              </p14:cNvPr>
              <p14:cNvContentPartPr/>
              <p14:nvPr/>
            </p14:nvContentPartPr>
            <p14:xfrm>
              <a:off x="8642250" y="3829365"/>
              <a:ext cx="80280" cy="20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8EFB73-2A67-F20B-70B3-153AA6B4B4B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33250" y="3820725"/>
                <a:ext cx="979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79B1F16-9613-0C63-7969-CB92EA557705}"/>
                  </a:ext>
                </a:extLst>
              </p14:cNvPr>
              <p14:cNvContentPartPr/>
              <p14:nvPr/>
            </p14:nvContentPartPr>
            <p14:xfrm>
              <a:off x="8563050" y="3936285"/>
              <a:ext cx="209880" cy="27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79B1F16-9613-0C63-7969-CB92EA55770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54410" y="3927285"/>
                <a:ext cx="227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9AB84E9-D316-0ACC-19CF-226F0E1E8318}"/>
                  </a:ext>
                </a:extLst>
              </p14:cNvPr>
              <p14:cNvContentPartPr/>
              <p14:nvPr/>
            </p14:nvContentPartPr>
            <p14:xfrm>
              <a:off x="8899290" y="3846645"/>
              <a:ext cx="194760" cy="183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9AB84E9-D316-0ACC-19CF-226F0E1E83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90650" y="3837645"/>
                <a:ext cx="2124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45FCE78-63B5-7489-E6A2-E83D1B4A617A}"/>
                  </a:ext>
                </a:extLst>
              </p14:cNvPr>
              <p14:cNvContentPartPr/>
              <p14:nvPr/>
            </p14:nvContentPartPr>
            <p14:xfrm>
              <a:off x="7947090" y="4236885"/>
              <a:ext cx="137880" cy="201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45FCE78-63B5-7489-E6A2-E83D1B4A61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38090" y="4228245"/>
                <a:ext cx="1555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6B1C6F5-5CFC-E745-2DFE-94037137CE3B}"/>
                  </a:ext>
                </a:extLst>
              </p14:cNvPr>
              <p14:cNvContentPartPr/>
              <p14:nvPr/>
            </p14:nvContentPartPr>
            <p14:xfrm>
              <a:off x="8060850" y="4221045"/>
              <a:ext cx="135000" cy="192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6B1C6F5-5CFC-E745-2DFE-94037137CE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52210" y="4212045"/>
                <a:ext cx="1526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6E1DBB3-E94A-ED17-2388-D0505BFD5492}"/>
                  </a:ext>
                </a:extLst>
              </p14:cNvPr>
              <p14:cNvContentPartPr/>
              <p14:nvPr/>
            </p14:nvContentPartPr>
            <p14:xfrm>
              <a:off x="8194770" y="4279725"/>
              <a:ext cx="301680" cy="136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6E1DBB3-E94A-ED17-2388-D0505BFD549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85770" y="4271085"/>
                <a:ext cx="31932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37D7463-02CC-2879-0F6E-B6A3BD8DA5E4}"/>
              </a:ext>
            </a:extLst>
          </p:cNvPr>
          <p:cNvGrpSpPr/>
          <p:nvPr/>
        </p:nvGrpSpPr>
        <p:grpSpPr>
          <a:xfrm>
            <a:off x="8696970" y="4171005"/>
            <a:ext cx="776160" cy="313560"/>
            <a:chOff x="8696970" y="4171005"/>
            <a:chExt cx="7761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07EBDC-79BC-3930-57DE-E73E43A7CA31}"/>
                    </a:ext>
                  </a:extLst>
                </p14:cNvPr>
                <p14:cNvContentPartPr/>
                <p14:nvPr/>
              </p14:nvContentPartPr>
              <p14:xfrm>
                <a:off x="8696970" y="4171005"/>
                <a:ext cx="191160" cy="263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07EBDC-79BC-3930-57DE-E73E43A7CA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7970" y="4162365"/>
                  <a:ext cx="208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37F55C-39BD-D290-B3DB-80F897D81AC1}"/>
                    </a:ext>
                  </a:extLst>
                </p14:cNvPr>
                <p14:cNvContentPartPr/>
                <p14:nvPr/>
              </p14:nvContentPartPr>
              <p14:xfrm>
                <a:off x="8934930" y="4216365"/>
                <a:ext cx="111240" cy="216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37F55C-39BD-D290-B3DB-80F897D81A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26290" y="4207725"/>
                  <a:ext cx="12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107E7A-D82E-B4E4-BDC4-A2E39BA48BCB}"/>
                    </a:ext>
                  </a:extLst>
                </p14:cNvPr>
                <p14:cNvContentPartPr/>
                <p14:nvPr/>
              </p14:nvContentPartPr>
              <p14:xfrm>
                <a:off x="8990010" y="4342725"/>
                <a:ext cx="111960" cy="10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107E7A-D82E-B4E4-BDC4-A2E39BA48B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81010" y="4333725"/>
                  <a:ext cx="129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614BD2C-1199-3B78-4937-589016B7E1FE}"/>
                    </a:ext>
                  </a:extLst>
                </p14:cNvPr>
                <p14:cNvContentPartPr/>
                <p14:nvPr/>
              </p14:nvContentPartPr>
              <p14:xfrm>
                <a:off x="9088650" y="4351365"/>
                <a:ext cx="190800" cy="115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614BD2C-1199-3B78-4937-589016B7E1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80010" y="4342725"/>
                  <a:ext cx="208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03CC50-57DA-4E37-C6A5-1FAED6798864}"/>
                    </a:ext>
                  </a:extLst>
                </p14:cNvPr>
                <p14:cNvContentPartPr/>
                <p14:nvPr/>
              </p14:nvContentPartPr>
              <p14:xfrm>
                <a:off x="9314370" y="4366485"/>
                <a:ext cx="158760" cy="11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03CC50-57DA-4E37-C6A5-1FAED67988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05370" y="4357485"/>
                  <a:ext cx="17640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8CAFF6B-5B9C-9CBC-C8A8-1E6B28CD19E7}"/>
                  </a:ext>
                </a:extLst>
              </p14:cNvPr>
              <p14:cNvContentPartPr/>
              <p14:nvPr/>
            </p14:nvContentPartPr>
            <p14:xfrm>
              <a:off x="1155600" y="2520"/>
              <a:ext cx="4044960" cy="1827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8CAFF6B-5B9C-9CBC-C8A8-1E6B28CD19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46240" y="-6840"/>
                <a:ext cx="4063680" cy="184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052F-D5E6-6EFE-E67D-93E1A824E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588"/>
            <a:ext cx="2133600" cy="7635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RANKX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8EA17-CDEB-443A-A9D2-15C831D07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591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RANKX() is a </a:t>
            </a:r>
            <a:r>
              <a:rPr lang="en-US" b="1" dirty="0"/>
              <a:t>DAX function</a:t>
            </a:r>
            <a:r>
              <a:rPr lang="en-US" dirty="0"/>
              <a:t> that gives </a:t>
            </a:r>
            <a:r>
              <a:rPr lang="en-US" b="1" dirty="0"/>
              <a:t>ranking to items</a:t>
            </a:r>
            <a:r>
              <a:rPr lang="en-US" dirty="0"/>
              <a:t> based on a </a:t>
            </a:r>
            <a:r>
              <a:rPr lang="en-US" b="1" dirty="0"/>
              <a:t>value</a:t>
            </a:r>
            <a:r>
              <a:rPr lang="en-US" dirty="0"/>
              <a:t> (like sales, marks, score, etc.).</a:t>
            </a:r>
          </a:p>
          <a:p>
            <a:r>
              <a:rPr lang="en-US" dirty="0"/>
              <a:t>It answers questions like:</a:t>
            </a:r>
          </a:p>
          <a:p>
            <a:pPr marL="0" indent="0">
              <a:buNone/>
            </a:pPr>
            <a:r>
              <a:rPr lang="en-US" dirty="0"/>
              <a:t>“Who is the top-selling product?”</a:t>
            </a:r>
            <a:br>
              <a:rPr lang="en-US" dirty="0"/>
            </a:br>
            <a:r>
              <a:rPr lang="en-US" dirty="0"/>
              <a:t>“What is the rank of each employee based on their performance?”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Basic Syntax:</a:t>
            </a:r>
          </a:p>
          <a:p>
            <a:pPr marL="0" indent="0">
              <a:buNone/>
            </a:pPr>
            <a:r>
              <a:rPr lang="en-US" dirty="0"/>
              <a:t>RANKX(&lt;Table&gt;, &lt;Expression&gt;, [, Value], [, Order])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Arial Unicode MS"/>
              </a:rPr>
              <a:t>&lt;Table&gt;</a:t>
            </a:r>
            <a:r>
              <a:rPr lang="en-US" altLang="en-US" sz="1700" dirty="0"/>
              <a:t>: The list of items you want to rank (like products, employees).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Arial Unicode MS"/>
              </a:rPr>
              <a:t>&lt;Expression&gt;</a:t>
            </a:r>
            <a:r>
              <a:rPr lang="en-US" altLang="en-US" sz="1700" dirty="0"/>
              <a:t>: The value to rank by (like total sales).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Arial Unicode MS"/>
              </a:rPr>
              <a:t>Order</a:t>
            </a:r>
            <a:r>
              <a:rPr lang="en-US" altLang="en-US" sz="1700" dirty="0"/>
              <a:t>: Optional — use </a:t>
            </a:r>
            <a:r>
              <a:rPr lang="en-US" altLang="en-US" sz="1700" dirty="0">
                <a:latin typeface="Arial Unicode MS"/>
              </a:rPr>
              <a:t>DESC</a:t>
            </a:r>
            <a:r>
              <a:rPr lang="en-US" altLang="en-US" sz="1700" dirty="0"/>
              <a:t> for highest to lowest (default), </a:t>
            </a:r>
            <a:r>
              <a:rPr lang="en-US" altLang="en-US" sz="1700" dirty="0">
                <a:latin typeface="Arial Unicode MS"/>
              </a:rPr>
              <a:t>ASC</a:t>
            </a:r>
            <a:r>
              <a:rPr lang="en-US" altLang="en-US" sz="1700" dirty="0"/>
              <a:t> for lowest to highest</a:t>
            </a:r>
            <a:endParaRPr lang="en-US" sz="1700" dirty="0"/>
          </a:p>
          <a:p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B8A11F6-0F00-B650-28C8-0874EF3F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4638"/>
            <a:ext cx="232756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9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F89E-704C-D985-AEF7-D6AFF2A8F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18" y="111125"/>
            <a:ext cx="10670381" cy="2510631"/>
          </a:xfrm>
        </p:spPr>
        <p:txBody>
          <a:bodyPr>
            <a:normAutofit fontScale="70000" lnSpcReduction="20000"/>
          </a:bodyPr>
          <a:lstStyle/>
          <a:p>
            <a:r>
              <a:rPr lang="en-US" sz="2000" b="1" dirty="0" err="1"/>
              <a:t>Rankx</a:t>
            </a:r>
            <a:r>
              <a:rPr lang="en-US" sz="2000" b="1" dirty="0"/>
              <a:t> Function Used in this case explained</a:t>
            </a:r>
          </a:p>
          <a:p>
            <a:r>
              <a:rPr lang="en-US" sz="2000" dirty="0"/>
              <a:t>DAX Code:</a:t>
            </a:r>
          </a:p>
          <a:p>
            <a:pPr marL="0" indent="0">
              <a:buNone/>
            </a:pPr>
            <a:r>
              <a:rPr lang="en-US" sz="2000" dirty="0" err="1"/>
              <a:t>ProductRank</a:t>
            </a:r>
            <a:r>
              <a:rPr lang="en-US" sz="2000" dirty="0"/>
              <a:t> = </a:t>
            </a:r>
          </a:p>
          <a:p>
            <a:pPr marL="0" indent="0">
              <a:buNone/>
            </a:pPr>
            <a:r>
              <a:rPr lang="en-US" sz="2000" dirty="0"/>
              <a:t>RANKX(</a:t>
            </a:r>
          </a:p>
          <a:p>
            <a:pPr marL="0" indent="0">
              <a:buNone/>
            </a:pPr>
            <a:r>
              <a:rPr lang="en-US" sz="2000" dirty="0"/>
              <a:t>    ALL(Orders[Product]),</a:t>
            </a:r>
          </a:p>
          <a:p>
            <a:pPr marL="0" indent="0">
              <a:buNone/>
            </a:pPr>
            <a:r>
              <a:rPr lang="en-US" sz="2000" dirty="0"/>
              <a:t>    CALCULATE(SUM(Orders[Quantity])),</a:t>
            </a:r>
          </a:p>
          <a:p>
            <a:pPr marL="0" indent="0">
              <a:buNone/>
            </a:pPr>
            <a:r>
              <a:rPr lang="en-US" sz="2000" dirty="0"/>
              <a:t>    , </a:t>
            </a:r>
          </a:p>
          <a:p>
            <a:pPr marL="0" indent="0">
              <a:buNone/>
            </a:pPr>
            <a:r>
              <a:rPr lang="en-US" sz="2000" dirty="0"/>
              <a:t>    DESC, </a:t>
            </a:r>
          </a:p>
          <a:p>
            <a:pPr marL="0" indent="0">
              <a:buNone/>
            </a:pPr>
            <a:r>
              <a:rPr lang="en-US" sz="2000" dirty="0"/>
              <a:t>    DENSE)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B91E7-5844-D172-B2D7-61A3AD89B60C}"/>
              </a:ext>
            </a:extLst>
          </p:cNvPr>
          <p:cNvSpPr txBox="1"/>
          <p:nvPr/>
        </p:nvSpPr>
        <p:spPr>
          <a:xfrm>
            <a:off x="252413" y="2437090"/>
            <a:ext cx="11524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formula is </a:t>
            </a:r>
            <a:r>
              <a:rPr lang="en-US" b="1" dirty="0"/>
              <a:t>ranking products</a:t>
            </a:r>
            <a:r>
              <a:rPr lang="en-US" dirty="0"/>
              <a:t> based on the </a:t>
            </a:r>
            <a:r>
              <a:rPr lang="en-US" b="1" dirty="0"/>
              <a:t>total quantity sold</a:t>
            </a:r>
            <a:r>
              <a:rPr lang="en-US" dirty="0"/>
              <a:t>, from </a:t>
            </a:r>
            <a:r>
              <a:rPr lang="en-US" b="1" dirty="0"/>
              <a:t>highest to lowest</a:t>
            </a:r>
            <a:r>
              <a:rPr lang="en-US" dirty="0"/>
              <a:t>, using the </a:t>
            </a:r>
            <a:r>
              <a:rPr lang="en-US" dirty="0">
                <a:latin typeface="Courier New" panose="02070309020205020404" pitchFamily="49" charset="0"/>
              </a:rPr>
              <a:t>RANKX()</a:t>
            </a:r>
            <a:r>
              <a:rPr lang="en-US" dirty="0"/>
              <a:t> function.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0E3B61-4E64-675D-EE27-63946C8BC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99347"/>
              </p:ext>
            </p:extLst>
          </p:nvPr>
        </p:nvGraphicFramePr>
        <p:xfrm>
          <a:off x="252413" y="3001298"/>
          <a:ext cx="10141744" cy="3291840"/>
        </p:xfrm>
        <a:graphic>
          <a:graphicData uri="http://schemas.openxmlformats.org/drawingml/2006/table">
            <a:tbl>
              <a:tblPr/>
              <a:tblGrid>
                <a:gridCol w="5070872">
                  <a:extLst>
                    <a:ext uri="{9D8B030D-6E8A-4147-A177-3AD203B41FA5}">
                      <a16:colId xmlns:a16="http://schemas.microsoft.com/office/drawing/2014/main" val="3522785565"/>
                    </a:ext>
                  </a:extLst>
                </a:gridCol>
                <a:gridCol w="5070872">
                  <a:extLst>
                    <a:ext uri="{9D8B030D-6E8A-4147-A177-3AD203B41FA5}">
                      <a16:colId xmlns:a16="http://schemas.microsoft.com/office/drawing/2014/main" val="2900171348"/>
                    </a:ext>
                  </a:extLst>
                </a:gridCol>
              </a:tblGrid>
              <a:tr h="310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803804"/>
                  </a:ext>
                </a:extLst>
              </a:tr>
              <a:tr h="310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RANKX(...)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main function used to rank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040969"/>
                  </a:ext>
                </a:extLst>
              </a:tr>
              <a:tr h="542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ALL(Orders[Product])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a list of all products (ignoring any filters), so you can rank across </a:t>
                      </a:r>
                      <a:r>
                        <a:rPr lang="en-US" b="1"/>
                        <a:t>all products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212"/>
                  </a:ext>
                </a:extLst>
              </a:tr>
              <a:tr h="310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CALCULATE(SUM(Orders[Quantity]))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 each product, calculates the </a:t>
                      </a:r>
                      <a:r>
                        <a:rPr lang="en-US" b="1"/>
                        <a:t>total quantity sold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554124"/>
                  </a:ext>
                </a:extLst>
              </a:tr>
              <a:tr h="542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DESC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Ranks from highest to lowest (e.g., best-selling product gets rank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01366"/>
                  </a:ext>
                </a:extLst>
              </a:tr>
              <a:tr h="775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DENSE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If two products have the same quantity, they’ll share the same rank and the </a:t>
                      </a:r>
                      <a:r>
                        <a:rPr lang="en-US" b="1" dirty="0"/>
                        <a:t>next rank won't be skipped</a:t>
                      </a:r>
                      <a:r>
                        <a:rPr lang="en-US" dirty="0"/>
                        <a:t> (i.e., 1, 2, 2, 3...)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71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903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2" y="1593223"/>
            <a:ext cx="11026616" cy="7393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74" y="2515355"/>
            <a:ext cx="9018632" cy="3628549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701655" y="19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*Measure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FF36C2E-2A58-614D-43AB-209D6D744B3B}"/>
              </a:ext>
            </a:extLst>
          </p:cNvPr>
          <p:cNvGrpSpPr/>
          <p:nvPr/>
        </p:nvGrpSpPr>
        <p:grpSpPr>
          <a:xfrm>
            <a:off x="518490" y="107325"/>
            <a:ext cx="2520000" cy="400680"/>
            <a:chOff x="518490" y="107325"/>
            <a:chExt cx="252000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B3AE2B5-C1BE-5A40-F8F3-7B788AC64301}"/>
                    </a:ext>
                  </a:extLst>
                </p14:cNvPr>
                <p14:cNvContentPartPr/>
                <p14:nvPr/>
              </p14:nvContentPartPr>
              <p14:xfrm>
                <a:off x="633330" y="208845"/>
                <a:ext cx="72000" cy="169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B3AE2B5-C1BE-5A40-F8F3-7B788AC643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4690" y="200205"/>
                  <a:ext cx="89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7F89A4-E315-CA6F-550C-07DC40F4622E}"/>
                    </a:ext>
                  </a:extLst>
                </p14:cNvPr>
                <p14:cNvContentPartPr/>
                <p14:nvPr/>
              </p14:nvContentPartPr>
              <p14:xfrm>
                <a:off x="518490" y="122445"/>
                <a:ext cx="317160" cy="385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7F89A4-E315-CA6F-550C-07DC40F462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9490" y="113805"/>
                  <a:ext cx="3348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97D143C-687B-A626-C7AD-BC86CA852F3C}"/>
                    </a:ext>
                  </a:extLst>
                </p14:cNvPr>
                <p14:cNvContentPartPr/>
                <p14:nvPr/>
              </p14:nvContentPartPr>
              <p14:xfrm>
                <a:off x="993330" y="116685"/>
                <a:ext cx="304920" cy="290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97D143C-687B-A626-C7AD-BC86CA852F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4330" y="107685"/>
                  <a:ext cx="3225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05FF3BE-74E0-2D0A-3B8D-445EA57BAB96}"/>
                    </a:ext>
                  </a:extLst>
                </p14:cNvPr>
                <p14:cNvContentPartPr/>
                <p14:nvPr/>
              </p14:nvContentPartPr>
              <p14:xfrm>
                <a:off x="1317690" y="107325"/>
                <a:ext cx="447120" cy="28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5FF3BE-74E0-2D0A-3B8D-445EA57BAB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8690" y="98325"/>
                  <a:ext cx="464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F97B5D-ED37-BDCA-D66B-6DC78B95CD79}"/>
                    </a:ext>
                  </a:extLst>
                </p14:cNvPr>
                <p14:cNvContentPartPr/>
                <p14:nvPr/>
              </p14:nvContentPartPr>
              <p14:xfrm>
                <a:off x="1888650" y="285165"/>
                <a:ext cx="243000" cy="66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F97B5D-ED37-BDCA-D66B-6DC78B95CD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0010" y="276525"/>
                  <a:ext cx="260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342405-0CC7-17F2-6139-86CB109977D4}"/>
                    </a:ext>
                  </a:extLst>
                </p14:cNvPr>
                <p14:cNvContentPartPr/>
                <p14:nvPr/>
              </p14:nvContentPartPr>
              <p14:xfrm>
                <a:off x="2021490" y="216045"/>
                <a:ext cx="139320" cy="21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342405-0CC7-17F2-6139-86CB109977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12850" y="207405"/>
                  <a:ext cx="156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4D4938-26AB-51FB-8C96-83B1CEB4F19F}"/>
                    </a:ext>
                  </a:extLst>
                </p14:cNvPr>
                <p14:cNvContentPartPr/>
                <p14:nvPr/>
              </p14:nvContentPartPr>
              <p14:xfrm>
                <a:off x="2357730" y="149085"/>
                <a:ext cx="308880" cy="26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4D4938-26AB-51FB-8C96-83B1CEB4F1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9090" y="140085"/>
                  <a:ext cx="326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A1760F-C357-D4C0-3B86-7956D8ACFB32}"/>
                    </a:ext>
                  </a:extLst>
                </p14:cNvPr>
                <p14:cNvContentPartPr/>
                <p14:nvPr/>
              </p14:nvContentPartPr>
              <p14:xfrm>
                <a:off x="2627010" y="250605"/>
                <a:ext cx="411480" cy="161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A1760F-C357-D4C0-3B86-7956D8ACFB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18370" y="241965"/>
                  <a:ext cx="42912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F9E216-387C-102C-49E0-6F76A0079B8B}"/>
              </a:ext>
            </a:extLst>
          </p:cNvPr>
          <p:cNvGrpSpPr/>
          <p:nvPr/>
        </p:nvGrpSpPr>
        <p:grpSpPr>
          <a:xfrm>
            <a:off x="3434130" y="223245"/>
            <a:ext cx="1407960" cy="207000"/>
            <a:chOff x="3434130" y="223245"/>
            <a:chExt cx="140796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45AF0F-7DA5-2F15-4889-4E794D7B66F5}"/>
                    </a:ext>
                  </a:extLst>
                </p14:cNvPr>
                <p14:cNvContentPartPr/>
                <p14:nvPr/>
              </p14:nvContentPartPr>
              <p14:xfrm>
                <a:off x="3434130" y="223245"/>
                <a:ext cx="335880" cy="178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45AF0F-7DA5-2F15-4889-4E794D7B66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25490" y="214245"/>
                  <a:ext cx="353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6C52D1E-E0F3-3491-EF84-3E40EB000A6C}"/>
                    </a:ext>
                  </a:extLst>
                </p14:cNvPr>
                <p14:cNvContentPartPr/>
                <p14:nvPr/>
              </p14:nvContentPartPr>
              <p14:xfrm>
                <a:off x="3769650" y="240885"/>
                <a:ext cx="470880" cy="189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6C52D1E-E0F3-3491-EF84-3E40EB000A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1010" y="231885"/>
                  <a:ext cx="48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A21E13D-2712-EDA4-F4D7-D62B3E8343F6}"/>
                    </a:ext>
                  </a:extLst>
                </p14:cNvPr>
                <p14:cNvContentPartPr/>
                <p14:nvPr/>
              </p14:nvContentPartPr>
              <p14:xfrm>
                <a:off x="4248450" y="227565"/>
                <a:ext cx="593640" cy="202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A21E13D-2712-EDA4-F4D7-D62B3E8343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39450" y="218565"/>
                  <a:ext cx="61128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76253D-454F-1340-577F-61186F793469}"/>
              </a:ext>
            </a:extLst>
          </p:cNvPr>
          <p:cNvGrpSpPr/>
          <p:nvPr/>
        </p:nvGrpSpPr>
        <p:grpSpPr>
          <a:xfrm>
            <a:off x="783450" y="1327725"/>
            <a:ext cx="1147680" cy="441720"/>
            <a:chOff x="783450" y="1327725"/>
            <a:chExt cx="114768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B4CBBD-D8DC-5EB3-6E71-873651BD7D1F}"/>
                    </a:ext>
                  </a:extLst>
                </p14:cNvPr>
                <p14:cNvContentPartPr/>
                <p14:nvPr/>
              </p14:nvContentPartPr>
              <p14:xfrm>
                <a:off x="1602450" y="1461645"/>
                <a:ext cx="182160" cy="207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B4CBBD-D8DC-5EB3-6E71-873651BD7D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93450" y="1452645"/>
                  <a:ext cx="199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1F298A-E19A-4A67-4F48-63442434028A}"/>
                    </a:ext>
                  </a:extLst>
                </p14:cNvPr>
                <p14:cNvContentPartPr/>
                <p14:nvPr/>
              </p14:nvContentPartPr>
              <p14:xfrm>
                <a:off x="1507410" y="1327725"/>
                <a:ext cx="423720" cy="440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1F298A-E19A-4A67-4F48-63442434028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98770" y="1319085"/>
                  <a:ext cx="4413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F6A650-ECFB-6AF7-EE6D-995FBE5E5851}"/>
                    </a:ext>
                  </a:extLst>
                </p14:cNvPr>
                <p14:cNvContentPartPr/>
                <p14:nvPr/>
              </p14:nvContentPartPr>
              <p14:xfrm>
                <a:off x="910170" y="1455885"/>
                <a:ext cx="127440" cy="231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F6A650-ECFB-6AF7-EE6D-995FBE5E58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1170" y="1447245"/>
                  <a:ext cx="145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B00546-27A7-2A2E-BDDD-4D52DC1F31FC}"/>
                    </a:ext>
                  </a:extLst>
                </p14:cNvPr>
                <p14:cNvContentPartPr/>
                <p14:nvPr/>
              </p14:nvContentPartPr>
              <p14:xfrm>
                <a:off x="783450" y="1337805"/>
                <a:ext cx="455040" cy="43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B00546-27A7-2A2E-BDDD-4D52DC1F31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4450" y="1329165"/>
                  <a:ext cx="472680" cy="44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5AE287-E669-86E1-FA4F-E85BD6483ACE}"/>
              </a:ext>
            </a:extLst>
          </p:cNvPr>
          <p:cNvGrpSpPr/>
          <p:nvPr/>
        </p:nvGrpSpPr>
        <p:grpSpPr>
          <a:xfrm>
            <a:off x="8107650" y="5098365"/>
            <a:ext cx="365760" cy="495000"/>
            <a:chOff x="8107650" y="5098365"/>
            <a:chExt cx="36576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D1ED7E-AAEC-E518-5D11-ADB0E57AF69E}"/>
                    </a:ext>
                  </a:extLst>
                </p14:cNvPr>
                <p14:cNvContentPartPr/>
                <p14:nvPr/>
              </p14:nvContentPartPr>
              <p14:xfrm>
                <a:off x="8258490" y="5229045"/>
                <a:ext cx="92160" cy="227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D1ED7E-AAEC-E518-5D11-ADB0E57AF69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9850" y="5220045"/>
                  <a:ext cx="109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FE8291-EF19-F6B2-56BF-80929EF79BF8}"/>
                    </a:ext>
                  </a:extLst>
                </p14:cNvPr>
                <p14:cNvContentPartPr/>
                <p14:nvPr/>
              </p14:nvContentPartPr>
              <p14:xfrm>
                <a:off x="8107650" y="5098365"/>
                <a:ext cx="365760" cy="49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FE8291-EF19-F6B2-56BF-80929EF79B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98650" y="5089365"/>
                  <a:ext cx="383400" cy="51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93E361-4150-60B5-AC0B-430528FF8D6F}"/>
              </a:ext>
            </a:extLst>
          </p:cNvPr>
          <p:cNvGrpSpPr/>
          <p:nvPr/>
        </p:nvGrpSpPr>
        <p:grpSpPr>
          <a:xfrm>
            <a:off x="8107650" y="4056885"/>
            <a:ext cx="420120" cy="530640"/>
            <a:chOff x="8107650" y="4056885"/>
            <a:chExt cx="42012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AF9608-2F3A-2759-BCC5-7540DE2FD9D2}"/>
                    </a:ext>
                  </a:extLst>
                </p14:cNvPr>
                <p14:cNvContentPartPr/>
                <p14:nvPr/>
              </p14:nvContentPartPr>
              <p14:xfrm>
                <a:off x="8155890" y="4180725"/>
                <a:ext cx="182160" cy="21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AF9608-2F3A-2759-BCC5-7540DE2FD9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46890" y="4172085"/>
                  <a:ext cx="199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6A34E9-1551-475C-370A-D41A3D28013B}"/>
                    </a:ext>
                  </a:extLst>
                </p14:cNvPr>
                <p14:cNvContentPartPr/>
                <p14:nvPr/>
              </p14:nvContentPartPr>
              <p14:xfrm>
                <a:off x="8107650" y="4056885"/>
                <a:ext cx="420120" cy="530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6A34E9-1551-475C-370A-D41A3D2801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99010" y="4047885"/>
                  <a:ext cx="437760" cy="54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109F3-576B-7E92-7C4D-149E1AF316FB}"/>
              </a:ext>
            </a:extLst>
          </p:cNvPr>
          <p:cNvGrpSpPr/>
          <p:nvPr/>
        </p:nvGrpSpPr>
        <p:grpSpPr>
          <a:xfrm>
            <a:off x="7221690" y="3323205"/>
            <a:ext cx="353160" cy="396000"/>
            <a:chOff x="7221690" y="3323205"/>
            <a:chExt cx="35316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74B86B-2311-71DA-2E5C-A981F652427C}"/>
                    </a:ext>
                  </a:extLst>
                </p14:cNvPr>
                <p14:cNvContentPartPr/>
                <p14:nvPr/>
              </p14:nvContentPartPr>
              <p14:xfrm>
                <a:off x="7235010" y="3412485"/>
                <a:ext cx="146160" cy="20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74B86B-2311-71DA-2E5C-A981F65242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26010" y="3403845"/>
                  <a:ext cx="163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2F63F07-8DD9-6AA8-5586-42E339827198}"/>
                    </a:ext>
                  </a:extLst>
                </p14:cNvPr>
                <p14:cNvContentPartPr/>
                <p14:nvPr/>
              </p14:nvContentPartPr>
              <p14:xfrm>
                <a:off x="7221690" y="3323205"/>
                <a:ext cx="353160" cy="39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2F63F07-8DD9-6AA8-5586-42E33982719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12690" y="3314205"/>
                  <a:ext cx="37080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B05751-A209-427E-A25B-4A1DE3C25469}"/>
              </a:ext>
            </a:extLst>
          </p:cNvPr>
          <p:cNvGrpSpPr/>
          <p:nvPr/>
        </p:nvGrpSpPr>
        <p:grpSpPr>
          <a:xfrm>
            <a:off x="653130" y="2492685"/>
            <a:ext cx="301320" cy="341280"/>
            <a:chOff x="653130" y="2492685"/>
            <a:chExt cx="30132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070C7B-41EA-CB4F-A8F8-9B5E0688D01B}"/>
                    </a:ext>
                  </a:extLst>
                </p14:cNvPr>
                <p14:cNvContentPartPr/>
                <p14:nvPr/>
              </p14:nvContentPartPr>
              <p14:xfrm>
                <a:off x="653130" y="2531925"/>
                <a:ext cx="190080" cy="30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070C7B-41EA-CB4F-A8F8-9B5E0688D0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4490" y="2523285"/>
                  <a:ext cx="2077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74FA239-69E8-3814-AF69-D4711C72246A}"/>
                    </a:ext>
                  </a:extLst>
                </p14:cNvPr>
                <p14:cNvContentPartPr/>
                <p14:nvPr/>
              </p14:nvContentPartPr>
              <p14:xfrm>
                <a:off x="850770" y="2492685"/>
                <a:ext cx="103680" cy="256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74FA239-69E8-3814-AF69-D4711C7224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2130" y="2483685"/>
                  <a:ext cx="121320" cy="273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0DBE-98E4-57F3-9ADC-810E0566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AB8A7-681D-664C-3989-6D5A07373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DIVIDE() is a DAX function that </a:t>
            </a:r>
            <a:r>
              <a:rPr lang="en-US" b="1" dirty="0"/>
              <a:t>safely divides one number by another</a:t>
            </a:r>
            <a:r>
              <a:rPr lang="en-US" dirty="0"/>
              <a:t> and avoids errors like "division by zero".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DIVIDE(numerator, denominator, [</a:t>
            </a:r>
            <a:r>
              <a:rPr lang="en-US" dirty="0" err="1"/>
              <a:t>alternateResult</a:t>
            </a:r>
            <a:r>
              <a:rPr lang="en-US" dirty="0"/>
              <a:t>])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94C5B6-7F15-0DC2-7312-F092B6E41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862370"/>
              </p:ext>
            </p:extLst>
          </p:nvPr>
        </p:nvGraphicFramePr>
        <p:xfrm>
          <a:off x="745332" y="411988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464621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70430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Argument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02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numerator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number on top (what you want to divide)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6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denominator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number on bottom (what you divide by)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44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alternateResult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(Optional)</a:t>
                      </a:r>
                      <a:r>
                        <a:rPr lang="en-US" dirty="0"/>
                        <a:t> What to show if the denominator is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791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367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324A-DF0A-2F9F-95D5-AF5E8D10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93" y="122238"/>
            <a:ext cx="5257800" cy="47783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in this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CC02B-C303-3479-F52E-682BF4BEF4F8}"/>
              </a:ext>
            </a:extLst>
          </p:cNvPr>
          <p:cNvSpPr txBox="1"/>
          <p:nvPr/>
        </p:nvSpPr>
        <p:spPr>
          <a:xfrm>
            <a:off x="884040" y="1951672"/>
            <a:ext cx="6097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6"/>
                </a:solidFill>
              </a:rPr>
              <a:t>SalesPerUnit</a:t>
            </a:r>
            <a:r>
              <a:rPr lang="en-US" b="1" dirty="0">
                <a:solidFill>
                  <a:schemeClr val="accent6"/>
                </a:solidFill>
              </a:rPr>
              <a:t> = </a:t>
            </a:r>
          </a:p>
          <a:p>
            <a:r>
              <a:rPr lang="en-US" b="1" dirty="0">
                <a:solidFill>
                  <a:schemeClr val="accent6"/>
                </a:solidFill>
              </a:rPr>
              <a:t>DIVIDE(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SUMX(Orders, Orders[Selling Price] * Orders[Quantity]),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SUM(Orders[Quantity])</a:t>
            </a:r>
          </a:p>
          <a:p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821F2-B0F7-184B-F223-71BBA8F384DF}"/>
              </a:ext>
            </a:extLst>
          </p:cNvPr>
          <p:cNvSpPr txBox="1"/>
          <p:nvPr/>
        </p:nvSpPr>
        <p:spPr>
          <a:xfrm>
            <a:off x="991195" y="3590805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formula is computing the </a:t>
            </a:r>
            <a:r>
              <a:rPr lang="en-US" b="1" dirty="0"/>
              <a:t>average selling price per unit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247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32FD93-CC3C-54E2-0118-34718FF13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4338"/>
              </p:ext>
            </p:extLst>
          </p:nvPr>
        </p:nvGraphicFramePr>
        <p:xfrm>
          <a:off x="831053" y="487920"/>
          <a:ext cx="10677528" cy="2377440"/>
        </p:xfrm>
        <a:graphic>
          <a:graphicData uri="http://schemas.openxmlformats.org/drawingml/2006/table">
            <a:tbl>
              <a:tblPr/>
              <a:tblGrid>
                <a:gridCol w="2669382">
                  <a:extLst>
                    <a:ext uri="{9D8B030D-6E8A-4147-A177-3AD203B41FA5}">
                      <a16:colId xmlns:a16="http://schemas.microsoft.com/office/drawing/2014/main" val="4049585516"/>
                    </a:ext>
                  </a:extLst>
                </a:gridCol>
                <a:gridCol w="2669382">
                  <a:extLst>
                    <a:ext uri="{9D8B030D-6E8A-4147-A177-3AD203B41FA5}">
                      <a16:colId xmlns:a16="http://schemas.microsoft.com/office/drawing/2014/main" val="3851405700"/>
                    </a:ext>
                  </a:extLst>
                </a:gridCol>
                <a:gridCol w="2669382">
                  <a:extLst>
                    <a:ext uri="{9D8B030D-6E8A-4147-A177-3AD203B41FA5}">
                      <a16:colId xmlns:a16="http://schemas.microsoft.com/office/drawing/2014/main" val="1713571296"/>
                    </a:ext>
                  </a:extLst>
                </a:gridCol>
                <a:gridCol w="2669382">
                  <a:extLst>
                    <a:ext uri="{9D8B030D-6E8A-4147-A177-3AD203B41FA5}">
                      <a16:colId xmlns:a16="http://schemas.microsoft.com/office/drawing/2014/main" val="2994150145"/>
                    </a:ext>
                  </a:extLst>
                </a:gridCol>
              </a:tblGrid>
              <a:tr h="754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Selling Price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Orders[Selling Price]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Quantity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Orders[Quantity]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Selling Price * Quantity</a:t>
                      </a:r>
                      <a:r>
                        <a:rPr lang="en-US"/>
                        <a:t> (Row Total)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062340"/>
                  </a:ext>
                </a:extLst>
              </a:tr>
              <a:tr h="28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* 5 = 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826466"/>
                  </a:ext>
                </a:extLst>
              </a:tr>
              <a:tr h="28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 * 3 = 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592446"/>
                  </a:ext>
                </a:extLst>
              </a:tr>
              <a:tr h="28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* 2 =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99510"/>
                  </a:ext>
                </a:extLst>
              </a:tr>
              <a:tr h="336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 + 3 + 2 = 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50 + 36 + 16 = 102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346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814582-1FF4-382F-29DD-D1330A8E3FD4}"/>
              </a:ext>
            </a:extLst>
          </p:cNvPr>
          <p:cNvSpPr txBox="1"/>
          <p:nvPr/>
        </p:nvSpPr>
        <p:spPr>
          <a:xfrm>
            <a:off x="776882" y="2980016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the formula works: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E26A16-CA36-B0BF-A67B-1A0CA530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815475"/>
              </p:ext>
            </p:extLst>
          </p:nvPr>
        </p:nvGraphicFramePr>
        <p:xfrm>
          <a:off x="776882" y="3276918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676684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15757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42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9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SUMX(Orders, Selling Price * Quantity)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Calculates the </a:t>
                      </a:r>
                      <a:r>
                        <a:rPr lang="en-US" b="1"/>
                        <a:t>total sales amount</a:t>
                      </a:r>
                      <a:r>
                        <a:rPr lang="en-US"/>
                        <a:t> by multiplying and summing each row’s price ×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129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SUM(Orders[Quantity])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Calculates the </a:t>
                      </a:r>
                      <a:r>
                        <a:rPr lang="en-US" b="1"/>
                        <a:t>total quantity sold</a:t>
                      </a:r>
                      <a:r>
                        <a:rPr lang="en-US"/>
                        <a:t> by summing all quantities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405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DIVIDE(102, 10)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Divides total sales amount by total quantity to get </a:t>
                      </a:r>
                      <a:r>
                        <a:rPr lang="en-US" b="1" dirty="0"/>
                        <a:t>average selling price per unit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3165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9D94A8-B620-6F8A-721C-50C530A6DF25}"/>
              </a:ext>
            </a:extLst>
          </p:cNvPr>
          <p:cNvSpPr txBox="1"/>
          <p:nvPr/>
        </p:nvSpPr>
        <p:spPr>
          <a:xfrm>
            <a:off x="776882" y="118588"/>
            <a:ext cx="615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Step-by-step, using a sample dataset:</a:t>
            </a:r>
          </a:p>
        </p:txBody>
      </p:sp>
    </p:spTree>
    <p:extLst>
      <p:ext uri="{BB962C8B-B14F-4D97-AF65-F5344CB8AC3E}">
        <p14:creationId xmlns:p14="http://schemas.microsoft.com/office/powerpoint/2010/main" val="913942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02" y="1050548"/>
            <a:ext cx="9799161" cy="4355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02" y="1390332"/>
            <a:ext cx="9174639" cy="5300903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861040" y="19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*Measure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7B4859-5257-A22C-205C-FE05D04133BA}"/>
              </a:ext>
            </a:extLst>
          </p:cNvPr>
          <p:cNvGrpSpPr/>
          <p:nvPr/>
        </p:nvGrpSpPr>
        <p:grpSpPr>
          <a:xfrm>
            <a:off x="381690" y="199125"/>
            <a:ext cx="4393080" cy="974520"/>
            <a:chOff x="381690" y="199125"/>
            <a:chExt cx="4393080" cy="9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C8BA8E-1D8F-7549-3360-EE2B2FA563D4}"/>
                    </a:ext>
                  </a:extLst>
                </p14:cNvPr>
                <p14:cNvContentPartPr/>
                <p14:nvPr/>
              </p14:nvContentPartPr>
              <p14:xfrm>
                <a:off x="467010" y="352125"/>
                <a:ext cx="72000" cy="194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C8BA8E-1D8F-7549-3360-EE2B2FA563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8010" y="343125"/>
                  <a:ext cx="89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A9E2AA-3BD8-550A-AF7B-41136A8DDD21}"/>
                    </a:ext>
                  </a:extLst>
                </p14:cNvPr>
                <p14:cNvContentPartPr/>
                <p14:nvPr/>
              </p14:nvContentPartPr>
              <p14:xfrm>
                <a:off x="381690" y="199125"/>
                <a:ext cx="271800" cy="373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A9E2AA-3BD8-550A-AF7B-41136A8DDD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2690" y="190125"/>
                  <a:ext cx="2894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7396AE-9A06-1725-6AEC-13CD1422C19C}"/>
                    </a:ext>
                  </a:extLst>
                </p14:cNvPr>
                <p14:cNvContentPartPr/>
                <p14:nvPr/>
              </p14:nvContentPartPr>
              <p14:xfrm>
                <a:off x="701010" y="258525"/>
                <a:ext cx="988920" cy="33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7396AE-9A06-1725-6AEC-13CD1422C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370" y="249525"/>
                  <a:ext cx="1006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B34A86-BC96-80D0-167A-B1B0C80194B1}"/>
                    </a:ext>
                  </a:extLst>
                </p14:cNvPr>
                <p14:cNvContentPartPr/>
                <p14:nvPr/>
              </p14:nvContentPartPr>
              <p14:xfrm>
                <a:off x="1823850" y="500085"/>
                <a:ext cx="277200" cy="2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B34A86-BC96-80D0-167A-B1B0C80194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14850" y="491445"/>
                  <a:ext cx="294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69321C-6E3E-9167-4C86-E4BF2540B99D}"/>
                    </a:ext>
                  </a:extLst>
                </p14:cNvPr>
                <p14:cNvContentPartPr/>
                <p14:nvPr/>
              </p14:nvContentPartPr>
              <p14:xfrm>
                <a:off x="1922850" y="389925"/>
                <a:ext cx="162360" cy="24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69321C-6E3E-9167-4C86-E4BF2540B9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3850" y="380925"/>
                  <a:ext cx="180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15CAF0-499C-7644-05ED-83AD4FC24BDA}"/>
                    </a:ext>
                  </a:extLst>
                </p14:cNvPr>
                <p14:cNvContentPartPr/>
                <p14:nvPr/>
              </p14:nvContentPartPr>
              <p14:xfrm>
                <a:off x="2250450" y="371565"/>
                <a:ext cx="150480" cy="331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15CAF0-499C-7644-05ED-83AD4FC24B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41810" y="362925"/>
                  <a:ext cx="168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8017D2-BC5B-5241-2529-9321539C0238}"/>
                    </a:ext>
                  </a:extLst>
                </p14:cNvPr>
                <p14:cNvContentPartPr/>
                <p14:nvPr/>
              </p14:nvContentPartPr>
              <p14:xfrm>
                <a:off x="2341890" y="359685"/>
                <a:ext cx="246240" cy="259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8017D2-BC5B-5241-2529-9321539C02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33250" y="351045"/>
                  <a:ext cx="263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77B308-23C0-33B4-BF4B-9155383DC1EC}"/>
                    </a:ext>
                  </a:extLst>
                </p14:cNvPr>
                <p14:cNvContentPartPr/>
                <p14:nvPr/>
              </p14:nvContentPartPr>
              <p14:xfrm>
                <a:off x="2578410" y="478125"/>
                <a:ext cx="420840" cy="14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77B308-23C0-33B4-BF4B-9155383DC1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69770" y="469485"/>
                  <a:ext cx="438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39F5D6-6DB6-025C-1D4C-89104066284C}"/>
                    </a:ext>
                  </a:extLst>
                </p14:cNvPr>
                <p14:cNvContentPartPr/>
                <p14:nvPr/>
              </p14:nvContentPartPr>
              <p14:xfrm>
                <a:off x="3239730" y="386685"/>
                <a:ext cx="870840" cy="29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39F5D6-6DB6-025C-1D4C-8910406628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0730" y="377685"/>
                  <a:ext cx="888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738946-9779-7C07-E018-93FCD59C0B4D}"/>
                    </a:ext>
                  </a:extLst>
                </p14:cNvPr>
                <p14:cNvContentPartPr/>
                <p14:nvPr/>
              </p14:nvContentPartPr>
              <p14:xfrm>
                <a:off x="4184370" y="422325"/>
                <a:ext cx="590400" cy="20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738946-9779-7C07-E018-93FCD59C0B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75370" y="413325"/>
                  <a:ext cx="608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DA2D73-A63C-462F-3E83-9B2A8F489CFB}"/>
                    </a:ext>
                  </a:extLst>
                </p14:cNvPr>
                <p14:cNvContentPartPr/>
                <p14:nvPr/>
              </p14:nvContentPartPr>
              <p14:xfrm>
                <a:off x="4429890" y="426285"/>
                <a:ext cx="83880" cy="11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6DA2D73-A63C-462F-3E83-9B2A8F489C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21250" y="417285"/>
                  <a:ext cx="101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277710-F688-9432-D16F-680DD7B750CE}"/>
                    </a:ext>
                  </a:extLst>
                </p14:cNvPr>
                <p14:cNvContentPartPr/>
                <p14:nvPr/>
              </p14:nvContentPartPr>
              <p14:xfrm>
                <a:off x="1669410" y="905805"/>
                <a:ext cx="139320" cy="154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277710-F688-9432-D16F-680DD7B750C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60410" y="896805"/>
                  <a:ext cx="156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694752-D4A1-2832-B126-900E84504B36}"/>
                    </a:ext>
                  </a:extLst>
                </p14:cNvPr>
                <p14:cNvContentPartPr/>
                <p14:nvPr/>
              </p14:nvContentPartPr>
              <p14:xfrm>
                <a:off x="1522530" y="690885"/>
                <a:ext cx="381600" cy="40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694752-D4A1-2832-B126-900E84504B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13530" y="682245"/>
                  <a:ext cx="3992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9997B6-9753-C732-0779-80BA918FE76B}"/>
                    </a:ext>
                  </a:extLst>
                </p14:cNvPr>
                <p14:cNvContentPartPr/>
                <p14:nvPr/>
              </p14:nvContentPartPr>
              <p14:xfrm>
                <a:off x="905850" y="863325"/>
                <a:ext cx="117720" cy="16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9997B6-9753-C732-0779-80BA918FE76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6850" y="854325"/>
                  <a:ext cx="135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B1FADA3-80E2-1296-D038-8F8904F09297}"/>
                    </a:ext>
                  </a:extLst>
                </p14:cNvPr>
                <p14:cNvContentPartPr/>
                <p14:nvPr/>
              </p14:nvContentPartPr>
              <p14:xfrm>
                <a:off x="747090" y="725805"/>
                <a:ext cx="456120" cy="44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B1FADA3-80E2-1296-D038-8F8904F092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8450" y="716805"/>
                  <a:ext cx="47376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19782F-F4A9-11E6-C879-0DA3A4355953}"/>
              </a:ext>
            </a:extLst>
          </p:cNvPr>
          <p:cNvGrpSpPr/>
          <p:nvPr/>
        </p:nvGrpSpPr>
        <p:grpSpPr>
          <a:xfrm>
            <a:off x="7823250" y="6043365"/>
            <a:ext cx="306360" cy="501120"/>
            <a:chOff x="7823250" y="6043365"/>
            <a:chExt cx="30636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57088B-DAC5-1A7B-6B1D-06CBB43F0D6D}"/>
                    </a:ext>
                  </a:extLst>
                </p14:cNvPr>
                <p14:cNvContentPartPr/>
                <p14:nvPr/>
              </p14:nvContentPartPr>
              <p14:xfrm>
                <a:off x="7926570" y="6198165"/>
                <a:ext cx="107280" cy="254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57088B-DAC5-1A7B-6B1D-06CBB43F0D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17570" y="6189165"/>
                  <a:ext cx="1249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07087F-50F3-47D5-60C0-009A79037FED}"/>
                    </a:ext>
                  </a:extLst>
                </p14:cNvPr>
                <p14:cNvContentPartPr/>
                <p14:nvPr/>
              </p14:nvContentPartPr>
              <p14:xfrm>
                <a:off x="7823250" y="6043365"/>
                <a:ext cx="306360" cy="501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07087F-50F3-47D5-60C0-009A79037F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4250" y="6034365"/>
                  <a:ext cx="324000" cy="51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B75851-67E6-A4BF-6007-BF7FB371DF61}"/>
              </a:ext>
            </a:extLst>
          </p:cNvPr>
          <p:cNvGrpSpPr/>
          <p:nvPr/>
        </p:nvGrpSpPr>
        <p:grpSpPr>
          <a:xfrm>
            <a:off x="7838730" y="4529925"/>
            <a:ext cx="368640" cy="472320"/>
            <a:chOff x="7838730" y="4529925"/>
            <a:chExt cx="36864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1B9DF6-E760-A6E2-4A4D-0611E930EEED}"/>
                    </a:ext>
                  </a:extLst>
                </p14:cNvPr>
                <p14:cNvContentPartPr/>
                <p14:nvPr/>
              </p14:nvContentPartPr>
              <p14:xfrm>
                <a:off x="7925850" y="4704885"/>
                <a:ext cx="99720" cy="12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1B9DF6-E760-A6E2-4A4D-0611E930EE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17210" y="4696245"/>
                  <a:ext cx="117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3A1313-C0F9-8BC7-04DA-9D9112A9A505}"/>
                    </a:ext>
                  </a:extLst>
                </p14:cNvPr>
                <p14:cNvContentPartPr/>
                <p14:nvPr/>
              </p14:nvContentPartPr>
              <p14:xfrm>
                <a:off x="7838730" y="4529925"/>
                <a:ext cx="368640" cy="472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3A1313-C0F9-8BC7-04DA-9D9112A9A5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30090" y="4520925"/>
                  <a:ext cx="38628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738626-10E4-8EDA-6253-BF9058EF19FE}"/>
              </a:ext>
            </a:extLst>
          </p:cNvPr>
          <p:cNvGrpSpPr/>
          <p:nvPr/>
        </p:nvGrpSpPr>
        <p:grpSpPr>
          <a:xfrm>
            <a:off x="6699690" y="2170845"/>
            <a:ext cx="385560" cy="528120"/>
            <a:chOff x="6699690" y="2170845"/>
            <a:chExt cx="385560" cy="52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0F60F9-1CE3-8E4D-1AAC-25AA7B8A0E73}"/>
                    </a:ext>
                  </a:extLst>
                </p14:cNvPr>
                <p14:cNvContentPartPr/>
                <p14:nvPr/>
              </p14:nvContentPartPr>
              <p14:xfrm>
                <a:off x="6820290" y="2341845"/>
                <a:ext cx="140040" cy="20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0F60F9-1CE3-8E4D-1AAC-25AA7B8A0E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1650" y="2333205"/>
                  <a:ext cx="157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8CAF4F-F007-8BC0-0498-6604C3BE7AE4}"/>
                    </a:ext>
                  </a:extLst>
                </p14:cNvPr>
                <p14:cNvContentPartPr/>
                <p14:nvPr/>
              </p14:nvContentPartPr>
              <p14:xfrm>
                <a:off x="6699690" y="2170845"/>
                <a:ext cx="385560" cy="528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8CAF4F-F007-8BC0-0498-6604C3BE7A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91050" y="2162205"/>
                  <a:ext cx="403200" cy="545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3CF68-9C8A-61B2-B15F-EDE1DFF1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747838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21235-7EE4-C909-008C-6E332FD7613A}"/>
              </a:ext>
            </a:extLst>
          </p:cNvPr>
          <p:cNvSpPr txBox="1"/>
          <p:nvPr/>
        </p:nvSpPr>
        <p:spPr>
          <a:xfrm>
            <a:off x="838200" y="985838"/>
            <a:ext cx="60971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6"/>
                </a:solidFill>
              </a:rPr>
              <a:t>PriceCategory</a:t>
            </a:r>
            <a:r>
              <a:rPr lang="en-US" b="1" dirty="0">
                <a:solidFill>
                  <a:schemeClr val="accent6"/>
                </a:solidFill>
              </a:rPr>
              <a:t> = IF(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Orders[Selling Price] &lt; 300, 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"Low", 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IF(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    Orders[Selling Price] &lt; 800, 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    "Medium", 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    "High"</a:t>
            </a:r>
          </a:p>
          <a:p>
            <a:r>
              <a:rPr lang="en-US" b="1" dirty="0">
                <a:solidFill>
                  <a:schemeClr val="accent6"/>
                </a:solidFill>
              </a:rPr>
              <a:t>    )</a:t>
            </a:r>
          </a:p>
          <a:p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47945-B8C1-0F4F-1B1F-76BEDA1F91A6}"/>
              </a:ext>
            </a:extLst>
          </p:cNvPr>
          <p:cNvSpPr txBox="1"/>
          <p:nvPr/>
        </p:nvSpPr>
        <p:spPr>
          <a:xfrm>
            <a:off x="5427464" y="921455"/>
            <a:ext cx="6097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formula creates a </a:t>
            </a:r>
            <a:r>
              <a:rPr lang="en-US" b="1" dirty="0"/>
              <a:t>new calculated column</a:t>
            </a:r>
            <a:r>
              <a:rPr lang="en-US" dirty="0"/>
              <a:t> called </a:t>
            </a:r>
            <a:r>
              <a:rPr lang="en-US" dirty="0" err="1">
                <a:latin typeface="Courier New" panose="02070309020205020404" pitchFamily="49" charset="0"/>
              </a:rPr>
              <a:t>PriceCategory</a:t>
            </a:r>
            <a:r>
              <a:rPr lang="en-US" dirty="0"/>
              <a:t> in the </a:t>
            </a:r>
            <a:r>
              <a:rPr lang="en-US" dirty="0">
                <a:latin typeface="Courier New" panose="02070309020205020404" pitchFamily="49" charset="0"/>
              </a:rPr>
              <a:t>Orders</a:t>
            </a:r>
            <a:r>
              <a:rPr lang="en-US" dirty="0"/>
              <a:t> table.</a:t>
            </a:r>
          </a:p>
          <a:p>
            <a:pPr>
              <a:buNone/>
            </a:pPr>
            <a:r>
              <a:rPr lang="en-US" dirty="0"/>
              <a:t>It </a:t>
            </a:r>
            <a:r>
              <a:rPr lang="en-US" b="1" dirty="0"/>
              <a:t>categorizes each order’s Selling Price</a:t>
            </a:r>
            <a:r>
              <a:rPr lang="en-US" dirty="0"/>
              <a:t> into three groups based on the price value: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CB2E10-EEF8-4C6A-6C11-D2BEC9D96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34746"/>
              </p:ext>
            </p:extLst>
          </p:nvPr>
        </p:nvGraphicFramePr>
        <p:xfrm>
          <a:off x="838200" y="400469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672232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4075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17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Selling Price less than 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"Low"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793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Selling Price between 300 and 799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"Medium"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5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Selling Price 800 or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"High"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71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892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570" y="182020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90" y="1382395"/>
            <a:ext cx="7581900" cy="3429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59790" y="8102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IF(&lt;logical_test&gt;, &lt;value_if_true&gt;, [&lt;value_if_false&gt;])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90" y="1725295"/>
            <a:ext cx="7604125" cy="4826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28605" y="113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*Column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748E88-1D26-2897-F9FE-7442AECBC99B}"/>
              </a:ext>
            </a:extLst>
          </p:cNvPr>
          <p:cNvGrpSpPr/>
          <p:nvPr/>
        </p:nvGrpSpPr>
        <p:grpSpPr>
          <a:xfrm>
            <a:off x="8938890" y="1765845"/>
            <a:ext cx="2808360" cy="470520"/>
            <a:chOff x="8938890" y="1765845"/>
            <a:chExt cx="280836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932EAE-689F-78FD-23FE-5D8989CF5CED}"/>
                    </a:ext>
                  </a:extLst>
                </p14:cNvPr>
                <p14:cNvContentPartPr/>
                <p14:nvPr/>
              </p14:nvContentPartPr>
              <p14:xfrm>
                <a:off x="9045810" y="1973925"/>
                <a:ext cx="115200" cy="160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932EAE-689F-78FD-23FE-5D8989CF5C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36810" y="1965285"/>
                  <a:ext cx="132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3DA659-9052-8148-42FE-A63D34DB6B23}"/>
                    </a:ext>
                  </a:extLst>
                </p14:cNvPr>
                <p14:cNvContentPartPr/>
                <p14:nvPr/>
              </p14:nvContentPartPr>
              <p14:xfrm>
                <a:off x="8938890" y="1820205"/>
                <a:ext cx="285120" cy="395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3DA659-9052-8148-42FE-A63D34DB6B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29890" y="1811565"/>
                  <a:ext cx="302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1BAAE6-8717-DCF6-649B-1E41D4676A1F}"/>
                    </a:ext>
                  </a:extLst>
                </p14:cNvPr>
                <p14:cNvContentPartPr/>
                <p14:nvPr/>
              </p14:nvContentPartPr>
              <p14:xfrm>
                <a:off x="9266490" y="1859805"/>
                <a:ext cx="887400" cy="31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1BAAE6-8717-DCF6-649B-1E41D4676A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57490" y="1850805"/>
                  <a:ext cx="905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09F8D8-2F22-4878-D542-A9D92803CA3E}"/>
                    </a:ext>
                  </a:extLst>
                </p14:cNvPr>
                <p14:cNvContentPartPr/>
                <p14:nvPr/>
              </p14:nvContentPartPr>
              <p14:xfrm>
                <a:off x="10240290" y="2077965"/>
                <a:ext cx="154800" cy="3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09F8D8-2F22-4878-D542-A9D92803CA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31290" y="2068965"/>
                  <a:ext cx="172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742A3C-576D-F511-FA66-BE278A7817E3}"/>
                    </a:ext>
                  </a:extLst>
                </p14:cNvPr>
                <p14:cNvContentPartPr/>
                <p14:nvPr/>
              </p14:nvContentPartPr>
              <p14:xfrm>
                <a:off x="10607490" y="1765845"/>
                <a:ext cx="447840" cy="47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742A3C-576D-F511-FA66-BE278A7817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98850" y="1756845"/>
                  <a:ext cx="465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D7608B-27A2-3FA9-1E7B-982E62D73BFA}"/>
                    </a:ext>
                  </a:extLst>
                </p14:cNvPr>
                <p14:cNvContentPartPr/>
                <p14:nvPr/>
              </p14:nvContentPartPr>
              <p14:xfrm>
                <a:off x="10979010" y="1810485"/>
                <a:ext cx="4068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D7608B-27A2-3FA9-1E7B-982E62D73B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70370" y="1801485"/>
                  <a:ext cx="58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BF4000-EC4E-863F-2D15-7509917B41CE}"/>
                    </a:ext>
                  </a:extLst>
                </p14:cNvPr>
                <p14:cNvContentPartPr/>
                <p14:nvPr/>
              </p14:nvContentPartPr>
              <p14:xfrm>
                <a:off x="11046690" y="1845045"/>
                <a:ext cx="127080" cy="225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BF4000-EC4E-863F-2D15-7509917B41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038050" y="1836045"/>
                  <a:ext cx="144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3770306-51C4-0271-F064-6E521379513D}"/>
                    </a:ext>
                  </a:extLst>
                </p14:cNvPr>
                <p14:cNvContentPartPr/>
                <p14:nvPr/>
              </p14:nvContentPartPr>
              <p14:xfrm>
                <a:off x="11220930" y="1845045"/>
                <a:ext cx="103320" cy="18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3770306-51C4-0271-F064-6E52137951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211930" y="1836045"/>
                  <a:ext cx="120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246E2C-84B9-AFF2-E594-B039ABCFBA0E}"/>
                    </a:ext>
                  </a:extLst>
                </p14:cNvPr>
                <p14:cNvContentPartPr/>
                <p14:nvPr/>
              </p14:nvContentPartPr>
              <p14:xfrm>
                <a:off x="11174130" y="1926765"/>
                <a:ext cx="158040" cy="3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246E2C-84B9-AFF2-E594-B039ABCFBA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165130" y="1917765"/>
                  <a:ext cx="175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3E9EBD-694F-EDDC-AA91-267DAC0453CB}"/>
                    </a:ext>
                  </a:extLst>
                </p14:cNvPr>
                <p14:cNvContentPartPr/>
                <p14:nvPr/>
              </p14:nvContentPartPr>
              <p14:xfrm>
                <a:off x="11470410" y="1879605"/>
                <a:ext cx="276840" cy="163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3E9EBD-694F-EDDC-AA91-267DAC0453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61770" y="1870965"/>
                  <a:ext cx="29448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85A9FA-28F9-3F0B-DBBE-7941AE726762}"/>
              </a:ext>
            </a:extLst>
          </p:cNvPr>
          <p:cNvGrpSpPr/>
          <p:nvPr/>
        </p:nvGrpSpPr>
        <p:grpSpPr>
          <a:xfrm>
            <a:off x="8752770" y="2437965"/>
            <a:ext cx="1317600" cy="375840"/>
            <a:chOff x="8752770" y="2437965"/>
            <a:chExt cx="131760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48ED6A-FCC8-D6C4-27A6-3884AAD0FA81}"/>
                    </a:ext>
                  </a:extLst>
                </p14:cNvPr>
                <p14:cNvContentPartPr/>
                <p14:nvPr/>
              </p14:nvContentPartPr>
              <p14:xfrm>
                <a:off x="8752770" y="2440485"/>
                <a:ext cx="369000" cy="373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48ED6A-FCC8-D6C4-27A6-3884AAD0FA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44130" y="2431845"/>
                  <a:ext cx="3866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83A4F7-7FEB-1F3B-E701-29A843176323}"/>
                    </a:ext>
                  </a:extLst>
                </p14:cNvPr>
                <p14:cNvContentPartPr/>
                <p14:nvPr/>
              </p14:nvContentPartPr>
              <p14:xfrm>
                <a:off x="9290970" y="2467845"/>
                <a:ext cx="166680" cy="19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83A4F7-7FEB-1F3B-E701-29A8431763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81970" y="2459205"/>
                  <a:ext cx="184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EFBFA7-C0FD-714E-8DA6-2E15AD3FB319}"/>
                    </a:ext>
                  </a:extLst>
                </p14:cNvPr>
                <p14:cNvContentPartPr/>
                <p14:nvPr/>
              </p14:nvContentPartPr>
              <p14:xfrm>
                <a:off x="9417330" y="2437965"/>
                <a:ext cx="158760" cy="218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EFBFA7-C0FD-714E-8DA6-2E15AD3FB3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08690" y="2429325"/>
                  <a:ext cx="1764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36EE210-7099-70C1-95D1-043DA9F75353}"/>
                    </a:ext>
                  </a:extLst>
                </p14:cNvPr>
                <p14:cNvContentPartPr/>
                <p14:nvPr/>
              </p14:nvContentPartPr>
              <p14:xfrm>
                <a:off x="9622890" y="2527245"/>
                <a:ext cx="447480" cy="155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36EE210-7099-70C1-95D1-043DA9F753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14250" y="2518605"/>
                  <a:ext cx="465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B8E9B0-236D-7D4A-1557-4DA508733D92}"/>
                    </a:ext>
                  </a:extLst>
                </p14:cNvPr>
                <p14:cNvContentPartPr/>
                <p14:nvPr/>
              </p14:nvContentPartPr>
              <p14:xfrm>
                <a:off x="9626490" y="2511765"/>
                <a:ext cx="131760" cy="9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B8E9B0-236D-7D4A-1557-4DA508733D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17490" y="2503125"/>
                  <a:ext cx="14940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B44C5F7-0D21-F9A5-D2DF-3672C87E2D03}"/>
              </a:ext>
            </a:extLst>
          </p:cNvPr>
          <p:cNvGrpSpPr/>
          <p:nvPr/>
        </p:nvGrpSpPr>
        <p:grpSpPr>
          <a:xfrm>
            <a:off x="10422090" y="2386845"/>
            <a:ext cx="981000" cy="275400"/>
            <a:chOff x="10422090" y="2386845"/>
            <a:chExt cx="98100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1E8902-F996-91F9-DD1E-7A5ACF6D7042}"/>
                    </a:ext>
                  </a:extLst>
                </p14:cNvPr>
                <p14:cNvContentPartPr/>
                <p14:nvPr/>
              </p14:nvContentPartPr>
              <p14:xfrm>
                <a:off x="10422090" y="2386845"/>
                <a:ext cx="763560" cy="27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1E8902-F996-91F9-DD1E-7A5ACF6D70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13090" y="2377845"/>
                  <a:ext cx="781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63ABB2-3395-1AA5-63D7-C7ED72CC6399}"/>
                    </a:ext>
                  </a:extLst>
                </p14:cNvPr>
                <p14:cNvContentPartPr/>
                <p14:nvPr/>
              </p14:nvContentPartPr>
              <p14:xfrm>
                <a:off x="11193210" y="2504925"/>
                <a:ext cx="209880" cy="137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63ABB2-3395-1AA5-63D7-C7ED72CC63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84570" y="2495925"/>
                  <a:ext cx="22752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2ABF8-DFD7-E590-6923-A1316F809A9E}"/>
              </a:ext>
            </a:extLst>
          </p:cNvPr>
          <p:cNvGrpSpPr/>
          <p:nvPr/>
        </p:nvGrpSpPr>
        <p:grpSpPr>
          <a:xfrm>
            <a:off x="1404090" y="1085445"/>
            <a:ext cx="317880" cy="441000"/>
            <a:chOff x="1404090" y="1085445"/>
            <a:chExt cx="31788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F633E8-4814-A408-1664-335BB78D2062}"/>
                    </a:ext>
                  </a:extLst>
                </p14:cNvPr>
                <p14:cNvContentPartPr/>
                <p14:nvPr/>
              </p14:nvContentPartPr>
              <p14:xfrm>
                <a:off x="1503450" y="1231965"/>
                <a:ext cx="115560" cy="188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F633E8-4814-A408-1664-335BB78D20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94810" y="1222965"/>
                  <a:ext cx="133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397EF2-50B1-2E2B-A36E-13ED37A15565}"/>
                    </a:ext>
                  </a:extLst>
                </p14:cNvPr>
                <p14:cNvContentPartPr/>
                <p14:nvPr/>
              </p14:nvContentPartPr>
              <p14:xfrm>
                <a:off x="1404090" y="1085445"/>
                <a:ext cx="317880" cy="44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397EF2-50B1-2E2B-A36E-13ED37A1556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95450" y="1076805"/>
                  <a:ext cx="33552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B8FA9C2-2EBE-EE76-4DC9-5077CFE082FB}"/>
              </a:ext>
            </a:extLst>
          </p:cNvPr>
          <p:cNvGrpSpPr/>
          <p:nvPr/>
        </p:nvGrpSpPr>
        <p:grpSpPr>
          <a:xfrm>
            <a:off x="6854850" y="4178565"/>
            <a:ext cx="375840" cy="879840"/>
            <a:chOff x="6854850" y="4178565"/>
            <a:chExt cx="375840" cy="87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6D54E5-B826-2662-8897-8C200E6B848E}"/>
                    </a:ext>
                  </a:extLst>
                </p14:cNvPr>
                <p14:cNvContentPartPr/>
                <p14:nvPr/>
              </p14:nvContentPartPr>
              <p14:xfrm>
                <a:off x="7016850" y="4321845"/>
                <a:ext cx="95400" cy="15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6D54E5-B826-2662-8897-8C200E6B84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07850" y="4313205"/>
                  <a:ext cx="113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C50D97-02DE-4BF6-EC2B-128C9A2F6439}"/>
                    </a:ext>
                  </a:extLst>
                </p14:cNvPr>
                <p14:cNvContentPartPr/>
                <p14:nvPr/>
              </p14:nvContentPartPr>
              <p14:xfrm>
                <a:off x="7056450" y="4402845"/>
                <a:ext cx="47520" cy="12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C50D97-02DE-4BF6-EC2B-128C9A2F64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47810" y="4394205"/>
                  <a:ext cx="65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D2252ED-9ABD-562D-24A3-DC67769E4FF2}"/>
                    </a:ext>
                  </a:extLst>
                </p14:cNvPr>
                <p14:cNvContentPartPr/>
                <p14:nvPr/>
              </p14:nvContentPartPr>
              <p14:xfrm>
                <a:off x="6905610" y="4178565"/>
                <a:ext cx="325080" cy="509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D2252ED-9ABD-562D-24A3-DC67769E4FF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96610" y="4169565"/>
                  <a:ext cx="3427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C61AA6-3D25-DD67-17C1-FF2989956C72}"/>
                    </a:ext>
                  </a:extLst>
                </p14:cNvPr>
                <p14:cNvContentPartPr/>
                <p14:nvPr/>
              </p14:nvContentPartPr>
              <p14:xfrm>
                <a:off x="7028730" y="4707405"/>
                <a:ext cx="119160" cy="50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C61AA6-3D25-DD67-17C1-FF2989956C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19730" y="4698765"/>
                  <a:ext cx="136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2426C3-7A54-0F4A-387F-22004BF55039}"/>
                    </a:ext>
                  </a:extLst>
                </p14:cNvPr>
                <p14:cNvContentPartPr/>
                <p14:nvPr/>
              </p14:nvContentPartPr>
              <p14:xfrm>
                <a:off x="6977250" y="4764285"/>
                <a:ext cx="111600" cy="149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2426C3-7A54-0F4A-387F-22004BF550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68250" y="4755645"/>
                  <a:ext cx="129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0FBB49D-3FA1-C141-CCB7-666A305B6494}"/>
                    </a:ext>
                  </a:extLst>
                </p14:cNvPr>
                <p14:cNvContentPartPr/>
                <p14:nvPr/>
              </p14:nvContentPartPr>
              <p14:xfrm>
                <a:off x="6854850" y="4674285"/>
                <a:ext cx="332640" cy="384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0FBB49D-3FA1-C141-CCB7-666A305B64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45850" y="4665645"/>
                  <a:ext cx="3502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7031B1-1D6E-850D-380B-62A0B71C9B3A}"/>
                    </a:ext>
                  </a:extLst>
                </p14:cNvPr>
                <p14:cNvContentPartPr/>
                <p14:nvPr/>
              </p14:nvContentPartPr>
              <p14:xfrm>
                <a:off x="7048530" y="4235445"/>
                <a:ext cx="119160" cy="141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7031B1-1D6E-850D-380B-62A0B71C9B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39530" y="4226445"/>
                  <a:ext cx="1368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7C0EE02-B72D-DE15-D633-7B1DCC3F73B8}"/>
              </a:ext>
            </a:extLst>
          </p:cNvPr>
          <p:cNvGrpSpPr/>
          <p:nvPr/>
        </p:nvGrpSpPr>
        <p:grpSpPr>
          <a:xfrm>
            <a:off x="348570" y="2065005"/>
            <a:ext cx="306000" cy="313560"/>
            <a:chOff x="348570" y="2065005"/>
            <a:chExt cx="30600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DEB2B7F-A6AA-7A9D-4ADD-72003AA1C0C9}"/>
                    </a:ext>
                  </a:extLst>
                </p14:cNvPr>
                <p14:cNvContentPartPr/>
                <p14:nvPr/>
              </p14:nvContentPartPr>
              <p14:xfrm>
                <a:off x="348570" y="2065005"/>
                <a:ext cx="150480" cy="313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DEB2B7F-A6AA-7A9D-4ADD-72003AA1C0C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9930" y="2056365"/>
                  <a:ext cx="1681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E2B7C9-D6C3-F27D-300E-F60C4791FBDD}"/>
                    </a:ext>
                  </a:extLst>
                </p14:cNvPr>
                <p14:cNvContentPartPr/>
                <p14:nvPr/>
              </p14:nvContentPartPr>
              <p14:xfrm>
                <a:off x="550170" y="2075085"/>
                <a:ext cx="104400" cy="28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E2B7C9-D6C3-F27D-300E-F60C4791FB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1170" y="2066085"/>
                  <a:ext cx="122040" cy="299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D106-2307-4DEF-86CB-DBCE7CC25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Treemap</a:t>
            </a:r>
            <a:r>
              <a:rPr lang="en-US" dirty="0"/>
              <a:t> is a </a:t>
            </a:r>
            <a:r>
              <a:rPr lang="en-US" b="1" dirty="0"/>
              <a:t>visual chart</a:t>
            </a:r>
            <a:r>
              <a:rPr lang="en-US" dirty="0"/>
              <a:t> that displays data as </a:t>
            </a:r>
            <a:r>
              <a:rPr lang="en-US" b="1" dirty="0"/>
              <a:t>nested rectangles</a:t>
            </a:r>
            <a:r>
              <a:rPr lang="en-US" dirty="0"/>
              <a:t>.</a:t>
            </a:r>
          </a:p>
          <a:p>
            <a:r>
              <a:rPr lang="en-US" dirty="0"/>
              <a:t>Each rectangle represents a </a:t>
            </a:r>
            <a:r>
              <a:rPr lang="en-US" b="1" dirty="0"/>
              <a:t>category</a:t>
            </a:r>
            <a:r>
              <a:rPr lang="en-US" dirty="0"/>
              <a:t> (like Product, Region, etc.).</a:t>
            </a:r>
          </a:p>
          <a:p>
            <a:r>
              <a:rPr lang="en-US" dirty="0"/>
              <a:t>The </a:t>
            </a:r>
            <a:r>
              <a:rPr lang="en-US" b="1" dirty="0"/>
              <a:t>size</a:t>
            </a:r>
            <a:r>
              <a:rPr lang="en-US" dirty="0"/>
              <a:t> of each box shows a </a:t>
            </a:r>
            <a:r>
              <a:rPr lang="en-US" b="1" dirty="0"/>
              <a:t>value</a:t>
            </a:r>
            <a:r>
              <a:rPr lang="en-US" dirty="0"/>
              <a:t> (like Sales, Quantity, etc.).</a:t>
            </a:r>
          </a:p>
          <a:p>
            <a:r>
              <a:rPr lang="en-US" dirty="0"/>
              <a:t>You can also use </a:t>
            </a:r>
            <a:r>
              <a:rPr lang="en-US" b="1" dirty="0"/>
              <a:t>colors</a:t>
            </a:r>
            <a:r>
              <a:rPr lang="en-US" dirty="0"/>
              <a:t> to represent another metric (like profit margin).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85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72185" y="221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Tree Maps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31" y="288022"/>
            <a:ext cx="6729413" cy="628195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55B6BC2-3F49-A110-D97A-E0CB42B77904}"/>
              </a:ext>
            </a:extLst>
          </p:cNvPr>
          <p:cNvGrpSpPr/>
          <p:nvPr/>
        </p:nvGrpSpPr>
        <p:grpSpPr>
          <a:xfrm>
            <a:off x="5854691" y="1840241"/>
            <a:ext cx="624240" cy="442080"/>
            <a:chOff x="5854691" y="1840241"/>
            <a:chExt cx="62424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12B61E-760C-5102-A444-6738FED0F2BD}"/>
                    </a:ext>
                  </a:extLst>
                </p14:cNvPr>
                <p14:cNvContentPartPr/>
                <p14:nvPr/>
              </p14:nvContentPartPr>
              <p14:xfrm>
                <a:off x="6198491" y="1886681"/>
                <a:ext cx="253080" cy="94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12B61E-760C-5102-A444-6738FED0F2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89851" y="1878041"/>
                  <a:ext cx="270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5B85C6-A9B8-C55F-F12E-79538A8F939E}"/>
                    </a:ext>
                  </a:extLst>
                </p14:cNvPr>
                <p14:cNvContentPartPr/>
                <p14:nvPr/>
              </p14:nvContentPartPr>
              <p14:xfrm>
                <a:off x="6300731" y="1881641"/>
                <a:ext cx="178200" cy="22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5B85C6-A9B8-C55F-F12E-79538A8F93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92091" y="1873001"/>
                  <a:ext cx="195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604D77-1975-9A1A-428D-41C4DE351425}"/>
                    </a:ext>
                  </a:extLst>
                </p14:cNvPr>
                <p14:cNvContentPartPr/>
                <p14:nvPr/>
              </p14:nvContentPartPr>
              <p14:xfrm>
                <a:off x="6062771" y="2005481"/>
                <a:ext cx="16920" cy="12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604D77-1975-9A1A-428D-41C4DE3514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54131" y="1996841"/>
                  <a:ext cx="34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5AECB4-5D42-18CE-96C8-D51A9E81F40B}"/>
                    </a:ext>
                  </a:extLst>
                </p14:cNvPr>
                <p14:cNvContentPartPr/>
                <p14:nvPr/>
              </p14:nvContentPartPr>
              <p14:xfrm>
                <a:off x="5854691" y="1840241"/>
                <a:ext cx="352080" cy="442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5AECB4-5D42-18CE-96C8-D51A9E81F4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45691" y="1831601"/>
                  <a:ext cx="369720" cy="45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257CC1-9557-AED1-9BBA-465BF5D58D1B}"/>
                  </a:ext>
                </a:extLst>
              </p14:cNvPr>
              <p14:cNvContentPartPr/>
              <p14:nvPr/>
            </p14:nvContentPartPr>
            <p14:xfrm>
              <a:off x="7875011" y="2934641"/>
              <a:ext cx="305640" cy="477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257CC1-9557-AED1-9BBA-465BF5D58D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66011" y="2926001"/>
                <a:ext cx="323280" cy="49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35D9FA64-DBAD-D013-7F7B-E685DCC708CF}"/>
              </a:ext>
            </a:extLst>
          </p:cNvPr>
          <p:cNvGrpSpPr/>
          <p:nvPr/>
        </p:nvGrpSpPr>
        <p:grpSpPr>
          <a:xfrm>
            <a:off x="7851971" y="3963881"/>
            <a:ext cx="316080" cy="456840"/>
            <a:chOff x="7851971" y="3963881"/>
            <a:chExt cx="3160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5A2DC5-7521-AD76-CE01-2293C5002C35}"/>
                    </a:ext>
                  </a:extLst>
                </p14:cNvPr>
                <p14:cNvContentPartPr/>
                <p14:nvPr/>
              </p14:nvContentPartPr>
              <p14:xfrm>
                <a:off x="8024771" y="4126241"/>
                <a:ext cx="99360" cy="168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5A2DC5-7521-AD76-CE01-2293C5002C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16131" y="4117601"/>
                  <a:ext cx="117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542ABD-D394-113D-AC20-01DD06E013F5}"/>
                    </a:ext>
                  </a:extLst>
                </p14:cNvPr>
                <p14:cNvContentPartPr/>
                <p14:nvPr/>
              </p14:nvContentPartPr>
              <p14:xfrm>
                <a:off x="7851971" y="3963881"/>
                <a:ext cx="316080" cy="456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542ABD-D394-113D-AC20-01DD06E013F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42971" y="3954881"/>
                  <a:ext cx="3337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529974-B3E5-30C8-1AA9-EAAA58A4D72A}"/>
                    </a:ext>
                  </a:extLst>
                </p14:cNvPr>
                <p14:cNvContentPartPr/>
                <p14:nvPr/>
              </p14:nvContentPartPr>
              <p14:xfrm>
                <a:off x="7875011" y="3989801"/>
                <a:ext cx="126720" cy="65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529974-B3E5-30C8-1AA9-EAAA58A4D7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66011" y="3981161"/>
                  <a:ext cx="1443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8820DB-519C-F067-1243-7DD60D23A4D9}"/>
              </a:ext>
            </a:extLst>
          </p:cNvPr>
          <p:cNvGrpSpPr/>
          <p:nvPr/>
        </p:nvGrpSpPr>
        <p:grpSpPr>
          <a:xfrm>
            <a:off x="1981451" y="1145801"/>
            <a:ext cx="270000" cy="382680"/>
            <a:chOff x="1981451" y="1145801"/>
            <a:chExt cx="27000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6C5D20-C1ED-1FB1-5586-606ED3CF1BC1}"/>
                    </a:ext>
                  </a:extLst>
                </p14:cNvPr>
                <p14:cNvContentPartPr/>
                <p14:nvPr/>
              </p14:nvContentPartPr>
              <p14:xfrm>
                <a:off x="1981451" y="1145801"/>
                <a:ext cx="175680" cy="382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6C5D20-C1ED-1FB1-5586-606ED3CF1BC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2451" y="1137161"/>
                  <a:ext cx="1933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0E67370-4AC7-E701-99EF-6865E7AA65C4}"/>
                    </a:ext>
                  </a:extLst>
                </p14:cNvPr>
                <p14:cNvContentPartPr/>
                <p14:nvPr/>
              </p14:nvContentPartPr>
              <p14:xfrm>
                <a:off x="2163971" y="1151561"/>
                <a:ext cx="87480" cy="27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0E67370-4AC7-E701-99EF-6865E7AA65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54971" y="1142561"/>
                  <a:ext cx="105120" cy="295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A7EF3D-A126-D13C-C90A-D0A60977A1DD}"/>
              </a:ext>
            </a:extLst>
          </p:cNvPr>
          <p:cNvSpPr txBox="1"/>
          <p:nvPr/>
        </p:nvSpPr>
        <p:spPr>
          <a:xfrm>
            <a:off x="791170" y="1201668"/>
            <a:ext cx="110460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 </a:t>
            </a:r>
            <a:r>
              <a:rPr lang="en-US" sz="2400" b="1" dirty="0"/>
              <a:t>Filled Map</a:t>
            </a:r>
            <a:r>
              <a:rPr lang="en-US" sz="2400" dirty="0"/>
              <a:t> in Power BI is a visualization that shows </a:t>
            </a:r>
            <a:r>
              <a:rPr lang="en-US" sz="2400" b="1" dirty="0"/>
              <a:t>geographical data</a:t>
            </a:r>
            <a:r>
              <a:rPr lang="en-US" sz="2400" dirty="0"/>
              <a:t> on a map where regions (like countries, states, or districts) are shaded based on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Shading (color intensity)</a:t>
            </a:r>
            <a:r>
              <a:rPr lang="en-US" sz="2400" dirty="0"/>
              <a:t> = Represents a measure (e.g., sales, population, profit).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darker or brighter the color</a:t>
            </a:r>
            <a:r>
              <a:rPr lang="en-US" sz="2400" dirty="0"/>
              <a:t>, the higher the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C256C-B5FB-E567-A39F-B1E16598822B}"/>
              </a:ext>
            </a:extLst>
          </p:cNvPr>
          <p:cNvSpPr txBox="1"/>
          <p:nvPr/>
        </p:nvSpPr>
        <p:spPr>
          <a:xfrm>
            <a:off x="791170" y="2858572"/>
            <a:ext cx="609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It’s like a </a:t>
            </a:r>
            <a:r>
              <a:rPr lang="en-US" sz="2400" b="1" dirty="0"/>
              <a:t>heatmap</a:t>
            </a:r>
            <a:r>
              <a:rPr lang="en-US" sz="2400" dirty="0"/>
              <a:t> on a map.</a:t>
            </a:r>
          </a:p>
        </p:txBody>
      </p:sp>
    </p:spTree>
    <p:extLst>
      <p:ext uri="{BB962C8B-B14F-4D97-AF65-F5344CB8AC3E}">
        <p14:creationId xmlns:p14="http://schemas.microsoft.com/office/powerpoint/2010/main" val="3447192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16AA27-622E-B30D-B582-0439CE93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4" y="0"/>
            <a:ext cx="8093870" cy="189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D9BD2-77C3-159E-B52F-2A6692E7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10" y="1895211"/>
            <a:ext cx="5076396" cy="4923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312745-24F0-FA26-2FA6-2E5CA4B59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778" y="2407664"/>
            <a:ext cx="5500491" cy="36502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E8A235-92A4-E60B-4F83-45BCF2A16C76}"/>
              </a:ext>
            </a:extLst>
          </p:cNvPr>
          <p:cNvGrpSpPr/>
          <p:nvPr/>
        </p:nvGrpSpPr>
        <p:grpSpPr>
          <a:xfrm>
            <a:off x="4691171" y="55001"/>
            <a:ext cx="2476080" cy="336960"/>
            <a:chOff x="4691171" y="55001"/>
            <a:chExt cx="247608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6B110B2-870A-2A44-AEE0-9E61B43FE0DA}"/>
                    </a:ext>
                  </a:extLst>
                </p14:cNvPr>
                <p14:cNvContentPartPr/>
                <p14:nvPr/>
              </p14:nvContentPartPr>
              <p14:xfrm>
                <a:off x="4691171" y="66881"/>
                <a:ext cx="358200" cy="325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6B110B2-870A-2A44-AEE0-9E61B43FE0D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82171" y="58241"/>
                  <a:ext cx="3758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3B9817-4E17-7F85-422D-20F489AE6954}"/>
                    </a:ext>
                  </a:extLst>
                </p14:cNvPr>
                <p14:cNvContentPartPr/>
                <p14:nvPr/>
              </p14:nvContentPartPr>
              <p14:xfrm>
                <a:off x="5125691" y="101801"/>
                <a:ext cx="408240" cy="252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3B9817-4E17-7F85-422D-20F489AE69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16691" y="93161"/>
                  <a:ext cx="4258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576B5D-41A9-EDAF-903C-78135EA1D3AD}"/>
                    </a:ext>
                  </a:extLst>
                </p14:cNvPr>
                <p14:cNvContentPartPr/>
                <p14:nvPr/>
              </p14:nvContentPartPr>
              <p14:xfrm>
                <a:off x="5798531" y="55001"/>
                <a:ext cx="312840" cy="242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576B5D-41A9-EDAF-903C-78135EA1D3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89531" y="46361"/>
                  <a:ext cx="3304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FAEBEC-0C64-B42E-F8D4-65B40F6FECAB}"/>
                    </a:ext>
                  </a:extLst>
                </p14:cNvPr>
                <p14:cNvContentPartPr/>
                <p14:nvPr/>
              </p14:nvContentPartPr>
              <p14:xfrm>
                <a:off x="6086531" y="114401"/>
                <a:ext cx="322200" cy="224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FAEBEC-0C64-B42E-F8D4-65B40F6FEC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77891" y="105401"/>
                  <a:ext cx="339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257B4C-CC39-DB9B-DC48-C1F96F8F9F47}"/>
                    </a:ext>
                  </a:extLst>
                </p14:cNvPr>
                <p14:cNvContentPartPr/>
                <p14:nvPr/>
              </p14:nvContentPartPr>
              <p14:xfrm>
                <a:off x="6379931" y="153281"/>
                <a:ext cx="318960" cy="16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257B4C-CC39-DB9B-DC48-C1F96F8F9F4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70931" y="144281"/>
                  <a:ext cx="336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20BA46-4F46-85D5-23E1-4E3D13AE1265}"/>
                    </a:ext>
                  </a:extLst>
                </p14:cNvPr>
                <p14:cNvContentPartPr/>
                <p14:nvPr/>
              </p14:nvContentPartPr>
              <p14:xfrm>
                <a:off x="6698531" y="63281"/>
                <a:ext cx="409680" cy="219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20BA46-4F46-85D5-23E1-4E3D13AE12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89531" y="54641"/>
                  <a:ext cx="4273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81CD38D-0BDF-C6C2-E5C1-92F2BB7AC96E}"/>
                    </a:ext>
                  </a:extLst>
                </p14:cNvPr>
                <p14:cNvContentPartPr/>
                <p14:nvPr/>
              </p14:nvContentPartPr>
              <p14:xfrm>
                <a:off x="6898691" y="77321"/>
                <a:ext cx="268560" cy="62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81CD38D-0BDF-C6C2-E5C1-92F2BB7AC96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89691" y="68321"/>
                  <a:ext cx="286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4A0D2D-5E8E-E8CD-D193-1DA065FD853A}"/>
                    </a:ext>
                  </a:extLst>
                </p14:cNvPr>
                <p14:cNvContentPartPr/>
                <p14:nvPr/>
              </p14:nvContentPartPr>
              <p14:xfrm>
                <a:off x="6122531" y="119441"/>
                <a:ext cx="396000" cy="8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4A0D2D-5E8E-E8CD-D193-1DA065FD85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13891" y="110441"/>
                  <a:ext cx="4136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415E9A-861C-1E0C-7508-424344DA21C2}"/>
              </a:ext>
            </a:extLst>
          </p:cNvPr>
          <p:cNvGrpSpPr/>
          <p:nvPr/>
        </p:nvGrpSpPr>
        <p:grpSpPr>
          <a:xfrm>
            <a:off x="8100371" y="4235321"/>
            <a:ext cx="336240" cy="271800"/>
            <a:chOff x="8100371" y="4235321"/>
            <a:chExt cx="33624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A9FBD1-B502-0A2A-BC12-9EBCD2F6172C}"/>
                    </a:ext>
                  </a:extLst>
                </p14:cNvPr>
                <p14:cNvContentPartPr/>
                <p14:nvPr/>
              </p14:nvContentPartPr>
              <p14:xfrm>
                <a:off x="8100371" y="4284281"/>
                <a:ext cx="107640" cy="22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A9FBD1-B502-0A2A-BC12-9EBCD2F617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91371" y="4275641"/>
                  <a:ext cx="125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3F8D8A-CDF6-D008-86E1-E1B68EDB9178}"/>
                    </a:ext>
                  </a:extLst>
                </p14:cNvPr>
                <p14:cNvContentPartPr/>
                <p14:nvPr/>
              </p14:nvContentPartPr>
              <p14:xfrm>
                <a:off x="8274251" y="4235321"/>
                <a:ext cx="162360" cy="25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3F8D8A-CDF6-D008-86E1-E1B68EDB91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65611" y="4226321"/>
                  <a:ext cx="18000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574B600-0894-8E3E-8066-A3275BEECEDA}"/>
              </a:ext>
            </a:extLst>
          </p:cNvPr>
          <p:cNvGrpSpPr/>
          <p:nvPr/>
        </p:nvGrpSpPr>
        <p:grpSpPr>
          <a:xfrm>
            <a:off x="9203051" y="4576601"/>
            <a:ext cx="2354400" cy="842040"/>
            <a:chOff x="9203051" y="4576601"/>
            <a:chExt cx="2354400" cy="84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BCECF4-5BA7-3E01-472D-40C308F7E45F}"/>
                    </a:ext>
                  </a:extLst>
                </p14:cNvPr>
                <p14:cNvContentPartPr/>
                <p14:nvPr/>
              </p14:nvContentPartPr>
              <p14:xfrm>
                <a:off x="9579251" y="5061161"/>
                <a:ext cx="107280" cy="26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BCECF4-5BA7-3E01-472D-40C308F7E45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70611" y="5052521"/>
                  <a:ext cx="124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516F4F-F695-57A4-ADEA-2529C786CE84}"/>
                    </a:ext>
                  </a:extLst>
                </p14:cNvPr>
                <p14:cNvContentPartPr/>
                <p14:nvPr/>
              </p14:nvContentPartPr>
              <p14:xfrm>
                <a:off x="9547931" y="5273201"/>
                <a:ext cx="142920" cy="10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516F4F-F695-57A4-ADEA-2529C786CE8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38931" y="5264561"/>
                  <a:ext cx="160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A63A85-EF2E-D756-E265-EBF1E987C92C}"/>
                    </a:ext>
                  </a:extLst>
                </p14:cNvPr>
                <p14:cNvContentPartPr/>
                <p14:nvPr/>
              </p14:nvContentPartPr>
              <p14:xfrm>
                <a:off x="9631091" y="5216321"/>
                <a:ext cx="123120" cy="20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A63A85-EF2E-D756-E265-EBF1E987C92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2091" y="5207681"/>
                  <a:ext cx="140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9EA3DE-D19F-2D73-CF0D-D140E03734F7}"/>
                    </a:ext>
                  </a:extLst>
                </p14:cNvPr>
                <p14:cNvContentPartPr/>
                <p14:nvPr/>
              </p14:nvContentPartPr>
              <p14:xfrm>
                <a:off x="9203051" y="4666241"/>
                <a:ext cx="661680" cy="325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9EA3DE-D19F-2D73-CF0D-D140E03734F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94411" y="4657241"/>
                  <a:ext cx="6793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EFB143-64C1-F44A-528E-D4C7F4D8C631}"/>
                    </a:ext>
                  </a:extLst>
                </p14:cNvPr>
                <p14:cNvContentPartPr/>
                <p14:nvPr/>
              </p14:nvContentPartPr>
              <p14:xfrm>
                <a:off x="10062011" y="4593521"/>
                <a:ext cx="79560" cy="26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EFB143-64C1-F44A-528E-D4C7F4D8C63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53371" y="4584521"/>
                  <a:ext cx="97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B49AC8-C88A-9AF9-B520-F08CA5E923C3}"/>
                    </a:ext>
                  </a:extLst>
                </p14:cNvPr>
                <p14:cNvContentPartPr/>
                <p14:nvPr/>
              </p14:nvContentPartPr>
              <p14:xfrm>
                <a:off x="9963011" y="4719161"/>
                <a:ext cx="277560" cy="107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B49AC8-C88A-9AF9-B520-F08CA5E923C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54371" y="4710521"/>
                  <a:ext cx="295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06C5F2-932C-6CA7-E310-45798937118F}"/>
                    </a:ext>
                  </a:extLst>
                </p14:cNvPr>
                <p14:cNvContentPartPr/>
                <p14:nvPr/>
              </p14:nvContentPartPr>
              <p14:xfrm>
                <a:off x="10353971" y="4600721"/>
                <a:ext cx="451800" cy="232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06C5F2-932C-6CA7-E310-45798937118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45331" y="4592081"/>
                  <a:ext cx="469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AB6E054-34E2-98ED-2608-0ECE58BEA262}"/>
                    </a:ext>
                  </a:extLst>
                </p14:cNvPr>
                <p14:cNvContentPartPr/>
                <p14:nvPr/>
              </p14:nvContentPartPr>
              <p14:xfrm>
                <a:off x="10971731" y="4594241"/>
                <a:ext cx="3996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AB6E054-34E2-98ED-2608-0ECE58BEA2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62731" y="4585241"/>
                  <a:ext cx="57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483368-AF4A-783C-0B37-41C1ACB73400}"/>
                    </a:ext>
                  </a:extLst>
                </p14:cNvPr>
                <p14:cNvContentPartPr/>
                <p14:nvPr/>
              </p14:nvContentPartPr>
              <p14:xfrm>
                <a:off x="10916291" y="4646801"/>
                <a:ext cx="269280" cy="33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483368-AF4A-783C-0B37-41C1ACB734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07291" y="4637801"/>
                  <a:ext cx="2869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475BC3-021B-DE6D-A34E-6999601AB49E}"/>
                    </a:ext>
                  </a:extLst>
                </p14:cNvPr>
                <p14:cNvContentPartPr/>
                <p14:nvPr/>
              </p14:nvContentPartPr>
              <p14:xfrm>
                <a:off x="11149211" y="4619801"/>
                <a:ext cx="99720" cy="292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475BC3-021B-DE6D-A34E-6999601AB49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40571" y="4610801"/>
                  <a:ext cx="1173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71EF81-1FA3-688D-CAC9-33D8E163E08C}"/>
                    </a:ext>
                  </a:extLst>
                </p14:cNvPr>
                <p14:cNvContentPartPr/>
                <p14:nvPr/>
              </p14:nvContentPartPr>
              <p14:xfrm>
                <a:off x="11228771" y="4576601"/>
                <a:ext cx="328680" cy="14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71EF81-1FA3-688D-CAC9-33D8E163E08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219771" y="4567601"/>
                  <a:ext cx="346320" cy="16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6962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C39CA-7677-8581-FC5A-5488DE97F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541" y="96440"/>
            <a:ext cx="9120967" cy="66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48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2960" y="608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Filled Map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784225"/>
            <a:ext cx="7220585" cy="577977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097B35D-ECC1-E4A7-4A7C-4651E2251FA6}"/>
              </a:ext>
            </a:extLst>
          </p:cNvPr>
          <p:cNvGrpSpPr/>
          <p:nvPr/>
        </p:nvGrpSpPr>
        <p:grpSpPr>
          <a:xfrm>
            <a:off x="842771" y="-6559"/>
            <a:ext cx="5126040" cy="597600"/>
            <a:chOff x="842771" y="-6559"/>
            <a:chExt cx="512604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4E6168F-3CAC-4905-E274-00B463D9B66F}"/>
                    </a:ext>
                  </a:extLst>
                </p14:cNvPr>
                <p14:cNvContentPartPr/>
                <p14:nvPr/>
              </p14:nvContentPartPr>
              <p14:xfrm>
                <a:off x="842771" y="-6559"/>
                <a:ext cx="277200" cy="35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4E6168F-3CAC-4905-E274-00B463D9B6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4131" y="-15559"/>
                  <a:ext cx="2948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55DB980-A30F-820E-8248-B68BD02FA76E}"/>
                    </a:ext>
                  </a:extLst>
                </p14:cNvPr>
                <p14:cNvContentPartPr/>
                <p14:nvPr/>
              </p14:nvContentPartPr>
              <p14:xfrm>
                <a:off x="866531" y="169121"/>
                <a:ext cx="249840" cy="147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55DB980-A30F-820E-8248-B68BD02FA76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7531" y="160121"/>
                  <a:ext cx="267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71FFDC-3550-FED2-D03D-944BAD704ACA}"/>
                    </a:ext>
                  </a:extLst>
                </p14:cNvPr>
                <p14:cNvContentPartPr/>
                <p14:nvPr/>
              </p14:nvContentPartPr>
              <p14:xfrm>
                <a:off x="1087931" y="117281"/>
                <a:ext cx="12240" cy="22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71FFDC-3550-FED2-D03D-944BAD704A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9291" y="108281"/>
                  <a:ext cx="29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8E358C-3353-4284-90DD-AA5D0E603873}"/>
                    </a:ext>
                  </a:extLst>
                </p14:cNvPr>
                <p14:cNvContentPartPr/>
                <p14:nvPr/>
              </p14:nvContentPartPr>
              <p14:xfrm>
                <a:off x="1123211" y="80561"/>
                <a:ext cx="115560" cy="25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8E358C-3353-4284-90DD-AA5D0E6038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4211" y="71921"/>
                  <a:ext cx="133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3FCB7C-F0CD-AD3A-486D-F7C7AB1D55EE}"/>
                    </a:ext>
                  </a:extLst>
                </p14:cNvPr>
                <p14:cNvContentPartPr/>
                <p14:nvPr/>
              </p14:nvContentPartPr>
              <p14:xfrm>
                <a:off x="1238051" y="196121"/>
                <a:ext cx="190440" cy="14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3FCB7C-F0CD-AD3A-486D-F7C7AB1D55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9051" y="187121"/>
                  <a:ext cx="208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D79493-0B32-9643-DE93-C990AD5A92BB}"/>
                    </a:ext>
                  </a:extLst>
                </p14:cNvPr>
                <p14:cNvContentPartPr/>
                <p14:nvPr/>
              </p14:nvContentPartPr>
              <p14:xfrm>
                <a:off x="1515971" y="228161"/>
                <a:ext cx="247320" cy="37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D79493-0B32-9643-DE93-C990AD5A9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06971" y="219161"/>
                  <a:ext cx="264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02BC4E-7F10-9BB0-3F28-9011797F24E8}"/>
                    </a:ext>
                  </a:extLst>
                </p14:cNvPr>
                <p14:cNvContentPartPr/>
                <p14:nvPr/>
              </p14:nvContentPartPr>
              <p14:xfrm>
                <a:off x="1578611" y="141401"/>
                <a:ext cx="186120" cy="22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02BC4E-7F10-9BB0-3F28-9011797F24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69611" y="132761"/>
                  <a:ext cx="2037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8CCC8E-7AD6-868D-E332-56CD20F2BE5B}"/>
                    </a:ext>
                  </a:extLst>
                </p14:cNvPr>
                <p14:cNvContentPartPr/>
                <p14:nvPr/>
              </p14:nvContentPartPr>
              <p14:xfrm>
                <a:off x="1969211" y="101801"/>
                <a:ext cx="341280" cy="48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8CCC8E-7AD6-868D-E332-56CD20F2BE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0571" y="92801"/>
                  <a:ext cx="35892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C8181F-F120-408F-A6B1-AFB4A3A34153}"/>
                    </a:ext>
                  </a:extLst>
                </p14:cNvPr>
                <p14:cNvContentPartPr/>
                <p14:nvPr/>
              </p14:nvContentPartPr>
              <p14:xfrm>
                <a:off x="2226971" y="176321"/>
                <a:ext cx="138960" cy="91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C8181F-F120-408F-A6B1-AFB4A3A3415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18331" y="167321"/>
                  <a:ext cx="156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17EBB4-6539-6AF3-04DF-1A0293020BAA}"/>
                    </a:ext>
                  </a:extLst>
                </p14:cNvPr>
                <p14:cNvContentPartPr/>
                <p14:nvPr/>
              </p14:nvContentPartPr>
              <p14:xfrm>
                <a:off x="2404451" y="90281"/>
                <a:ext cx="83880" cy="21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17EBB4-6539-6AF3-04DF-1A0293020B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95811" y="81641"/>
                  <a:ext cx="101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2073BA-D617-966B-2D5B-FB7245C01B8C}"/>
                    </a:ext>
                  </a:extLst>
                </p14:cNvPr>
                <p14:cNvContentPartPr/>
                <p14:nvPr/>
              </p14:nvContentPartPr>
              <p14:xfrm>
                <a:off x="2361611" y="176321"/>
                <a:ext cx="198000" cy="84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2073BA-D617-966B-2D5B-FB7245C01B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52971" y="167321"/>
                  <a:ext cx="215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A7C187-1EEC-5F04-6F82-95457EC0F43B}"/>
                    </a:ext>
                  </a:extLst>
                </p14:cNvPr>
                <p14:cNvContentPartPr/>
                <p14:nvPr/>
              </p14:nvContentPartPr>
              <p14:xfrm>
                <a:off x="2571131" y="62561"/>
                <a:ext cx="8280" cy="42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A7C187-1EEC-5F04-6F82-95457EC0F4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62131" y="53561"/>
                  <a:ext cx="25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4E396E-EDFD-F165-8D7F-710B92D4920B}"/>
                    </a:ext>
                  </a:extLst>
                </p14:cNvPr>
                <p14:cNvContentPartPr/>
                <p14:nvPr/>
              </p14:nvContentPartPr>
              <p14:xfrm>
                <a:off x="2579051" y="183521"/>
                <a:ext cx="317520" cy="150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4E396E-EDFD-F165-8D7F-710B92D4920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70411" y="174881"/>
                  <a:ext cx="335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4CFC81-457F-E9E5-5327-D72A92136380}"/>
                    </a:ext>
                  </a:extLst>
                </p14:cNvPr>
                <p14:cNvContentPartPr/>
                <p14:nvPr/>
              </p14:nvContentPartPr>
              <p14:xfrm>
                <a:off x="2967851" y="84521"/>
                <a:ext cx="241200" cy="245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4CFC81-457F-E9E5-5327-D72A921363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58851" y="75881"/>
                  <a:ext cx="258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D73E85-1754-2C5D-5698-A92428472DDB}"/>
                    </a:ext>
                  </a:extLst>
                </p14:cNvPr>
                <p14:cNvContentPartPr/>
                <p14:nvPr/>
              </p14:nvContentPartPr>
              <p14:xfrm>
                <a:off x="3373211" y="48161"/>
                <a:ext cx="685440" cy="281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D73E85-1754-2C5D-5698-A92428472D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64211" y="39161"/>
                  <a:ext cx="703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5298B1-2078-4CBD-BFD2-CEDEE6FDDAB1}"/>
                    </a:ext>
                  </a:extLst>
                </p14:cNvPr>
                <p14:cNvContentPartPr/>
                <p14:nvPr/>
              </p14:nvContentPartPr>
              <p14:xfrm>
                <a:off x="3648251" y="141401"/>
                <a:ext cx="48960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5298B1-2078-4CBD-BFD2-CEDEE6FDDAB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39611" y="132401"/>
                  <a:ext cx="507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6237C3-B7D0-ED61-8224-B8C2475F63DE}"/>
                    </a:ext>
                  </a:extLst>
                </p14:cNvPr>
                <p14:cNvContentPartPr/>
                <p14:nvPr/>
              </p14:nvContentPartPr>
              <p14:xfrm>
                <a:off x="3994931" y="188561"/>
                <a:ext cx="75600" cy="10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6237C3-B7D0-ED61-8224-B8C2475F63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86291" y="179561"/>
                  <a:ext cx="93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93EB96-49EB-C13A-1553-7A6EF54C17DD}"/>
                    </a:ext>
                  </a:extLst>
                </p14:cNvPr>
                <p14:cNvContentPartPr/>
                <p14:nvPr/>
              </p14:nvContentPartPr>
              <p14:xfrm>
                <a:off x="4089971" y="84161"/>
                <a:ext cx="11520" cy="2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93EB96-49EB-C13A-1553-7A6EF54C17D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80971" y="75521"/>
                  <a:ext cx="29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BEE2FA0-9568-2E0E-DF0B-FDC60C45894F}"/>
                    </a:ext>
                  </a:extLst>
                </p14:cNvPr>
                <p14:cNvContentPartPr/>
                <p14:nvPr/>
              </p14:nvContentPartPr>
              <p14:xfrm>
                <a:off x="4133171" y="109361"/>
                <a:ext cx="348840" cy="421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BEE2FA0-9568-2E0E-DF0B-FDC60C4589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124171" y="100721"/>
                  <a:ext cx="3664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26DE19-AF1D-2221-624D-A6FD7869AD21}"/>
                    </a:ext>
                  </a:extLst>
                </p14:cNvPr>
                <p14:cNvContentPartPr/>
                <p14:nvPr/>
              </p14:nvContentPartPr>
              <p14:xfrm>
                <a:off x="4580291" y="163721"/>
                <a:ext cx="331920" cy="3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26DE19-AF1D-2221-624D-A6FD7869AD2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71291" y="155081"/>
                  <a:ext cx="349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BDAA49B-1B9F-C740-A0F3-876E7943BB10}"/>
                    </a:ext>
                  </a:extLst>
                </p14:cNvPr>
                <p14:cNvContentPartPr/>
                <p14:nvPr/>
              </p14:nvContentPartPr>
              <p14:xfrm>
                <a:off x="4708091" y="133481"/>
                <a:ext cx="177480" cy="131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BDAA49B-1B9F-C740-A0F3-876E7943BB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99451" y="124841"/>
                  <a:ext cx="195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F497D2-F552-56D7-2180-F0E7270CAA43}"/>
                    </a:ext>
                  </a:extLst>
                </p14:cNvPr>
                <p14:cNvContentPartPr/>
                <p14:nvPr/>
              </p14:nvContentPartPr>
              <p14:xfrm>
                <a:off x="5054771" y="151481"/>
                <a:ext cx="210240" cy="32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F497D2-F552-56D7-2180-F0E7270CAA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46131" y="142481"/>
                  <a:ext cx="2278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D06532-D4D1-ACE8-80B4-811AF65A2CC4}"/>
                    </a:ext>
                  </a:extLst>
                </p14:cNvPr>
                <p14:cNvContentPartPr/>
                <p14:nvPr/>
              </p14:nvContentPartPr>
              <p14:xfrm>
                <a:off x="5189411" y="168761"/>
                <a:ext cx="158400" cy="11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D06532-D4D1-ACE8-80B4-811AF65A2CC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80411" y="159761"/>
                  <a:ext cx="176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BB95A5-6E5B-A096-16D7-787DB473B187}"/>
                    </a:ext>
                  </a:extLst>
                </p14:cNvPr>
                <p14:cNvContentPartPr/>
                <p14:nvPr/>
              </p14:nvContentPartPr>
              <p14:xfrm>
                <a:off x="5394971" y="65081"/>
                <a:ext cx="119160" cy="214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BB95A5-6E5B-A096-16D7-787DB473B18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86331" y="56081"/>
                  <a:ext cx="136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E5CC0FE-36AE-6408-39A5-DE8B0A209D0E}"/>
                    </a:ext>
                  </a:extLst>
                </p14:cNvPr>
                <p14:cNvContentPartPr/>
                <p14:nvPr/>
              </p14:nvContentPartPr>
              <p14:xfrm>
                <a:off x="5324051" y="163721"/>
                <a:ext cx="261360" cy="89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E5CC0FE-36AE-6408-39A5-DE8B0A209D0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15051" y="154721"/>
                  <a:ext cx="279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D078E0-E894-641E-0C35-13C2790DA136}"/>
                    </a:ext>
                  </a:extLst>
                </p14:cNvPr>
                <p14:cNvContentPartPr/>
                <p14:nvPr/>
              </p14:nvContentPartPr>
              <p14:xfrm>
                <a:off x="5596931" y="42761"/>
                <a:ext cx="32040" cy="5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D078E0-E894-641E-0C35-13C2790DA13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87931" y="33761"/>
                  <a:ext cx="49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68480D3-C6DC-F758-73BE-5DD7B048589B}"/>
                    </a:ext>
                  </a:extLst>
                </p14:cNvPr>
                <p14:cNvContentPartPr/>
                <p14:nvPr/>
              </p14:nvContentPartPr>
              <p14:xfrm>
                <a:off x="5600531" y="131681"/>
                <a:ext cx="368280" cy="11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68480D3-C6DC-F758-73BE-5DD7B04858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591891" y="123041"/>
                  <a:ext cx="385920" cy="133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06" y="212883"/>
            <a:ext cx="8465344" cy="64726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BF2E1E7-C539-C0E9-5A59-7508FA3EBD66}"/>
              </a:ext>
            </a:extLst>
          </p:cNvPr>
          <p:cNvGrpSpPr/>
          <p:nvPr/>
        </p:nvGrpSpPr>
        <p:grpSpPr>
          <a:xfrm>
            <a:off x="6719411" y="1511201"/>
            <a:ext cx="297720" cy="467640"/>
            <a:chOff x="6719411" y="1511201"/>
            <a:chExt cx="29772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D260AD-147A-7FEE-F215-DC411915EE84}"/>
                    </a:ext>
                  </a:extLst>
                </p14:cNvPr>
                <p14:cNvContentPartPr/>
                <p14:nvPr/>
              </p14:nvContentPartPr>
              <p14:xfrm>
                <a:off x="6842531" y="1746281"/>
                <a:ext cx="47880" cy="180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D260AD-147A-7FEE-F215-DC411915EE8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3891" y="1737281"/>
                  <a:ext cx="65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EAA1A9-94AB-6724-9690-F29C3F8A278A}"/>
                    </a:ext>
                  </a:extLst>
                </p14:cNvPr>
                <p14:cNvContentPartPr/>
                <p14:nvPr/>
              </p14:nvContentPartPr>
              <p14:xfrm>
                <a:off x="6719411" y="1550081"/>
                <a:ext cx="285840" cy="424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EAA1A9-94AB-6724-9690-F29C3F8A27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10771" y="1541081"/>
                  <a:ext cx="3034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E188C2-834D-175A-7C8F-10F9970D9102}"/>
                    </a:ext>
                  </a:extLst>
                </p14:cNvPr>
                <p14:cNvContentPartPr/>
                <p14:nvPr/>
              </p14:nvContentPartPr>
              <p14:xfrm>
                <a:off x="6826691" y="1748081"/>
                <a:ext cx="64080" cy="150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E188C2-834D-175A-7C8F-10F9970D91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18051" y="1739441"/>
                  <a:ext cx="81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2CF96C-B3A0-A77F-F704-61423E1542B8}"/>
                    </a:ext>
                  </a:extLst>
                </p14:cNvPr>
                <p14:cNvContentPartPr/>
                <p14:nvPr/>
              </p14:nvContentPartPr>
              <p14:xfrm>
                <a:off x="6729851" y="1511201"/>
                <a:ext cx="287280" cy="46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2CF96C-B3A0-A77F-F704-61423E1542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20851" y="1502201"/>
                  <a:ext cx="304920" cy="48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454692-3385-C9C0-9703-0C1733D0E75E}"/>
              </a:ext>
            </a:extLst>
          </p:cNvPr>
          <p:cNvGrpSpPr/>
          <p:nvPr/>
        </p:nvGrpSpPr>
        <p:grpSpPr>
          <a:xfrm>
            <a:off x="6305051" y="3279881"/>
            <a:ext cx="297360" cy="490680"/>
            <a:chOff x="6305051" y="3279881"/>
            <a:chExt cx="297360" cy="49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699FA5-BF12-3880-5B00-29CCE5CAB1CE}"/>
                    </a:ext>
                  </a:extLst>
                </p14:cNvPr>
                <p14:cNvContentPartPr/>
                <p14:nvPr/>
              </p14:nvContentPartPr>
              <p14:xfrm>
                <a:off x="6407291" y="3355121"/>
                <a:ext cx="123480" cy="23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699FA5-BF12-3880-5B00-29CCE5CAB1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8651" y="3346121"/>
                  <a:ext cx="141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91B2DA-110A-0328-E276-077758A8095D}"/>
                    </a:ext>
                  </a:extLst>
                </p14:cNvPr>
                <p14:cNvContentPartPr/>
                <p14:nvPr/>
              </p14:nvContentPartPr>
              <p14:xfrm>
                <a:off x="6305051" y="3279881"/>
                <a:ext cx="297360" cy="49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91B2DA-110A-0328-E276-077758A8095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96411" y="3270881"/>
                  <a:ext cx="3150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E3BE9B-C1D6-08F8-40B0-78018C62153E}"/>
                    </a:ext>
                  </a:extLst>
                </p14:cNvPr>
                <p14:cNvContentPartPr/>
                <p14:nvPr/>
              </p14:nvContentPartPr>
              <p14:xfrm>
                <a:off x="6359771" y="3379601"/>
                <a:ext cx="140040" cy="19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E3BE9B-C1D6-08F8-40B0-78018C6215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50771" y="3370961"/>
                  <a:ext cx="15768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E80011-C457-8C36-0020-0C520A9C0926}"/>
              </a:ext>
            </a:extLst>
          </p:cNvPr>
          <p:cNvGrpSpPr/>
          <p:nvPr/>
        </p:nvGrpSpPr>
        <p:grpSpPr>
          <a:xfrm>
            <a:off x="6364091" y="3869201"/>
            <a:ext cx="297000" cy="332280"/>
            <a:chOff x="6364091" y="3869201"/>
            <a:chExt cx="29700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53E402-3055-7DFD-C742-D0A21208A626}"/>
                    </a:ext>
                  </a:extLst>
                </p14:cNvPr>
                <p14:cNvContentPartPr/>
                <p14:nvPr/>
              </p14:nvContentPartPr>
              <p14:xfrm>
                <a:off x="6415211" y="3967841"/>
                <a:ext cx="135000" cy="233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53E402-3055-7DFD-C742-D0A21208A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06571" y="3958841"/>
                  <a:ext cx="152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C5C9E1-69AB-BC10-BCF9-B84F2DFBE7D5}"/>
                    </a:ext>
                  </a:extLst>
                </p14:cNvPr>
                <p14:cNvContentPartPr/>
                <p14:nvPr/>
              </p14:nvContentPartPr>
              <p14:xfrm>
                <a:off x="6364091" y="3869201"/>
                <a:ext cx="297000" cy="321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C5C9E1-69AB-BC10-BCF9-B84F2DFBE7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55451" y="3860201"/>
                  <a:ext cx="3146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1D0E83-7C29-6E03-EA4D-EE67E3BB50E7}"/>
              </a:ext>
            </a:extLst>
          </p:cNvPr>
          <p:cNvGrpSpPr/>
          <p:nvPr/>
        </p:nvGrpSpPr>
        <p:grpSpPr>
          <a:xfrm>
            <a:off x="6327731" y="4390841"/>
            <a:ext cx="286560" cy="990000"/>
            <a:chOff x="6327731" y="4390841"/>
            <a:chExt cx="286560" cy="9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7486F8-1150-6A19-673F-20494FB2C305}"/>
                    </a:ext>
                  </a:extLst>
                </p14:cNvPr>
                <p14:cNvContentPartPr/>
                <p14:nvPr/>
              </p14:nvContentPartPr>
              <p14:xfrm>
                <a:off x="6411611" y="4494521"/>
                <a:ext cx="91440" cy="19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7486F8-1150-6A19-673F-20494FB2C30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02611" y="4485881"/>
                  <a:ext cx="109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BAE412F-AC5F-AE25-12F8-3235A64515CD}"/>
                    </a:ext>
                  </a:extLst>
                </p14:cNvPr>
                <p14:cNvContentPartPr/>
                <p14:nvPr/>
              </p14:nvContentPartPr>
              <p14:xfrm>
                <a:off x="6327731" y="4390841"/>
                <a:ext cx="286560" cy="40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BAE412F-AC5F-AE25-12F8-3235A64515C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18731" y="4381841"/>
                  <a:ext cx="3042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8BE4B4-7EEB-9713-C925-EADAA2DF4C2F}"/>
                    </a:ext>
                  </a:extLst>
                </p14:cNvPr>
                <p14:cNvContentPartPr/>
                <p14:nvPr/>
              </p14:nvContentPartPr>
              <p14:xfrm>
                <a:off x="6471011" y="5037761"/>
                <a:ext cx="99720" cy="176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8BE4B4-7EEB-9713-C925-EADAA2DF4C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62011" y="5028761"/>
                  <a:ext cx="117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C908B1-9C00-6F84-AD84-3B950EA70426}"/>
                    </a:ext>
                  </a:extLst>
                </p14:cNvPr>
                <p14:cNvContentPartPr/>
                <p14:nvPr/>
              </p14:nvContentPartPr>
              <p14:xfrm>
                <a:off x="6364091" y="4872521"/>
                <a:ext cx="238320" cy="508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C908B1-9C00-6F84-AD84-3B950EA704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55091" y="4863881"/>
                  <a:ext cx="255960" cy="52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88D808-03E7-81BA-A3D8-D8C4D25009C8}"/>
              </a:ext>
            </a:extLst>
          </p:cNvPr>
          <p:cNvGrpSpPr/>
          <p:nvPr/>
        </p:nvGrpSpPr>
        <p:grpSpPr>
          <a:xfrm>
            <a:off x="8131691" y="2554121"/>
            <a:ext cx="945720" cy="1869120"/>
            <a:chOff x="8131691" y="2554121"/>
            <a:chExt cx="945720" cy="18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64A404D-F4B7-C28E-F9DF-A3A208990894}"/>
                    </a:ext>
                  </a:extLst>
                </p14:cNvPr>
                <p14:cNvContentPartPr/>
                <p14:nvPr/>
              </p14:nvContentPartPr>
              <p14:xfrm>
                <a:off x="8175971" y="2554121"/>
                <a:ext cx="304200" cy="82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64A404D-F4B7-C28E-F9DF-A3A20899089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67331" y="2545481"/>
                  <a:ext cx="32184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C2D778-D912-B532-402A-536C0E5352B8}"/>
                    </a:ext>
                  </a:extLst>
                </p14:cNvPr>
                <p14:cNvContentPartPr/>
                <p14:nvPr/>
              </p14:nvContentPartPr>
              <p14:xfrm>
                <a:off x="8131691" y="3185561"/>
                <a:ext cx="245880" cy="21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C2D778-D912-B532-402A-536C0E5352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23051" y="3176921"/>
                  <a:ext cx="263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E5DE27-BBAB-CB45-B830-268CA1E23860}"/>
                    </a:ext>
                  </a:extLst>
                </p14:cNvPr>
                <p14:cNvContentPartPr/>
                <p14:nvPr/>
              </p14:nvContentPartPr>
              <p14:xfrm>
                <a:off x="8499611" y="3141641"/>
                <a:ext cx="577800" cy="420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E5DE27-BBAB-CB45-B830-268CA1E2386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90971" y="3132641"/>
                  <a:ext cx="5954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7EFA36-8617-773F-C3FF-A8020077CF48}"/>
                    </a:ext>
                  </a:extLst>
                </p14:cNvPr>
                <p14:cNvContentPartPr/>
                <p14:nvPr/>
              </p14:nvContentPartPr>
              <p14:xfrm>
                <a:off x="8566931" y="3510641"/>
                <a:ext cx="150840" cy="32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7EFA36-8617-773F-C3FF-A8020077CF4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7931" y="3501641"/>
                  <a:ext cx="168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0E677A-AB07-6FE6-4B8E-C2AC6E51A8F9}"/>
                    </a:ext>
                  </a:extLst>
                </p14:cNvPr>
                <p14:cNvContentPartPr/>
                <p14:nvPr/>
              </p14:nvContentPartPr>
              <p14:xfrm>
                <a:off x="8412131" y="4007441"/>
                <a:ext cx="499680" cy="415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0E677A-AB07-6FE6-4B8E-C2AC6E51A8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03131" y="3998801"/>
                  <a:ext cx="5173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B59C74-F275-E29C-6B10-E46956876F0B}"/>
                    </a:ext>
                  </a:extLst>
                </p14:cNvPr>
                <p14:cNvContentPartPr/>
                <p14:nvPr/>
              </p14:nvContentPartPr>
              <p14:xfrm>
                <a:off x="8903171" y="3906281"/>
                <a:ext cx="79560" cy="193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B59C74-F275-E29C-6B10-E46956876F0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94531" y="3897281"/>
                  <a:ext cx="97200" cy="21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CCE6-E7F4-C0AE-BAB3-7DB51E39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Shape 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8BD30-0131-B216-8CE7-87C5FB66B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Shape Map</a:t>
            </a:r>
            <a:r>
              <a:rPr lang="en-US" dirty="0"/>
              <a:t> in Power BI is just a map where </a:t>
            </a:r>
            <a:r>
              <a:rPr lang="en-US" b="1" dirty="0"/>
              <a:t>you control the shapes</a:t>
            </a:r>
            <a:r>
              <a:rPr lang="en-US" dirty="0"/>
              <a:t>.</a:t>
            </a:r>
          </a:p>
          <a:p>
            <a:r>
              <a:rPr lang="en-US" dirty="0"/>
              <a:t>Normal maps (like </a:t>
            </a:r>
            <a:r>
              <a:rPr lang="en-US" b="1" dirty="0"/>
              <a:t>Filled Map</a:t>
            </a:r>
            <a:r>
              <a:rPr lang="en-US" dirty="0"/>
              <a:t>) use Bing Maps to show countries, states, cities.</a:t>
            </a:r>
          </a:p>
          <a:p>
            <a:r>
              <a:rPr lang="en-US" dirty="0"/>
              <a:t>Shape Map lets you </a:t>
            </a:r>
            <a:r>
              <a:rPr lang="en-US" b="1" dirty="0"/>
              <a:t>upload your own shapes</a:t>
            </a:r>
            <a:r>
              <a:rPr lang="en-US" dirty="0"/>
              <a:t> (like boundaries of states, districts, or even custom zones) using a </a:t>
            </a:r>
            <a:r>
              <a:rPr lang="en-US" b="1" dirty="0" err="1"/>
              <a:t>TopoJSON</a:t>
            </a:r>
            <a:r>
              <a:rPr lang="en-US" b="1" dirty="0"/>
              <a:t> file</a:t>
            </a:r>
            <a:r>
              <a:rPr lang="en-US" dirty="0"/>
              <a:t>.</a:t>
            </a:r>
          </a:p>
          <a:p>
            <a:r>
              <a:rPr lang="en-US" dirty="0"/>
              <a:t>You can then </a:t>
            </a:r>
            <a:r>
              <a:rPr lang="en-US" b="1" dirty="0"/>
              <a:t>color each shape</a:t>
            </a:r>
            <a:r>
              <a:rPr lang="en-US" dirty="0"/>
              <a:t> based on your data (for example: sales, population, marks, etc.).</a:t>
            </a:r>
          </a:p>
          <a:p>
            <a:r>
              <a:rPr lang="en-US" dirty="0"/>
              <a:t> Example: If you have sales data for each Indian state, and you use an India states </a:t>
            </a:r>
            <a:r>
              <a:rPr lang="en-US" b="1" dirty="0"/>
              <a:t>shape file</a:t>
            </a:r>
            <a:r>
              <a:rPr lang="en-US" dirty="0"/>
              <a:t>, Power BI will color each state differently based on the sales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02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4380" y="648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Shape Map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65" y="1016635"/>
            <a:ext cx="6934835" cy="555117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4352FF8-6B28-2099-9094-AF07A2252771}"/>
              </a:ext>
            </a:extLst>
          </p:cNvPr>
          <p:cNvGrpSpPr/>
          <p:nvPr/>
        </p:nvGrpSpPr>
        <p:grpSpPr>
          <a:xfrm>
            <a:off x="4054331" y="1988201"/>
            <a:ext cx="352800" cy="440280"/>
            <a:chOff x="4054331" y="1988201"/>
            <a:chExt cx="35280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216BDE-814E-0A8E-084C-0309B47A28DA}"/>
                    </a:ext>
                  </a:extLst>
                </p14:cNvPr>
                <p14:cNvContentPartPr/>
                <p14:nvPr/>
              </p14:nvContentPartPr>
              <p14:xfrm>
                <a:off x="4224251" y="2099441"/>
                <a:ext cx="51840" cy="213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216BDE-814E-0A8E-084C-0309B47A28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15611" y="2090441"/>
                  <a:ext cx="69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5685ADE-A9EB-172F-F497-5B7D3C752E94}"/>
                    </a:ext>
                  </a:extLst>
                </p14:cNvPr>
                <p14:cNvContentPartPr/>
                <p14:nvPr/>
              </p14:nvContentPartPr>
              <p14:xfrm>
                <a:off x="4054331" y="1988201"/>
                <a:ext cx="352800" cy="440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685ADE-A9EB-172F-F497-5B7D3C752E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45691" y="1979201"/>
                  <a:ext cx="370440" cy="457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4" y="0"/>
            <a:ext cx="8015286" cy="67656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A7744D6-D618-3959-9C39-3151C0EFC439}"/>
              </a:ext>
            </a:extLst>
          </p:cNvPr>
          <p:cNvGrpSpPr/>
          <p:nvPr/>
        </p:nvGrpSpPr>
        <p:grpSpPr>
          <a:xfrm>
            <a:off x="5659571" y="1636481"/>
            <a:ext cx="325080" cy="584640"/>
            <a:chOff x="5659571" y="1636481"/>
            <a:chExt cx="32508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546F6D-90DC-C84F-886B-9F18A5271966}"/>
                    </a:ext>
                  </a:extLst>
                </p14:cNvPr>
                <p14:cNvContentPartPr/>
                <p14:nvPr/>
              </p14:nvContentPartPr>
              <p14:xfrm>
                <a:off x="5817971" y="1807121"/>
                <a:ext cx="43920" cy="307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546F6D-90DC-C84F-886B-9F18A52719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09331" y="1798121"/>
                  <a:ext cx="61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C847A8-FABD-B90F-B333-2DFC2CA910B8}"/>
                    </a:ext>
                  </a:extLst>
                </p14:cNvPr>
                <p14:cNvContentPartPr/>
                <p14:nvPr/>
              </p14:nvContentPartPr>
              <p14:xfrm>
                <a:off x="5659571" y="1636481"/>
                <a:ext cx="325080" cy="584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C847A8-FABD-B90F-B333-2DFC2CA910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50571" y="1627841"/>
                  <a:ext cx="342720" cy="60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58BAF9-2224-D756-4A51-87D56720C799}"/>
              </a:ext>
            </a:extLst>
          </p:cNvPr>
          <p:cNvGrpSpPr/>
          <p:nvPr/>
        </p:nvGrpSpPr>
        <p:grpSpPr>
          <a:xfrm>
            <a:off x="6131171" y="2693441"/>
            <a:ext cx="1407960" cy="1562400"/>
            <a:chOff x="6131171" y="2693441"/>
            <a:chExt cx="1407960" cy="15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244414-C954-91F4-39D3-8BD1D9E9CB39}"/>
                    </a:ext>
                  </a:extLst>
                </p14:cNvPr>
                <p14:cNvContentPartPr/>
                <p14:nvPr/>
              </p14:nvContentPartPr>
              <p14:xfrm>
                <a:off x="6131171" y="3162161"/>
                <a:ext cx="401040" cy="51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244414-C954-91F4-39D3-8BD1D9E9CB3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22171" y="3153521"/>
                  <a:ext cx="41868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E85A6E-5BBC-F519-7AF0-8C44D2FB903F}"/>
                    </a:ext>
                  </a:extLst>
                </p14:cNvPr>
                <p14:cNvContentPartPr/>
                <p14:nvPr/>
              </p14:nvContentPartPr>
              <p14:xfrm>
                <a:off x="6304691" y="3889361"/>
                <a:ext cx="127080" cy="210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E85A6E-5BBC-F519-7AF0-8C44D2FB90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5691" y="3880361"/>
                  <a:ext cx="144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04203DF-AD5F-B945-5DE6-31703CBED743}"/>
                    </a:ext>
                  </a:extLst>
                </p14:cNvPr>
                <p14:cNvContentPartPr/>
                <p14:nvPr/>
              </p14:nvContentPartPr>
              <p14:xfrm>
                <a:off x="6162131" y="3741401"/>
                <a:ext cx="353520" cy="51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04203DF-AD5F-B945-5DE6-31703CBED7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53131" y="3732401"/>
                  <a:ext cx="3711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8CC670A-393C-55BC-DB6A-08CAB43F9BA7}"/>
                    </a:ext>
                  </a:extLst>
                </p14:cNvPr>
                <p14:cNvContentPartPr/>
                <p14:nvPr/>
              </p14:nvContentPartPr>
              <p14:xfrm>
                <a:off x="6814811" y="2693441"/>
                <a:ext cx="281160" cy="617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8CC670A-393C-55BC-DB6A-08CAB43F9B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06171" y="2684801"/>
                  <a:ext cx="29880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25D7FF-784B-DD11-7680-B42651BDB0E9}"/>
                    </a:ext>
                  </a:extLst>
                </p14:cNvPr>
                <p14:cNvContentPartPr/>
                <p14:nvPr/>
              </p14:nvContentPartPr>
              <p14:xfrm>
                <a:off x="6783131" y="3177641"/>
                <a:ext cx="182520" cy="261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25D7FF-784B-DD11-7680-B42651BDB0E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74491" y="3168641"/>
                  <a:ext cx="200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4D6BBB-BEA5-5509-4246-2023DB36E0AD}"/>
                    </a:ext>
                  </a:extLst>
                </p14:cNvPr>
                <p14:cNvContentPartPr/>
                <p14:nvPr/>
              </p14:nvContentPartPr>
              <p14:xfrm>
                <a:off x="7020011" y="3061361"/>
                <a:ext cx="519120" cy="48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4D6BBB-BEA5-5509-4246-2023DB36E0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11371" y="3052361"/>
                  <a:ext cx="53676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A893CE-9577-D58A-20D0-28FC7995B479}"/>
                    </a:ext>
                  </a:extLst>
                </p14:cNvPr>
                <p14:cNvContentPartPr/>
                <p14:nvPr/>
              </p14:nvContentPartPr>
              <p14:xfrm>
                <a:off x="6948731" y="3675881"/>
                <a:ext cx="531360" cy="406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A893CE-9577-D58A-20D0-28FC7995B47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40091" y="3667241"/>
                  <a:ext cx="549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61C0D5-72CD-2253-DA31-52BC6F725696}"/>
                    </a:ext>
                  </a:extLst>
                </p14:cNvPr>
                <p14:cNvContentPartPr/>
                <p14:nvPr/>
              </p14:nvContentPartPr>
              <p14:xfrm>
                <a:off x="7333211" y="3646721"/>
                <a:ext cx="115200" cy="13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61C0D5-72CD-2253-DA31-52BC6F72569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24211" y="3637721"/>
                  <a:ext cx="132840" cy="156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0C57-C671-9DA4-B141-CE4A3B00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Waterfall Chart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FD58-FC3E-8833-EBD4-DBA2BFB1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Waterfall Chart</a:t>
            </a:r>
            <a:r>
              <a:rPr lang="en-US" dirty="0"/>
              <a:t> in Power BI (and Excel) is a type of chart that shows </a:t>
            </a:r>
            <a:r>
              <a:rPr lang="en-US" b="1" dirty="0"/>
              <a:t>how a starting value changes step by step to reach an ending value</a:t>
            </a:r>
            <a:r>
              <a:rPr lang="en-US" dirty="0"/>
              <a:t>.</a:t>
            </a:r>
          </a:p>
          <a:p>
            <a:r>
              <a:rPr lang="en-US" dirty="0"/>
              <a:t>It’s often used to explain increases and decreases in things like </a:t>
            </a:r>
            <a:r>
              <a:rPr lang="en-US" b="1" dirty="0"/>
              <a:t>profit, sales, expenses, or budgets</a:t>
            </a:r>
            <a:r>
              <a:rPr lang="en-US" dirty="0"/>
              <a:t>.</a:t>
            </a:r>
          </a:p>
          <a:p>
            <a:r>
              <a:rPr lang="en-US" b="1" dirty="0"/>
              <a:t>Key Features:</a:t>
            </a:r>
          </a:p>
          <a:p>
            <a:r>
              <a:rPr lang="en-US" dirty="0"/>
              <a:t>Starts with an </a:t>
            </a:r>
            <a:r>
              <a:rPr lang="en-US" b="1" dirty="0"/>
              <a:t>initial value</a:t>
            </a:r>
            <a:r>
              <a:rPr lang="en-US" dirty="0"/>
              <a:t>.</a:t>
            </a:r>
          </a:p>
          <a:p>
            <a:r>
              <a:rPr lang="en-US" dirty="0"/>
              <a:t>Shows </a:t>
            </a:r>
            <a:r>
              <a:rPr lang="en-US" b="1" dirty="0"/>
              <a:t>increases</a:t>
            </a:r>
            <a:r>
              <a:rPr lang="en-US" dirty="0"/>
              <a:t> (bars go up).</a:t>
            </a:r>
          </a:p>
          <a:p>
            <a:r>
              <a:rPr lang="en-US" dirty="0"/>
              <a:t>Shows </a:t>
            </a:r>
            <a:r>
              <a:rPr lang="en-US" b="1" dirty="0"/>
              <a:t>decreases</a:t>
            </a:r>
            <a:r>
              <a:rPr lang="en-US" dirty="0"/>
              <a:t> (bars go down).</a:t>
            </a:r>
          </a:p>
          <a:p>
            <a:r>
              <a:rPr lang="en-US" dirty="0"/>
              <a:t>Ends with the </a:t>
            </a:r>
            <a:r>
              <a:rPr lang="en-US" b="1" dirty="0"/>
              <a:t>final total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147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2660" y="459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Waterfall 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5" y="35209"/>
            <a:ext cx="7815262" cy="678758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7D6E438-F241-4D3F-D019-A9E47DD0F846}"/>
              </a:ext>
            </a:extLst>
          </p:cNvPr>
          <p:cNvGrpSpPr/>
          <p:nvPr/>
        </p:nvGrpSpPr>
        <p:grpSpPr>
          <a:xfrm>
            <a:off x="5189051" y="1371521"/>
            <a:ext cx="407520" cy="563040"/>
            <a:chOff x="5189051" y="1371521"/>
            <a:chExt cx="40752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6041D2-BA94-3DBA-FD45-F0F6C65AA21A}"/>
                    </a:ext>
                  </a:extLst>
                </p14:cNvPr>
                <p14:cNvContentPartPr/>
                <p14:nvPr/>
              </p14:nvContentPartPr>
              <p14:xfrm>
                <a:off x="5320091" y="1571321"/>
                <a:ext cx="87480" cy="22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6041D2-BA94-3DBA-FD45-F0F6C65AA21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11091" y="1562321"/>
                  <a:ext cx="105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191755A-B597-B690-488F-922587DB781A}"/>
                    </a:ext>
                  </a:extLst>
                </p14:cNvPr>
                <p14:cNvContentPartPr/>
                <p14:nvPr/>
              </p14:nvContentPartPr>
              <p14:xfrm>
                <a:off x="5189051" y="1371521"/>
                <a:ext cx="407520" cy="56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191755A-B597-B690-488F-922587DB78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80411" y="1362521"/>
                  <a:ext cx="425160" cy="58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B21D72-C826-B683-78E5-70F0F2C86DCF}"/>
              </a:ext>
            </a:extLst>
          </p:cNvPr>
          <p:cNvGrpSpPr/>
          <p:nvPr/>
        </p:nvGrpSpPr>
        <p:grpSpPr>
          <a:xfrm>
            <a:off x="9053291" y="177401"/>
            <a:ext cx="2088720" cy="378360"/>
            <a:chOff x="9053291" y="177401"/>
            <a:chExt cx="20887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068B34-6294-AB21-44C8-CC5535DE3A98}"/>
                    </a:ext>
                  </a:extLst>
                </p14:cNvPr>
                <p14:cNvContentPartPr/>
                <p14:nvPr/>
              </p14:nvContentPartPr>
              <p14:xfrm>
                <a:off x="9053291" y="188201"/>
                <a:ext cx="1056600" cy="367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068B34-6294-AB21-44C8-CC5535DE3A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44291" y="179201"/>
                  <a:ext cx="10742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A72BDB-EB0A-55BB-2C4A-8862FAF8423A}"/>
                    </a:ext>
                  </a:extLst>
                </p14:cNvPr>
                <p14:cNvContentPartPr/>
                <p14:nvPr/>
              </p14:nvContentPartPr>
              <p14:xfrm>
                <a:off x="9879851" y="368921"/>
                <a:ext cx="87480" cy="27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A72BDB-EB0A-55BB-2C4A-8862FAF8423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71211" y="360281"/>
                  <a:ext cx="105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E42DF7-E955-7206-F81A-C0AF4287DE5A}"/>
                    </a:ext>
                  </a:extLst>
                </p14:cNvPr>
                <p14:cNvContentPartPr/>
                <p14:nvPr/>
              </p14:nvContentPartPr>
              <p14:xfrm>
                <a:off x="10319051" y="177401"/>
                <a:ext cx="791280" cy="310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E42DF7-E955-7206-F81A-C0AF4287DE5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10051" y="168401"/>
                  <a:ext cx="808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79466D-93BF-A9A0-FE2F-EE27072D2CFA}"/>
                    </a:ext>
                  </a:extLst>
                </p14:cNvPr>
                <p14:cNvContentPartPr/>
                <p14:nvPr/>
              </p14:nvContentPartPr>
              <p14:xfrm>
                <a:off x="10690931" y="237881"/>
                <a:ext cx="451080" cy="74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79466D-93BF-A9A0-FE2F-EE27072D2C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81931" y="229241"/>
                  <a:ext cx="4687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30A4EF-C5DB-4AFD-F87D-6C246B1A7BA5}"/>
              </a:ext>
            </a:extLst>
          </p:cNvPr>
          <p:cNvGrpSpPr/>
          <p:nvPr/>
        </p:nvGrpSpPr>
        <p:grpSpPr>
          <a:xfrm>
            <a:off x="4932731" y="3111761"/>
            <a:ext cx="474840" cy="524520"/>
            <a:chOff x="4932731" y="3111761"/>
            <a:chExt cx="47484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AB6321-68D9-BFA5-5E92-E7EB0A831020}"/>
                    </a:ext>
                  </a:extLst>
                </p14:cNvPr>
                <p14:cNvContentPartPr/>
                <p14:nvPr/>
              </p14:nvContentPartPr>
              <p14:xfrm>
                <a:off x="5133971" y="3295721"/>
                <a:ext cx="87480" cy="200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AB6321-68D9-BFA5-5E92-E7EB0A8310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24971" y="3286721"/>
                  <a:ext cx="105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B39F1A-359A-4CDF-9A1F-6EA0835997F8}"/>
                    </a:ext>
                  </a:extLst>
                </p14:cNvPr>
                <p14:cNvContentPartPr/>
                <p14:nvPr/>
              </p14:nvContentPartPr>
              <p14:xfrm>
                <a:off x="4932731" y="3111761"/>
                <a:ext cx="474840" cy="52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B39F1A-359A-4CDF-9A1F-6EA0835997F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24091" y="3102761"/>
                  <a:ext cx="492480" cy="54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9E999C-30A5-C749-BF5C-463EE1392674}"/>
              </a:ext>
            </a:extLst>
          </p:cNvPr>
          <p:cNvGrpSpPr/>
          <p:nvPr/>
        </p:nvGrpSpPr>
        <p:grpSpPr>
          <a:xfrm>
            <a:off x="4928411" y="3713681"/>
            <a:ext cx="431640" cy="1139760"/>
            <a:chOff x="4928411" y="3713681"/>
            <a:chExt cx="431640" cy="11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912DD9-DA14-84D4-DF11-401B7CFEAD7A}"/>
                    </a:ext>
                  </a:extLst>
                </p14:cNvPr>
                <p14:cNvContentPartPr/>
                <p14:nvPr/>
              </p14:nvContentPartPr>
              <p14:xfrm>
                <a:off x="4995011" y="3713681"/>
                <a:ext cx="365040" cy="46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912DD9-DA14-84D4-DF11-401B7CFEAD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86011" y="3705041"/>
                  <a:ext cx="3826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63660D-593B-5187-4C24-1BF2DF472981}"/>
                    </a:ext>
                  </a:extLst>
                </p14:cNvPr>
                <p14:cNvContentPartPr/>
                <p14:nvPr/>
              </p14:nvContentPartPr>
              <p14:xfrm>
                <a:off x="5031011" y="4484801"/>
                <a:ext cx="174960" cy="220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63660D-593B-5187-4C24-1BF2DF4729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22011" y="4475801"/>
                  <a:ext cx="192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69E531-913F-E207-992D-4B9EA0ED672D}"/>
                    </a:ext>
                  </a:extLst>
                </p14:cNvPr>
                <p14:cNvContentPartPr/>
                <p14:nvPr/>
              </p14:nvContentPartPr>
              <p14:xfrm>
                <a:off x="4928411" y="4348721"/>
                <a:ext cx="369000" cy="504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69E531-913F-E207-992D-4B9EA0ED672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19411" y="4339721"/>
                  <a:ext cx="386640" cy="52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87E02-2496-D83F-CFC1-AF6D45CE4965}"/>
              </a:ext>
            </a:extLst>
          </p:cNvPr>
          <p:cNvGrpSpPr/>
          <p:nvPr/>
        </p:nvGrpSpPr>
        <p:grpSpPr>
          <a:xfrm>
            <a:off x="6764051" y="3201761"/>
            <a:ext cx="1324800" cy="1624680"/>
            <a:chOff x="6764051" y="3201761"/>
            <a:chExt cx="1324800" cy="162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B246E0-9348-8A3B-1697-2D0165F91119}"/>
                    </a:ext>
                  </a:extLst>
                </p14:cNvPr>
                <p14:cNvContentPartPr/>
                <p14:nvPr/>
              </p14:nvContentPartPr>
              <p14:xfrm>
                <a:off x="6764051" y="3290681"/>
                <a:ext cx="173880" cy="140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B246E0-9348-8A3B-1697-2D0165F9111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55051" y="3282041"/>
                  <a:ext cx="191520" cy="14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F7BD04-98BC-CE0F-2F9B-6E648EFF0523}"/>
                    </a:ext>
                  </a:extLst>
                </p14:cNvPr>
                <p14:cNvContentPartPr/>
                <p14:nvPr/>
              </p14:nvContentPartPr>
              <p14:xfrm>
                <a:off x="7123331" y="3201761"/>
                <a:ext cx="514440" cy="77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F7BD04-98BC-CE0F-2F9B-6E648EFF052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14691" y="3193121"/>
                  <a:ext cx="53208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3FC484-EFC6-00B6-64A5-9EFF15A1DDEF}"/>
                    </a:ext>
                  </a:extLst>
                </p14:cNvPr>
                <p14:cNvContentPartPr/>
                <p14:nvPr/>
              </p14:nvContentPartPr>
              <p14:xfrm>
                <a:off x="7099571" y="3584801"/>
                <a:ext cx="174600" cy="383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3FC484-EFC6-00B6-64A5-9EFF15A1DD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90571" y="3576161"/>
                  <a:ext cx="1922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648D09-169B-E00F-68CD-4ACF41A22022}"/>
                    </a:ext>
                  </a:extLst>
                </p14:cNvPr>
                <p14:cNvContentPartPr/>
                <p14:nvPr/>
              </p14:nvContentPartPr>
              <p14:xfrm>
                <a:off x="7355891" y="3498761"/>
                <a:ext cx="732960" cy="585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648D09-169B-E00F-68CD-4ACF41A2202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47251" y="3490121"/>
                  <a:ext cx="7506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02CAF8A-611C-D49C-36F2-BA74C33DC30C}"/>
                    </a:ext>
                  </a:extLst>
                </p14:cNvPr>
                <p14:cNvContentPartPr/>
                <p14:nvPr/>
              </p14:nvContentPartPr>
              <p14:xfrm>
                <a:off x="7475411" y="3991961"/>
                <a:ext cx="186480" cy="243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02CAF8A-611C-D49C-36F2-BA74C33DC3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66411" y="3983321"/>
                  <a:ext cx="204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64FD7C-1786-75FA-2A72-19564A8096DB}"/>
                    </a:ext>
                  </a:extLst>
                </p14:cNvPr>
                <p14:cNvContentPartPr/>
                <p14:nvPr/>
              </p14:nvContentPartPr>
              <p14:xfrm>
                <a:off x="7166171" y="4380761"/>
                <a:ext cx="590760" cy="445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64FD7C-1786-75FA-2A72-19564A8096D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57171" y="4372121"/>
                  <a:ext cx="6084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9AA6F4-B458-D368-53C5-FE463C8469C5}"/>
                    </a:ext>
                  </a:extLst>
                </p14:cNvPr>
                <p14:cNvContentPartPr/>
                <p14:nvPr/>
              </p14:nvContentPartPr>
              <p14:xfrm>
                <a:off x="7661171" y="4414961"/>
                <a:ext cx="127080" cy="13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9AA6F4-B458-D368-53C5-FE463C8469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52531" y="4406321"/>
                  <a:ext cx="144720" cy="156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618AC-BAA9-6CCF-955D-370FD11C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85" y="192880"/>
            <a:ext cx="10059795" cy="636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92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B9DC-7F3E-B69A-F967-4E48C010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Gauge Chart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CE55-CE0A-4661-CC4E-334FCE2C7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Gauge Chart</a:t>
            </a:r>
            <a:r>
              <a:rPr lang="en-US" dirty="0"/>
              <a:t> is a visual in Power BI (and other tools) that looks like a </a:t>
            </a:r>
            <a:r>
              <a:rPr lang="en-US" b="1" dirty="0"/>
              <a:t>speedometer or dial</a:t>
            </a:r>
            <a:r>
              <a:rPr lang="en-US" dirty="0"/>
              <a:t>. It’s mainly used to show </a:t>
            </a:r>
            <a:r>
              <a:rPr lang="en-US" b="1" dirty="0"/>
              <a:t>progress toward a target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Suppose your </a:t>
            </a:r>
            <a:r>
              <a:rPr lang="en-US" b="1" dirty="0"/>
              <a:t>monthly sales target = ₹1,00,000</a:t>
            </a:r>
            <a:endParaRPr lang="en-US" dirty="0"/>
          </a:p>
          <a:p>
            <a:r>
              <a:rPr lang="en-US" dirty="0"/>
              <a:t>Current sales = ₹70,000</a:t>
            </a:r>
          </a:p>
          <a:p>
            <a:r>
              <a:rPr lang="en-US" dirty="0"/>
              <a:t>The gauge will show a dial from </a:t>
            </a:r>
            <a:r>
              <a:rPr lang="en-US" b="1" dirty="0"/>
              <a:t>0 to 1,00,000</a:t>
            </a:r>
            <a:r>
              <a:rPr lang="en-US" dirty="0"/>
              <a:t>, and the pointer will stop at </a:t>
            </a:r>
            <a:r>
              <a:rPr lang="en-US" b="1" dirty="0"/>
              <a:t>70,000</a:t>
            </a:r>
            <a:r>
              <a:rPr lang="en-US" dirty="0"/>
              <a:t> → meaning you’ve achieved </a:t>
            </a:r>
            <a:r>
              <a:rPr lang="en-US" b="1" dirty="0"/>
              <a:t>70% of your goal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39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229" y="512937"/>
            <a:ext cx="6852761" cy="61166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10" y="1647190"/>
            <a:ext cx="1800225" cy="38481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72870" y="648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Gauge Chart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DB4CE5F-B812-43FF-A9E7-E75B8ECE9D64}"/>
                  </a:ext>
                </a:extLst>
              </p14:cNvPr>
              <p14:cNvContentPartPr/>
              <p14:nvPr/>
            </p14:nvContentPartPr>
            <p14:xfrm>
              <a:off x="8847731" y="3367361"/>
              <a:ext cx="452160" cy="551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DB4CE5F-B812-43FF-A9E7-E75B8ECE9D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38731" y="3358721"/>
                <a:ext cx="469800" cy="56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C9C59D3-8C98-5F1D-D3EB-E0790B454920}"/>
              </a:ext>
            </a:extLst>
          </p:cNvPr>
          <p:cNvGrpSpPr/>
          <p:nvPr/>
        </p:nvGrpSpPr>
        <p:grpSpPr>
          <a:xfrm>
            <a:off x="9551891" y="2511798"/>
            <a:ext cx="1017000" cy="1947443"/>
            <a:chOff x="9551891" y="2511798"/>
            <a:chExt cx="1017000" cy="194744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ED0749-7779-6326-D073-9F357747E785}"/>
                    </a:ext>
                  </a:extLst>
                </p14:cNvPr>
                <p14:cNvContentPartPr/>
                <p14:nvPr/>
              </p14:nvContentPartPr>
              <p14:xfrm>
                <a:off x="9929936" y="2648958"/>
                <a:ext cx="190440" cy="17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ED0749-7779-6326-D073-9F357747E7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21296" y="2640318"/>
                  <a:ext cx="208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0E3C2E-B7B2-3DCD-E0FA-24F84FBCDE9A}"/>
                    </a:ext>
                  </a:extLst>
                </p14:cNvPr>
                <p14:cNvContentPartPr/>
                <p14:nvPr/>
              </p14:nvContentPartPr>
              <p14:xfrm>
                <a:off x="9783776" y="2511798"/>
                <a:ext cx="388080" cy="362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50E3C2E-B7B2-3DCD-E0FA-24F84FBCDE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74776" y="2503158"/>
                  <a:ext cx="405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FEC1A8-ACC5-3BE2-8C04-5B0848FCC92C}"/>
                    </a:ext>
                  </a:extLst>
                </p14:cNvPr>
                <p14:cNvContentPartPr/>
                <p14:nvPr/>
              </p14:nvContentPartPr>
              <p14:xfrm>
                <a:off x="9590771" y="2954441"/>
                <a:ext cx="333720" cy="531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FEC1A8-ACC5-3BE2-8C04-5B0848FCC9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1771" y="2945801"/>
                  <a:ext cx="3513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3CA675-DD12-B298-0663-32D4EC335456}"/>
                    </a:ext>
                  </a:extLst>
                </p14:cNvPr>
                <p14:cNvContentPartPr/>
                <p14:nvPr/>
              </p14:nvContentPartPr>
              <p14:xfrm>
                <a:off x="9551891" y="3265121"/>
                <a:ext cx="115200" cy="245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3CA675-DD12-B298-0663-32D4EC3354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42891" y="3256121"/>
                  <a:ext cx="132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9B500B-791F-F076-8450-25C44B596B64}"/>
                    </a:ext>
                  </a:extLst>
                </p14:cNvPr>
                <p14:cNvContentPartPr/>
                <p14:nvPr/>
              </p14:nvContentPartPr>
              <p14:xfrm>
                <a:off x="9800291" y="3240641"/>
                <a:ext cx="658080" cy="37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9B500B-791F-F076-8450-25C44B596B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1651" y="3231641"/>
                  <a:ext cx="6757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AF3ABF-2983-EF99-8B50-18B8936757E3}"/>
                    </a:ext>
                  </a:extLst>
                </p14:cNvPr>
                <p14:cNvContentPartPr/>
                <p14:nvPr/>
              </p14:nvContentPartPr>
              <p14:xfrm>
                <a:off x="10010531" y="3653921"/>
                <a:ext cx="198360" cy="27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AF3ABF-2983-EF99-8B50-18B8936757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01531" y="3644921"/>
                  <a:ext cx="216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BB8AD-6771-031A-BD2C-550561749B50}"/>
                    </a:ext>
                  </a:extLst>
                </p14:cNvPr>
                <p14:cNvContentPartPr/>
                <p14:nvPr/>
              </p14:nvContentPartPr>
              <p14:xfrm>
                <a:off x="9860051" y="4051721"/>
                <a:ext cx="435600" cy="21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BB8AD-6771-031A-BD2C-550561749B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51411" y="4043081"/>
                  <a:ext cx="453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C4761F-43E8-97AC-E5E2-A54680D4C9DE}"/>
                    </a:ext>
                  </a:extLst>
                </p14:cNvPr>
                <p14:cNvContentPartPr/>
                <p14:nvPr/>
              </p14:nvContentPartPr>
              <p14:xfrm>
                <a:off x="10156331" y="4009961"/>
                <a:ext cx="325800" cy="44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C4761F-43E8-97AC-E5E2-A54680D4C9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7331" y="4001321"/>
                  <a:ext cx="3434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806D67-19C1-23D5-5B89-7F206EDEF71E}"/>
                    </a:ext>
                  </a:extLst>
                </p14:cNvPr>
                <p14:cNvContentPartPr/>
                <p14:nvPr/>
              </p14:nvContentPartPr>
              <p14:xfrm>
                <a:off x="10417691" y="4022561"/>
                <a:ext cx="151200" cy="160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806D67-19C1-23D5-5B89-7F206EDEF7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09051" y="4013561"/>
                  <a:ext cx="168840" cy="178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84B1-F56E-2F2D-9CBF-20E07613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23928-47A5-B68A-A4AD-8CFFE5E80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F852F-8201-BD92-6300-9AB7D6C8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247"/>
            <a:ext cx="3847860" cy="5522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13425B-C9B0-B6BA-35CF-2659350BB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860" y="892967"/>
            <a:ext cx="6029995" cy="4351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78AB93-D3AA-B149-949C-0178692C5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433" y="582215"/>
            <a:ext cx="1866667" cy="56935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C6C69EE-8B4F-ACD4-CD3A-1202C8403BA4}"/>
              </a:ext>
            </a:extLst>
          </p:cNvPr>
          <p:cNvGrpSpPr/>
          <p:nvPr/>
        </p:nvGrpSpPr>
        <p:grpSpPr>
          <a:xfrm>
            <a:off x="95411" y="1746281"/>
            <a:ext cx="473760" cy="559080"/>
            <a:chOff x="95411" y="1746281"/>
            <a:chExt cx="47376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3D2EE99-01E8-73CE-3AC2-99F3936F1A16}"/>
                    </a:ext>
                  </a:extLst>
                </p14:cNvPr>
                <p14:cNvContentPartPr/>
                <p14:nvPr/>
              </p14:nvContentPartPr>
              <p14:xfrm>
                <a:off x="336611" y="1844561"/>
                <a:ext cx="47160" cy="25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3D2EE99-01E8-73CE-3AC2-99F3936F1A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7971" y="1835921"/>
                  <a:ext cx="648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2B145E-AA37-DB99-294F-4D0C9628D5D9}"/>
                    </a:ext>
                  </a:extLst>
                </p14:cNvPr>
                <p14:cNvContentPartPr/>
                <p14:nvPr/>
              </p14:nvContentPartPr>
              <p14:xfrm>
                <a:off x="95411" y="1746281"/>
                <a:ext cx="473760" cy="55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2B145E-AA37-DB99-294F-4D0C9628D5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411" y="1737281"/>
                  <a:ext cx="491400" cy="57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B8EEF3-559B-CF5B-5444-50673058C7EA}"/>
              </a:ext>
            </a:extLst>
          </p:cNvPr>
          <p:cNvGrpSpPr/>
          <p:nvPr/>
        </p:nvGrpSpPr>
        <p:grpSpPr>
          <a:xfrm>
            <a:off x="4605491" y="1111601"/>
            <a:ext cx="402120" cy="570960"/>
            <a:chOff x="4605491" y="1111601"/>
            <a:chExt cx="402120" cy="57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6AB548-D773-7F7D-5655-E78B20169419}"/>
                    </a:ext>
                  </a:extLst>
                </p14:cNvPr>
                <p14:cNvContentPartPr/>
                <p14:nvPr/>
              </p14:nvContentPartPr>
              <p14:xfrm>
                <a:off x="4730771" y="1258481"/>
                <a:ext cx="174600" cy="29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6AB548-D773-7F7D-5655-E78B201694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21771" y="1249481"/>
                  <a:ext cx="1922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A0EE3F-A9E6-0E78-8518-D41FFFF8F21F}"/>
                    </a:ext>
                  </a:extLst>
                </p14:cNvPr>
                <p14:cNvContentPartPr/>
                <p14:nvPr/>
              </p14:nvContentPartPr>
              <p14:xfrm>
                <a:off x="4605491" y="1111601"/>
                <a:ext cx="402120" cy="57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A0EE3F-A9E6-0E78-8518-D41FFFF8F2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96491" y="1102601"/>
                  <a:ext cx="419760" cy="58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9487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8AA67C-BEB0-5A26-9A84-B1577F114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790206"/>
            <a:ext cx="7401958" cy="52775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121D655-16D3-79FE-99F5-03A52686FE81}"/>
              </a:ext>
            </a:extLst>
          </p:cNvPr>
          <p:cNvGrpSpPr/>
          <p:nvPr/>
        </p:nvGrpSpPr>
        <p:grpSpPr>
          <a:xfrm>
            <a:off x="6111011" y="1397441"/>
            <a:ext cx="386640" cy="361080"/>
            <a:chOff x="6111011" y="1397441"/>
            <a:chExt cx="38664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6484B3-AA58-DFE0-FEFD-24DBEEB154A2}"/>
                    </a:ext>
                  </a:extLst>
                </p14:cNvPr>
                <p14:cNvContentPartPr/>
                <p14:nvPr/>
              </p14:nvContentPartPr>
              <p14:xfrm>
                <a:off x="6111011" y="1397441"/>
                <a:ext cx="232920" cy="35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6484B3-AA58-DFE0-FEFD-24DBEEB154A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02011" y="1388441"/>
                  <a:ext cx="250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025F6E-BA1D-F7F8-9C1E-018D4EB4929B}"/>
                    </a:ext>
                  </a:extLst>
                </p14:cNvPr>
                <p14:cNvContentPartPr/>
                <p14:nvPr/>
              </p14:nvContentPartPr>
              <p14:xfrm>
                <a:off x="6352931" y="1409681"/>
                <a:ext cx="144720" cy="348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025F6E-BA1D-F7F8-9C1E-018D4EB492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43931" y="1400681"/>
                  <a:ext cx="162360" cy="36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374612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04F0-7539-2946-AC55-01C8D2C5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4F7AA-31A4-2F12-282C-1C33FF1FB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KPI (Key Performance Indicator) visual</a:t>
            </a:r>
            <a:r>
              <a:rPr lang="en-US" dirty="0"/>
              <a:t> in Power BI is used to </a:t>
            </a:r>
            <a:r>
              <a:rPr lang="en-US" b="1" dirty="0"/>
              <a:t>track progress toward a goal</a:t>
            </a:r>
            <a:r>
              <a:rPr lang="en-US" dirty="0"/>
              <a:t> at a glance.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Shows a </a:t>
            </a:r>
            <a:r>
              <a:rPr lang="en-US" altLang="en-US" b="1" dirty="0">
                <a:latin typeface="Arial" panose="020B0604020202020204" pitchFamily="34" charset="0"/>
              </a:rPr>
              <a:t>main value</a:t>
            </a:r>
            <a:r>
              <a:rPr lang="en-US" altLang="en-US" dirty="0">
                <a:latin typeface="Arial" panose="020B0604020202020204" pitchFamily="34" charset="0"/>
              </a:rPr>
              <a:t> (like current sales).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Compares it against a </a:t>
            </a:r>
            <a:r>
              <a:rPr lang="en-US" altLang="en-US" b="1" dirty="0">
                <a:latin typeface="Arial" panose="020B0604020202020204" pitchFamily="34" charset="0"/>
              </a:rPr>
              <a:t>target/goal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Often includes an </a:t>
            </a:r>
            <a:r>
              <a:rPr lang="en-US" altLang="en-US" b="1" dirty="0">
                <a:latin typeface="Arial" panose="020B0604020202020204" pitchFamily="34" charset="0"/>
              </a:rPr>
              <a:t>indicator (arrow, color, trend)</a:t>
            </a:r>
            <a:r>
              <a:rPr lang="en-US" altLang="en-US" dirty="0">
                <a:latin typeface="Arial" panose="020B0604020202020204" pitchFamily="34" charset="0"/>
              </a:rPr>
              <a:t> to quickly tell if performance is good or 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7624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AB1A6B-C97E-5D8C-1E8D-55E7930D1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75191"/>
            <a:ext cx="4296375" cy="581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1A4C23-75F7-0C6B-FE0A-CB7BB69EC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942" y="146692"/>
            <a:ext cx="6319658" cy="709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BC8B64-C7A4-C38C-6C2D-E694A9ECA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126312"/>
            <a:ext cx="9879806" cy="56148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57ED68C-32E0-BFCA-08C4-79AA8885EDA4}"/>
                  </a:ext>
                </a:extLst>
              </p14:cNvPr>
              <p14:cNvContentPartPr/>
              <p14:nvPr/>
            </p14:nvContentPartPr>
            <p14:xfrm>
              <a:off x="1134360" y="143280"/>
              <a:ext cx="6049800" cy="5574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57ED68C-32E0-BFCA-08C4-79AA8885ED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5000" y="133920"/>
                <a:ext cx="6068520" cy="559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865115"/>
            <a:ext cx="11506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1880" y="687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QnA Visualization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9" y="1387475"/>
            <a:ext cx="8883953" cy="4512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295" y="1387475"/>
            <a:ext cx="3028950" cy="37052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63D29EB-C057-BCD0-E558-B82F25022F7D}"/>
              </a:ext>
            </a:extLst>
          </p:cNvPr>
          <p:cNvGrpSpPr/>
          <p:nvPr/>
        </p:nvGrpSpPr>
        <p:grpSpPr>
          <a:xfrm>
            <a:off x="6202091" y="3595601"/>
            <a:ext cx="541800" cy="658440"/>
            <a:chOff x="6202091" y="3595601"/>
            <a:chExt cx="54180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6EEDF8-D8B3-D2E0-B740-EF96DCD85D7C}"/>
                    </a:ext>
                  </a:extLst>
                </p14:cNvPr>
                <p14:cNvContentPartPr/>
                <p14:nvPr/>
              </p14:nvContentPartPr>
              <p14:xfrm>
                <a:off x="6486851" y="3812321"/>
                <a:ext cx="12240" cy="2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6EEDF8-D8B3-D2E0-B740-EF96DCD85D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77851" y="3803681"/>
                  <a:ext cx="29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904DBB-66CC-FB27-081B-B2EE5CBEE429}"/>
                    </a:ext>
                  </a:extLst>
                </p14:cNvPr>
                <p14:cNvContentPartPr/>
                <p14:nvPr/>
              </p14:nvContentPartPr>
              <p14:xfrm>
                <a:off x="6545171" y="3718361"/>
                <a:ext cx="72720" cy="30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904DBB-66CC-FB27-081B-B2EE5CBEE4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36531" y="3709721"/>
                  <a:ext cx="90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139731-DE4A-A382-022E-D35A2B375C87}"/>
                    </a:ext>
                  </a:extLst>
                </p14:cNvPr>
                <p14:cNvContentPartPr/>
                <p14:nvPr/>
              </p14:nvContentPartPr>
              <p14:xfrm>
                <a:off x="6202091" y="3595601"/>
                <a:ext cx="541800" cy="65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139731-DE4A-A382-022E-D35A2B375C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93451" y="3586601"/>
                  <a:ext cx="559440" cy="67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3D1C0EB-7E4A-41EB-CC16-7397292C0789}"/>
                  </a:ext>
                </a:extLst>
              </p14:cNvPr>
              <p14:cNvContentPartPr/>
              <p14:nvPr/>
            </p14:nvContentPartPr>
            <p14:xfrm>
              <a:off x="71651" y="2657801"/>
              <a:ext cx="518760" cy="581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3D1C0EB-7E4A-41EB-CC16-7397292C07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651" y="2649161"/>
                <a:ext cx="536400" cy="59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02ADCC8-3EF2-4872-3DF8-8F8EE1D2A05D}"/>
              </a:ext>
            </a:extLst>
          </p:cNvPr>
          <p:cNvGrpSpPr/>
          <p:nvPr/>
        </p:nvGrpSpPr>
        <p:grpSpPr>
          <a:xfrm>
            <a:off x="2385011" y="112241"/>
            <a:ext cx="2428920" cy="2077920"/>
            <a:chOff x="2385011" y="112241"/>
            <a:chExt cx="2428920" cy="20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FC1F2F-5126-2C90-EAA7-66F0CBD1D378}"/>
                    </a:ext>
                  </a:extLst>
                </p14:cNvPr>
                <p14:cNvContentPartPr/>
                <p14:nvPr/>
              </p14:nvContentPartPr>
              <p14:xfrm>
                <a:off x="2385011" y="1063721"/>
                <a:ext cx="644040" cy="112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FC1F2F-5126-2C90-EAA7-66F0CBD1D3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6371" y="1054721"/>
                  <a:ext cx="66168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8DA9B8-E4A3-33F3-72F0-400E24A89082}"/>
                    </a:ext>
                  </a:extLst>
                </p14:cNvPr>
                <p14:cNvContentPartPr/>
                <p14:nvPr/>
              </p14:nvContentPartPr>
              <p14:xfrm>
                <a:off x="2800451" y="1014041"/>
                <a:ext cx="238320" cy="25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8DA9B8-E4A3-33F3-72F0-400E24A890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1811" y="1005401"/>
                  <a:ext cx="255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FEF0326-584C-8F52-59F7-D063A958CA36}"/>
                    </a:ext>
                  </a:extLst>
                </p14:cNvPr>
                <p14:cNvContentPartPr/>
                <p14:nvPr/>
              </p14:nvContentPartPr>
              <p14:xfrm>
                <a:off x="3116171" y="868241"/>
                <a:ext cx="280800" cy="22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FEF0326-584C-8F52-59F7-D063A958CA3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7531" y="859241"/>
                  <a:ext cx="298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C8E4CB-C10C-D466-94C6-7BE41CB94F09}"/>
                    </a:ext>
                  </a:extLst>
                </p14:cNvPr>
                <p14:cNvContentPartPr/>
                <p14:nvPr/>
              </p14:nvContentPartPr>
              <p14:xfrm>
                <a:off x="3405611" y="643241"/>
                <a:ext cx="146880" cy="28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C8E4CB-C10C-D466-94C6-7BE41CB94F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96971" y="634601"/>
                  <a:ext cx="164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4114A9-F9E9-3407-3008-1E47F901BD4C}"/>
                    </a:ext>
                  </a:extLst>
                </p14:cNvPr>
                <p14:cNvContentPartPr/>
                <p14:nvPr/>
              </p14:nvContentPartPr>
              <p14:xfrm>
                <a:off x="3809171" y="423281"/>
                <a:ext cx="249480" cy="455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4114A9-F9E9-3407-3008-1E47F901BD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00171" y="414641"/>
                  <a:ext cx="2671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5DFB7F-909B-1D10-85DF-F017717A1F6D}"/>
                    </a:ext>
                  </a:extLst>
                </p14:cNvPr>
                <p14:cNvContentPartPr/>
                <p14:nvPr/>
              </p14:nvContentPartPr>
              <p14:xfrm>
                <a:off x="3781091" y="264881"/>
                <a:ext cx="578520" cy="473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5DFB7F-909B-1D10-85DF-F017717A1F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72451" y="256241"/>
                  <a:ext cx="5961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D31432-6B65-FFC4-7301-C1A6CDFBA808}"/>
                    </a:ext>
                  </a:extLst>
                </p14:cNvPr>
                <p14:cNvContentPartPr/>
                <p14:nvPr/>
              </p14:nvContentPartPr>
              <p14:xfrm>
                <a:off x="4335131" y="161201"/>
                <a:ext cx="95400" cy="228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D31432-6B65-FFC4-7301-C1A6CDFBA8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26131" y="152201"/>
                  <a:ext cx="113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6A96D88-76C8-2EA7-63F6-326A437BAE52}"/>
                    </a:ext>
                  </a:extLst>
                </p14:cNvPr>
                <p14:cNvContentPartPr/>
                <p14:nvPr/>
              </p14:nvContentPartPr>
              <p14:xfrm>
                <a:off x="4344491" y="252641"/>
                <a:ext cx="153000" cy="7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6A96D88-76C8-2EA7-63F6-326A437BAE5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5851" y="244001"/>
                  <a:ext cx="170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6DEA76-2C62-FE4A-A84E-D1AAE4F2C520}"/>
                    </a:ext>
                  </a:extLst>
                </p14:cNvPr>
                <p14:cNvContentPartPr/>
                <p14:nvPr/>
              </p14:nvContentPartPr>
              <p14:xfrm>
                <a:off x="4399211" y="138881"/>
                <a:ext cx="23400" cy="20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6DEA76-2C62-FE4A-A84E-D1AAE4F2C5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0211" y="129881"/>
                  <a:ext cx="41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FEC944-64A7-75A1-7929-7ABA1FAC6A46}"/>
                    </a:ext>
                  </a:extLst>
                </p14:cNvPr>
                <p14:cNvContentPartPr/>
                <p14:nvPr/>
              </p14:nvContentPartPr>
              <p14:xfrm>
                <a:off x="4533491" y="112241"/>
                <a:ext cx="280440" cy="239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FEC944-64A7-75A1-7929-7ABA1FAC6A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4851" y="103241"/>
                  <a:ext cx="29808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FECD9A-C826-6482-6FEE-B4880D896DD4}"/>
              </a:ext>
            </a:extLst>
          </p:cNvPr>
          <p:cNvGrpSpPr/>
          <p:nvPr/>
        </p:nvGrpSpPr>
        <p:grpSpPr>
          <a:xfrm>
            <a:off x="9701651" y="816761"/>
            <a:ext cx="454320" cy="430200"/>
            <a:chOff x="9701651" y="816761"/>
            <a:chExt cx="454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6C8A7F-4931-D695-98A8-A8C55C460870}"/>
                    </a:ext>
                  </a:extLst>
                </p14:cNvPr>
                <p14:cNvContentPartPr/>
                <p14:nvPr/>
              </p14:nvContentPartPr>
              <p14:xfrm>
                <a:off x="9701651" y="816761"/>
                <a:ext cx="238320" cy="380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6C8A7F-4931-D695-98A8-A8C55C4608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92651" y="808121"/>
                  <a:ext cx="255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FE1955-30C2-A277-4C87-1D0D0F0381C8}"/>
                    </a:ext>
                  </a:extLst>
                </p14:cNvPr>
                <p14:cNvContentPartPr/>
                <p14:nvPr/>
              </p14:nvContentPartPr>
              <p14:xfrm>
                <a:off x="9963011" y="874721"/>
                <a:ext cx="192960" cy="372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FE1955-30C2-A277-4C87-1D0D0F0381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54371" y="866081"/>
                  <a:ext cx="210600" cy="389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4FF7-72A1-F653-EBD9-3ADE8851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Decomposition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7825B-D374-93FE-F6A0-C342FA48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Decomposition Tree</a:t>
            </a:r>
            <a:r>
              <a:rPr lang="en-US" dirty="0"/>
              <a:t> in Power BI is a special visual that helps you </a:t>
            </a:r>
            <a:r>
              <a:rPr lang="en-US" b="1" dirty="0"/>
              <a:t>break down a number step by step into its contributing factors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Start with a </a:t>
            </a:r>
            <a:r>
              <a:rPr lang="en-US" altLang="en-US" b="1" dirty="0">
                <a:latin typeface="Arial" panose="020B0604020202020204" pitchFamily="34" charset="0"/>
              </a:rPr>
              <a:t>main value</a:t>
            </a:r>
            <a:r>
              <a:rPr lang="en-US" altLang="en-US" dirty="0">
                <a:latin typeface="Arial" panose="020B0604020202020204" pitchFamily="34" charset="0"/>
              </a:rPr>
              <a:t> (like Total Sales or Profit).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Then </a:t>
            </a:r>
            <a:r>
              <a:rPr lang="en-US" altLang="en-US" b="1" dirty="0">
                <a:latin typeface="Arial" panose="020B0604020202020204" pitchFamily="34" charset="0"/>
              </a:rPr>
              <a:t>drill down</a:t>
            </a:r>
            <a:r>
              <a:rPr lang="en-US" altLang="en-US" dirty="0">
                <a:latin typeface="Arial" panose="020B0604020202020204" pitchFamily="34" charset="0"/>
              </a:rPr>
              <a:t> into different categories (Region → Product → Sales Rep → etc.).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Power BI shows how much each category contributes to the total.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8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770625-DF04-0B5C-9BFA-D2F4A95B9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35" y="1200150"/>
            <a:ext cx="11324639" cy="5430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4EB9C-3668-AD51-7DFC-E74B0C483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21" y="160062"/>
            <a:ext cx="1652742" cy="10400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239FB7-FE5E-1904-617A-D018AEB9C010}"/>
                  </a:ext>
                </a:extLst>
              </p14:cNvPr>
              <p14:cNvContentPartPr/>
              <p14:nvPr/>
            </p14:nvContentPartPr>
            <p14:xfrm>
              <a:off x="909360" y="150840"/>
              <a:ext cx="8525520" cy="4852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239FB7-FE5E-1904-617A-D018AEB9C0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0000" y="141480"/>
                <a:ext cx="8544240" cy="487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3E62-9BD4-0EB2-82C6-842CAD116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32669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the visual is doing:</a:t>
            </a:r>
          </a:p>
          <a:p>
            <a:r>
              <a:rPr lang="en-US" b="1" dirty="0"/>
              <a:t>Main Value (Analyze field):</a:t>
            </a:r>
            <a:endParaRPr lang="en-US" dirty="0"/>
          </a:p>
          <a:p>
            <a:pPr lvl="1"/>
            <a:r>
              <a:rPr lang="en-US" dirty="0"/>
              <a:t>At the left, we see </a:t>
            </a:r>
            <a:r>
              <a:rPr lang="en-US" b="1" dirty="0"/>
              <a:t>Sum of Quantity = 2,857.50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is the total value you’re analyzing.</a:t>
            </a:r>
          </a:p>
          <a:p>
            <a:r>
              <a:rPr lang="en-US" b="1" dirty="0"/>
              <a:t>Breakdown (Explain by field):</a:t>
            </a:r>
            <a:endParaRPr lang="en-US" dirty="0"/>
          </a:p>
          <a:p>
            <a:pPr lvl="1"/>
            <a:r>
              <a:rPr lang="en-US" dirty="0"/>
              <a:t>You’ve chosen </a:t>
            </a:r>
            <a:r>
              <a:rPr lang="en-US" b="1" dirty="0"/>
              <a:t>Selling Price</a:t>
            </a:r>
            <a:r>
              <a:rPr lang="en-US" dirty="0"/>
              <a:t> as the factor to break down this total.</a:t>
            </a:r>
          </a:p>
          <a:p>
            <a:pPr lvl="1"/>
            <a:r>
              <a:rPr lang="en-US" dirty="0"/>
              <a:t>Power BI is splitting the total quantity across different selling prices.</a:t>
            </a:r>
          </a:p>
          <a:p>
            <a:r>
              <a:rPr lang="en-US" b="1" dirty="0"/>
              <a:t>Branches (the breakdown):</a:t>
            </a:r>
            <a:endParaRPr lang="en-US" dirty="0"/>
          </a:p>
          <a:p>
            <a:pPr lvl="1"/>
            <a:r>
              <a:rPr lang="en-US" dirty="0"/>
              <a:t>For Selling Price = </a:t>
            </a:r>
            <a:r>
              <a:rPr lang="en-US" b="1" dirty="0"/>
              <a:t>20</a:t>
            </a:r>
            <a:r>
              <a:rPr lang="en-US" dirty="0"/>
              <a:t>, the quantity is </a:t>
            </a:r>
            <a:r>
              <a:rPr lang="en-US" b="1" dirty="0"/>
              <a:t>635.50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Selling Price = </a:t>
            </a:r>
            <a:r>
              <a:rPr lang="en-US" b="1" dirty="0"/>
              <a:t>45</a:t>
            </a:r>
            <a:r>
              <a:rPr lang="en-US" dirty="0"/>
              <a:t>, the quantity is </a:t>
            </a:r>
            <a:r>
              <a:rPr lang="en-US" b="1" dirty="0"/>
              <a:t>459.00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Selling Price = </a:t>
            </a:r>
            <a:r>
              <a:rPr lang="en-US" b="1" dirty="0"/>
              <a:t>300</a:t>
            </a:r>
            <a:r>
              <a:rPr lang="en-US" dirty="0"/>
              <a:t>, the quantity is </a:t>
            </a:r>
            <a:r>
              <a:rPr lang="en-US" b="1" dirty="0"/>
              <a:t>315.00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Selling Price = </a:t>
            </a:r>
            <a:r>
              <a:rPr lang="en-US" b="1" dirty="0"/>
              <a:t>575</a:t>
            </a:r>
            <a:r>
              <a:rPr lang="en-US" dirty="0"/>
              <a:t>, the quantity is </a:t>
            </a:r>
            <a:r>
              <a:rPr lang="en-US" b="1" dirty="0"/>
              <a:t>267.00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Selling Price = </a:t>
            </a:r>
            <a:r>
              <a:rPr lang="en-US" b="1" dirty="0"/>
              <a:t>350</a:t>
            </a:r>
            <a:r>
              <a:rPr lang="en-US" dirty="0"/>
              <a:t>, the quantity is </a:t>
            </a:r>
            <a:r>
              <a:rPr lang="en-US" b="1" dirty="0"/>
              <a:t>262.00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369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F5C5-5879-76A9-FF46-05053440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Tooltip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E40B0-5453-EF57-013A-C3E833A5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3" y="1245235"/>
            <a:ext cx="8930569" cy="484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6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F51E-9AFD-838B-8DF4-4AA0ABFD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Creation </a:t>
            </a:r>
          </a:p>
          <a:p>
            <a:r>
              <a:rPr lang="en-US" dirty="0"/>
              <a:t>Interactive Slicer</a:t>
            </a:r>
          </a:p>
          <a:p>
            <a:pPr marL="0" indent="0">
              <a:buNone/>
            </a:pPr>
            <a:r>
              <a:rPr lang="en-US" dirty="0"/>
              <a:t>Follow Module 1</a:t>
            </a:r>
          </a:p>
        </p:txBody>
      </p:sp>
    </p:spTree>
    <p:extLst>
      <p:ext uri="{BB962C8B-B14F-4D97-AF65-F5344CB8AC3E}">
        <p14:creationId xmlns:p14="http://schemas.microsoft.com/office/powerpoint/2010/main" val="8332625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35F9-1962-13CB-F33C-D9430F7A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Bars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918F-A122-7C7A-C0B1-6F2A4FFE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Error Bars</a:t>
            </a:r>
            <a:r>
              <a:rPr lang="en-US" dirty="0"/>
              <a:t> in Power BI are used to show the </a:t>
            </a:r>
            <a:r>
              <a:rPr lang="en-US" b="1" dirty="0"/>
              <a:t>uncertainty, variability, or possible error range</a:t>
            </a:r>
            <a:r>
              <a:rPr lang="en-US" dirty="0"/>
              <a:t> in your data. They give viewers an idea of how precise a value is.</a:t>
            </a:r>
            <a:r>
              <a:rPr lang="en-US" altLang="en-US" dirty="0">
                <a:latin typeface="Arial" panose="020B0604020202020204" pitchFamily="34" charset="0"/>
              </a:rPr>
              <a:t> They appear as </a:t>
            </a:r>
            <a:r>
              <a:rPr lang="en-US" altLang="en-US" b="1" dirty="0">
                <a:latin typeface="Arial" panose="020B0604020202020204" pitchFamily="34" charset="0"/>
              </a:rPr>
              <a:t>small lines above and below</a:t>
            </a:r>
            <a:r>
              <a:rPr lang="en-US" altLang="en-US" dirty="0">
                <a:latin typeface="Arial" panose="020B0604020202020204" pitchFamily="34" charset="0"/>
              </a:rPr>
              <a:t> the data point (like in Excel charts).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They can show: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Standard deviation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Standard error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Percentage error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Or even a </a:t>
            </a:r>
            <a:r>
              <a:rPr lang="en-US" altLang="en-US" b="1" dirty="0">
                <a:latin typeface="Arial" panose="020B0604020202020204" pitchFamily="34" charset="0"/>
              </a:rPr>
              <a:t>custom range</a:t>
            </a:r>
            <a:r>
              <a:rPr lang="en-US" altLang="en-US" dirty="0">
                <a:latin typeface="Arial" panose="020B0604020202020204" pitchFamily="34" charset="0"/>
              </a:rPr>
              <a:t> you define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45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39D3-E4DC-78BD-1E83-8204B6FB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E86D20-BCD0-7B21-350D-BE538706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58" y="180915"/>
            <a:ext cx="7220958" cy="866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69837-13A6-3601-6414-FC9F4708D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8" y="1257244"/>
            <a:ext cx="7525800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9C069F-280C-2621-8AAA-578C9E1E1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8" y="2266889"/>
            <a:ext cx="7525800" cy="63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FBB7F3-3D2A-6DC7-2F58-581088D7E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58" y="3185735"/>
            <a:ext cx="7472867" cy="72432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759525A-F35F-ACED-AF78-094D22A1411C}"/>
              </a:ext>
            </a:extLst>
          </p:cNvPr>
          <p:cNvGrpSpPr/>
          <p:nvPr/>
        </p:nvGrpSpPr>
        <p:grpSpPr>
          <a:xfrm>
            <a:off x="819011" y="4408121"/>
            <a:ext cx="2730240" cy="371160"/>
            <a:chOff x="819011" y="4408121"/>
            <a:chExt cx="273024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0D512-57BA-D9D6-E017-FE912D32BD75}"/>
                    </a:ext>
                  </a:extLst>
                </p14:cNvPr>
                <p14:cNvContentPartPr/>
                <p14:nvPr/>
              </p14:nvContentPartPr>
              <p14:xfrm>
                <a:off x="819011" y="4422881"/>
                <a:ext cx="165960" cy="35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0D512-57BA-D9D6-E017-FE912D32BD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0371" y="4414241"/>
                  <a:ext cx="183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FC480C-07F1-FE30-AFC7-EA8F14B93A6A}"/>
                    </a:ext>
                  </a:extLst>
                </p14:cNvPr>
                <p14:cNvContentPartPr/>
                <p14:nvPr/>
              </p14:nvContentPartPr>
              <p14:xfrm>
                <a:off x="953291" y="4408121"/>
                <a:ext cx="186480" cy="356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FC480C-07F1-FE30-AFC7-EA8F14B93A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4651" y="4399121"/>
                  <a:ext cx="2041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A459EB-5534-F2FE-FA3A-B9F98D4DAFC3}"/>
                    </a:ext>
                  </a:extLst>
                </p14:cNvPr>
                <p14:cNvContentPartPr/>
                <p14:nvPr/>
              </p14:nvContentPartPr>
              <p14:xfrm>
                <a:off x="1115651" y="4585601"/>
                <a:ext cx="411840" cy="16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A459EB-5534-F2FE-FA3A-B9F98D4DAF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7011" y="4576601"/>
                  <a:ext cx="429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127E67-08F2-5182-7F9C-5BE88E33E176}"/>
                    </a:ext>
                  </a:extLst>
                </p14:cNvPr>
                <p14:cNvContentPartPr/>
                <p14:nvPr/>
              </p14:nvContentPartPr>
              <p14:xfrm>
                <a:off x="1821611" y="4462481"/>
                <a:ext cx="898920" cy="29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127E67-08F2-5182-7F9C-5BE88E33E1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2611" y="4453481"/>
                  <a:ext cx="9165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7092695-7615-C104-40D1-B76F2B02AAFD}"/>
                    </a:ext>
                  </a:extLst>
                </p14:cNvPr>
                <p14:cNvContentPartPr/>
                <p14:nvPr/>
              </p14:nvContentPartPr>
              <p14:xfrm>
                <a:off x="2784971" y="4487321"/>
                <a:ext cx="764280" cy="222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7092695-7615-C104-40D1-B76F2B02AA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75971" y="4478681"/>
                  <a:ext cx="781920" cy="23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14313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95E19-3B66-1E2E-834A-BD82156A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5" y="744832"/>
            <a:ext cx="10684669" cy="585083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6527D45-6CA9-A2D8-A2ED-F913C202B9D8}"/>
              </a:ext>
            </a:extLst>
          </p:cNvPr>
          <p:cNvGrpSpPr/>
          <p:nvPr/>
        </p:nvGrpSpPr>
        <p:grpSpPr>
          <a:xfrm>
            <a:off x="625331" y="220601"/>
            <a:ext cx="3219840" cy="433080"/>
            <a:chOff x="625331" y="220601"/>
            <a:chExt cx="321984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C5F014-1EBD-CD8F-E13E-B3ABE917D30B}"/>
                    </a:ext>
                  </a:extLst>
                </p14:cNvPr>
                <p14:cNvContentPartPr/>
                <p14:nvPr/>
              </p14:nvContentPartPr>
              <p14:xfrm>
                <a:off x="775811" y="373601"/>
                <a:ext cx="111240" cy="131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C5F014-1EBD-CD8F-E13E-B3ABE917D3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6811" y="364961"/>
                  <a:ext cx="128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F29482-A7D9-4780-15FF-2AB92BE80A54}"/>
                    </a:ext>
                  </a:extLst>
                </p14:cNvPr>
                <p14:cNvContentPartPr/>
                <p14:nvPr/>
              </p14:nvContentPartPr>
              <p14:xfrm>
                <a:off x="747731" y="220601"/>
                <a:ext cx="293760" cy="151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F29482-A7D9-4780-15FF-2AB92BE80A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8731" y="211961"/>
                  <a:ext cx="311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3D7B05-95C2-FA24-C60C-178C38D49D78}"/>
                    </a:ext>
                  </a:extLst>
                </p14:cNvPr>
                <p14:cNvContentPartPr/>
                <p14:nvPr/>
              </p14:nvContentPartPr>
              <p14:xfrm>
                <a:off x="625331" y="462521"/>
                <a:ext cx="546480" cy="17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3D7B05-95C2-FA24-C60C-178C38D49D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6691" y="453881"/>
                  <a:ext cx="564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3CE8DC-C48B-FB52-1DB3-CEFAB1846A3E}"/>
                    </a:ext>
                  </a:extLst>
                </p14:cNvPr>
                <p14:cNvContentPartPr/>
                <p14:nvPr/>
              </p14:nvContentPartPr>
              <p14:xfrm>
                <a:off x="1229771" y="359201"/>
                <a:ext cx="475560" cy="26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3CE8DC-C48B-FB52-1DB3-CEFAB1846A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1131" y="350201"/>
                  <a:ext cx="493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9A7CDC-8DB9-CDA5-D636-0B7175F31FC9}"/>
                    </a:ext>
                  </a:extLst>
                </p14:cNvPr>
                <p14:cNvContentPartPr/>
                <p14:nvPr/>
              </p14:nvContentPartPr>
              <p14:xfrm>
                <a:off x="1542971" y="475121"/>
                <a:ext cx="293040" cy="3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9A7CDC-8DB9-CDA5-D636-0B7175F31F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3971" y="466481"/>
                  <a:ext cx="310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6CB871-0A4E-6C6B-8DB6-3D24B0509FC5}"/>
                    </a:ext>
                  </a:extLst>
                </p14:cNvPr>
                <p14:cNvContentPartPr/>
                <p14:nvPr/>
              </p14:nvContentPartPr>
              <p14:xfrm>
                <a:off x="2009171" y="356681"/>
                <a:ext cx="344880" cy="282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6CB871-0A4E-6C6B-8DB6-3D24B0509FC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00531" y="347681"/>
                  <a:ext cx="362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27C829-A078-0FD0-690B-6CA94FFDE0CC}"/>
                    </a:ext>
                  </a:extLst>
                </p14:cNvPr>
                <p14:cNvContentPartPr/>
                <p14:nvPr/>
              </p14:nvContentPartPr>
              <p14:xfrm>
                <a:off x="2349731" y="376121"/>
                <a:ext cx="16200" cy="54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27C829-A078-0FD0-690B-6CA94FFDE0C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40731" y="367481"/>
                  <a:ext cx="33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29B34B-180D-D933-11BC-314BF2F5AC1D}"/>
                    </a:ext>
                  </a:extLst>
                </p14:cNvPr>
                <p14:cNvContentPartPr/>
                <p14:nvPr/>
              </p14:nvContentPartPr>
              <p14:xfrm>
                <a:off x="2298251" y="472961"/>
                <a:ext cx="388080" cy="1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29B34B-180D-D933-11BC-314BF2F5AC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89611" y="463961"/>
                  <a:ext cx="405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2BAF0C-0AAE-2E2A-A207-509618A0CE95}"/>
                    </a:ext>
                  </a:extLst>
                </p14:cNvPr>
                <p14:cNvContentPartPr/>
                <p14:nvPr/>
              </p14:nvContentPartPr>
              <p14:xfrm>
                <a:off x="2867051" y="319601"/>
                <a:ext cx="911160" cy="316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2BAF0C-0AAE-2E2A-A207-509618A0CE9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58051" y="310601"/>
                  <a:ext cx="928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DC0A4D-3F65-702C-4BCD-8029008D73DD}"/>
                    </a:ext>
                  </a:extLst>
                </p14:cNvPr>
                <p14:cNvContentPartPr/>
                <p14:nvPr/>
              </p14:nvContentPartPr>
              <p14:xfrm>
                <a:off x="3537371" y="430841"/>
                <a:ext cx="307800" cy="50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DC0A4D-3F65-702C-4BCD-8029008D73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8371" y="421841"/>
                  <a:ext cx="3254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65236D-C656-1A4A-3088-4198E79ED875}"/>
              </a:ext>
            </a:extLst>
          </p:cNvPr>
          <p:cNvGrpSpPr/>
          <p:nvPr/>
        </p:nvGrpSpPr>
        <p:grpSpPr>
          <a:xfrm>
            <a:off x="9271091" y="3770561"/>
            <a:ext cx="261720" cy="331920"/>
            <a:chOff x="9271091" y="3770561"/>
            <a:chExt cx="2617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486C9E-4C17-4971-36D9-C8EE15C25FA9}"/>
                    </a:ext>
                  </a:extLst>
                </p14:cNvPr>
                <p14:cNvContentPartPr/>
                <p14:nvPr/>
              </p14:nvContentPartPr>
              <p14:xfrm>
                <a:off x="9377651" y="3878921"/>
                <a:ext cx="67680" cy="178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486C9E-4C17-4971-36D9-C8EE15C25F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69011" y="3870281"/>
                  <a:ext cx="85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954BD9-14A9-7774-9327-68894EDAD87D}"/>
                    </a:ext>
                  </a:extLst>
                </p14:cNvPr>
                <p14:cNvContentPartPr/>
                <p14:nvPr/>
              </p14:nvContentPartPr>
              <p14:xfrm>
                <a:off x="9271091" y="3770561"/>
                <a:ext cx="261720" cy="331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954BD9-14A9-7774-9327-68894EDAD8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62091" y="3761921"/>
                  <a:ext cx="279360" cy="34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F0D0BE4-0233-E8E7-B7E5-993EF8E1F367}"/>
                  </a:ext>
                </a:extLst>
              </p14:cNvPr>
              <p14:cNvContentPartPr/>
              <p14:nvPr/>
            </p14:nvContentPartPr>
            <p14:xfrm>
              <a:off x="9064811" y="4984121"/>
              <a:ext cx="401400" cy="399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F0D0BE4-0233-E8E7-B7E5-993EF8E1F3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56171" y="4975481"/>
                <a:ext cx="419040" cy="41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279F3C-7678-BDA5-ACAA-FBF4A96AEC62}"/>
              </a:ext>
            </a:extLst>
          </p:cNvPr>
          <p:cNvGrpSpPr/>
          <p:nvPr/>
        </p:nvGrpSpPr>
        <p:grpSpPr>
          <a:xfrm>
            <a:off x="8652971" y="87761"/>
            <a:ext cx="1824840" cy="339120"/>
            <a:chOff x="8652971" y="87761"/>
            <a:chExt cx="182484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A62F8D-B615-7096-3568-9E27847D19EA}"/>
                    </a:ext>
                  </a:extLst>
                </p14:cNvPr>
                <p14:cNvContentPartPr/>
                <p14:nvPr/>
              </p14:nvContentPartPr>
              <p14:xfrm>
                <a:off x="8652971" y="140321"/>
                <a:ext cx="891000" cy="28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A62F8D-B615-7096-3568-9E27847D19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44331" y="131681"/>
                  <a:ext cx="908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7D47DE-2168-C934-73EC-0A2704AE7787}"/>
                    </a:ext>
                  </a:extLst>
                </p14:cNvPr>
                <p14:cNvContentPartPr/>
                <p14:nvPr/>
              </p14:nvContentPartPr>
              <p14:xfrm>
                <a:off x="9678611" y="152201"/>
                <a:ext cx="154440" cy="249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7D47DE-2168-C934-73EC-0A2704AE77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69971" y="143561"/>
                  <a:ext cx="1720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93B833-74EC-7BCE-6FB8-FEADC13EA891}"/>
                    </a:ext>
                  </a:extLst>
                </p14:cNvPr>
                <p14:cNvContentPartPr/>
                <p14:nvPr/>
              </p14:nvContentPartPr>
              <p14:xfrm>
                <a:off x="9686531" y="87761"/>
                <a:ext cx="270000" cy="187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93B833-74EC-7BCE-6FB8-FEADC13EA89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677531" y="78761"/>
                  <a:ext cx="287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6B987B-0051-5040-0C7B-A3220425A21D}"/>
                    </a:ext>
                  </a:extLst>
                </p14:cNvPr>
                <p14:cNvContentPartPr/>
                <p14:nvPr/>
              </p14:nvContentPartPr>
              <p14:xfrm>
                <a:off x="9777251" y="164081"/>
                <a:ext cx="361080" cy="249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6B987B-0051-5040-0C7B-A3220425A2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68251" y="155441"/>
                  <a:ext cx="378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FA997D-E54C-5958-2373-AAB392C64CF0}"/>
                    </a:ext>
                  </a:extLst>
                </p14:cNvPr>
                <p14:cNvContentPartPr/>
                <p14:nvPr/>
              </p14:nvContentPartPr>
              <p14:xfrm>
                <a:off x="10176851" y="172001"/>
                <a:ext cx="300960" cy="21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FA997D-E54C-5958-2373-AAB392C64CF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67851" y="163361"/>
                  <a:ext cx="318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2BCC13-82DD-D6F4-9E25-841146FBECB9}"/>
                    </a:ext>
                  </a:extLst>
                </p14:cNvPr>
                <p14:cNvContentPartPr/>
                <p14:nvPr/>
              </p14:nvContentPartPr>
              <p14:xfrm>
                <a:off x="10022411" y="270281"/>
                <a:ext cx="91440" cy="145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2BCC13-82DD-D6F4-9E25-841146FBEC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13771" y="261281"/>
                  <a:ext cx="10908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83175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242D-B3BC-CAE8-8FF3-CA0A9A22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25061-A17F-ECB6-8CD6-5DE508DB7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53" y="206986"/>
            <a:ext cx="8813684" cy="57866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46EA73-50D4-4763-38B7-3BBBCC20DDC2}"/>
              </a:ext>
            </a:extLst>
          </p:cNvPr>
          <p:cNvGrpSpPr/>
          <p:nvPr/>
        </p:nvGrpSpPr>
        <p:grpSpPr>
          <a:xfrm>
            <a:off x="7534451" y="2053001"/>
            <a:ext cx="340560" cy="466920"/>
            <a:chOff x="7534451" y="2053001"/>
            <a:chExt cx="34056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803C01-5C5C-CD3F-5A8F-3446FD2808F8}"/>
                    </a:ext>
                  </a:extLst>
                </p14:cNvPr>
                <p14:cNvContentPartPr/>
                <p14:nvPr/>
              </p14:nvContentPartPr>
              <p14:xfrm>
                <a:off x="7625171" y="2240201"/>
                <a:ext cx="159120" cy="173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803C01-5C5C-CD3F-5A8F-3446FD2808F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16531" y="2231201"/>
                  <a:ext cx="176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8D6791-AB1C-8DA7-6D4F-3C99BD5C5C8D}"/>
                    </a:ext>
                  </a:extLst>
                </p14:cNvPr>
                <p14:cNvContentPartPr/>
                <p14:nvPr/>
              </p14:nvContentPartPr>
              <p14:xfrm>
                <a:off x="7534451" y="2053001"/>
                <a:ext cx="340560" cy="46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8D6791-AB1C-8DA7-6D4F-3C99BD5C5C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25451" y="2044001"/>
                  <a:ext cx="358200" cy="48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23081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16C1-C2C0-4EC1-E09E-6CB55B74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D3365-2D2B-DED7-1534-64ACC1B5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24" y="210740"/>
            <a:ext cx="2022629" cy="643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FF0EED-DEFE-BF85-EC0B-1E0D89150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30" y="80367"/>
            <a:ext cx="2381703" cy="669726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393E130-EF56-EF6A-3624-D949CD7316F4}"/>
              </a:ext>
            </a:extLst>
          </p:cNvPr>
          <p:cNvGrpSpPr/>
          <p:nvPr/>
        </p:nvGrpSpPr>
        <p:grpSpPr>
          <a:xfrm>
            <a:off x="663131" y="5774681"/>
            <a:ext cx="378000" cy="537480"/>
            <a:chOff x="663131" y="5774681"/>
            <a:chExt cx="3780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B2C807-6D3A-C770-0F71-97CF79BAAC14}"/>
                    </a:ext>
                  </a:extLst>
                </p14:cNvPr>
                <p14:cNvContentPartPr/>
                <p14:nvPr/>
              </p14:nvContentPartPr>
              <p14:xfrm>
                <a:off x="779051" y="5925881"/>
                <a:ext cx="123480" cy="195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B2C807-6D3A-C770-0F71-97CF79BAAC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0411" y="5916881"/>
                  <a:ext cx="141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7F6564-0849-FD30-D70E-1227A86A2254}"/>
                    </a:ext>
                  </a:extLst>
                </p14:cNvPr>
                <p14:cNvContentPartPr/>
                <p14:nvPr/>
              </p14:nvContentPartPr>
              <p14:xfrm>
                <a:off x="663131" y="5774681"/>
                <a:ext cx="378000" cy="537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7F6564-0849-FD30-D70E-1227A86A22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4491" y="5765681"/>
                  <a:ext cx="395640" cy="55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D272C4-8149-996E-C11E-15D940D0B76E}"/>
              </a:ext>
            </a:extLst>
          </p:cNvPr>
          <p:cNvGrpSpPr/>
          <p:nvPr/>
        </p:nvGrpSpPr>
        <p:grpSpPr>
          <a:xfrm>
            <a:off x="4952171" y="2257841"/>
            <a:ext cx="423360" cy="459360"/>
            <a:chOff x="4952171" y="2257841"/>
            <a:chExt cx="423360" cy="4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D71CF0-584D-3D40-1BFD-D88E7D69A9F7}"/>
                    </a:ext>
                  </a:extLst>
                </p14:cNvPr>
                <p14:cNvContentPartPr/>
                <p14:nvPr/>
              </p14:nvContentPartPr>
              <p14:xfrm>
                <a:off x="5043251" y="2418041"/>
                <a:ext cx="190440" cy="19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D71CF0-584D-3D40-1BFD-D88E7D69A9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34251" y="2409401"/>
                  <a:ext cx="208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6C0BA55-9289-ADE4-FFB5-06EA38BFAFD7}"/>
                    </a:ext>
                  </a:extLst>
                </p14:cNvPr>
                <p14:cNvContentPartPr/>
                <p14:nvPr/>
              </p14:nvContentPartPr>
              <p14:xfrm>
                <a:off x="4952171" y="2257841"/>
                <a:ext cx="423360" cy="459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C0BA55-9289-ADE4-FFB5-06EA38BFAF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43171" y="2248841"/>
                  <a:ext cx="441000" cy="47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B56872-B316-C807-D6F0-FD0A891C1206}"/>
              </a:ext>
            </a:extLst>
          </p:cNvPr>
          <p:cNvGrpSpPr/>
          <p:nvPr/>
        </p:nvGrpSpPr>
        <p:grpSpPr>
          <a:xfrm>
            <a:off x="3303011" y="4017521"/>
            <a:ext cx="459000" cy="1210680"/>
            <a:chOff x="3303011" y="4017521"/>
            <a:chExt cx="459000" cy="12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0DE536-8AA5-3596-0406-506193613CAE}"/>
                    </a:ext>
                  </a:extLst>
                </p14:cNvPr>
                <p14:cNvContentPartPr/>
                <p14:nvPr/>
              </p14:nvContentPartPr>
              <p14:xfrm>
                <a:off x="3484811" y="4155761"/>
                <a:ext cx="135000" cy="24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0DE536-8AA5-3596-0406-506193613C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76171" y="4147121"/>
                  <a:ext cx="152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1547728-0FFA-A39E-F984-81F1BAE4C380}"/>
                    </a:ext>
                  </a:extLst>
                </p14:cNvPr>
                <p14:cNvContentPartPr/>
                <p14:nvPr/>
              </p14:nvContentPartPr>
              <p14:xfrm>
                <a:off x="3322451" y="4017521"/>
                <a:ext cx="439560" cy="58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1547728-0FFA-A39E-F984-81F1BAE4C3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13811" y="4008521"/>
                  <a:ext cx="4572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312251-825F-B3FB-27B6-CDFDEF00150E}"/>
                    </a:ext>
                  </a:extLst>
                </p14:cNvPr>
                <p14:cNvContentPartPr/>
                <p14:nvPr/>
              </p14:nvContentPartPr>
              <p14:xfrm>
                <a:off x="3303011" y="4706561"/>
                <a:ext cx="384480" cy="521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312251-825F-B3FB-27B6-CDFDEF00150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94011" y="4697561"/>
                  <a:ext cx="4021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56603F-1D6D-3E60-C0E2-807EC62362E1}"/>
                    </a:ext>
                  </a:extLst>
                </p14:cNvPr>
                <p14:cNvContentPartPr/>
                <p14:nvPr/>
              </p14:nvContentPartPr>
              <p14:xfrm>
                <a:off x="3445211" y="4818161"/>
                <a:ext cx="108000" cy="52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56603F-1D6D-3E60-C0E2-807EC62362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36571" y="4809521"/>
                  <a:ext cx="125640" cy="7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21711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BE3D-55E9-64B2-BB35-F23B684D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E1AF6-8FAB-8BD6-2D2D-48CC6538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399627"/>
            <a:ext cx="8516539" cy="605874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6C2D25A-9BBB-F172-216C-5960D5729B53}"/>
              </a:ext>
            </a:extLst>
          </p:cNvPr>
          <p:cNvGrpSpPr/>
          <p:nvPr/>
        </p:nvGrpSpPr>
        <p:grpSpPr>
          <a:xfrm>
            <a:off x="2714051" y="168401"/>
            <a:ext cx="522000" cy="383400"/>
            <a:chOff x="2714051" y="168401"/>
            <a:chExt cx="52200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92B58E-9FEC-AA7F-99C7-77497A5F474B}"/>
                    </a:ext>
                  </a:extLst>
                </p14:cNvPr>
                <p14:cNvContentPartPr/>
                <p14:nvPr/>
              </p14:nvContentPartPr>
              <p14:xfrm>
                <a:off x="2714051" y="168401"/>
                <a:ext cx="288720" cy="383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92B58E-9FEC-AA7F-99C7-77497A5F474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05411" y="159761"/>
                  <a:ext cx="3063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B77AE7-BC9B-B330-16B2-876AAA8FD8B8}"/>
                    </a:ext>
                  </a:extLst>
                </p14:cNvPr>
                <p14:cNvContentPartPr/>
                <p14:nvPr/>
              </p14:nvContentPartPr>
              <p14:xfrm>
                <a:off x="3065411" y="201161"/>
                <a:ext cx="170640" cy="311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B77AE7-BC9B-B330-16B2-876AAA8FD8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56771" y="192521"/>
                  <a:ext cx="188280" cy="32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50792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9200-C197-0220-F1D7-221204F7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593" y="2043907"/>
            <a:ext cx="5041107" cy="1135062"/>
          </a:xfrm>
        </p:spPr>
        <p:txBody>
          <a:bodyPr>
            <a:normAutofit/>
          </a:bodyPr>
          <a:lstStyle/>
          <a:p>
            <a:r>
              <a:rPr lang="en-US" b="1" dirty="0"/>
              <a:t>Page Navigation</a:t>
            </a:r>
          </a:p>
        </p:txBody>
      </p:sp>
    </p:spTree>
    <p:extLst>
      <p:ext uri="{BB962C8B-B14F-4D97-AF65-F5344CB8AC3E}">
        <p14:creationId xmlns:p14="http://schemas.microsoft.com/office/powerpoint/2010/main" val="23260625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D35055-BF11-C145-BB87-5576AA7A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86" y="841190"/>
            <a:ext cx="8099627" cy="595251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4A9188C-A9D7-8428-4155-96896888402E}"/>
              </a:ext>
            </a:extLst>
          </p:cNvPr>
          <p:cNvGrpSpPr/>
          <p:nvPr/>
        </p:nvGrpSpPr>
        <p:grpSpPr>
          <a:xfrm>
            <a:off x="605891" y="111161"/>
            <a:ext cx="3270600" cy="609840"/>
            <a:chOff x="605891" y="111161"/>
            <a:chExt cx="327060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0D495D-D67D-1A06-1E0F-382E42470A16}"/>
                    </a:ext>
                  </a:extLst>
                </p14:cNvPr>
                <p14:cNvContentPartPr/>
                <p14:nvPr/>
              </p14:nvContentPartPr>
              <p14:xfrm>
                <a:off x="720011" y="307361"/>
                <a:ext cx="80640" cy="207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0D495D-D67D-1A06-1E0F-382E42470A1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1011" y="298361"/>
                  <a:ext cx="98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D08F9A-1F92-6972-8250-827BB1216FC6}"/>
                    </a:ext>
                  </a:extLst>
                </p14:cNvPr>
                <p14:cNvContentPartPr/>
                <p14:nvPr/>
              </p14:nvContentPartPr>
              <p14:xfrm>
                <a:off x="605891" y="111161"/>
                <a:ext cx="333000" cy="525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D08F9A-1F92-6972-8250-827BB1216FC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7251" y="102161"/>
                  <a:ext cx="35064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3EF77E-8595-F4D6-E58C-AB5619A1AA93}"/>
                    </a:ext>
                  </a:extLst>
                </p14:cNvPr>
                <p14:cNvContentPartPr/>
                <p14:nvPr/>
              </p14:nvContentPartPr>
              <p14:xfrm>
                <a:off x="1087571" y="339401"/>
                <a:ext cx="82080" cy="202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3EF77E-8595-F4D6-E58C-AB5619A1AA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8571" y="330401"/>
                  <a:ext cx="99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A31001-E798-4D29-DD7B-36C384C915A2}"/>
                    </a:ext>
                  </a:extLst>
                </p14:cNvPr>
                <p14:cNvContentPartPr/>
                <p14:nvPr/>
              </p14:nvContentPartPr>
              <p14:xfrm>
                <a:off x="1107371" y="119081"/>
                <a:ext cx="291960" cy="25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A31001-E798-4D29-DD7B-36C384C915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371" y="110081"/>
                  <a:ext cx="309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622998-B6C7-DCB3-52C1-B07E1775959B}"/>
                    </a:ext>
                  </a:extLst>
                </p14:cNvPr>
                <p14:cNvContentPartPr/>
                <p14:nvPr/>
              </p14:nvContentPartPr>
              <p14:xfrm>
                <a:off x="1015931" y="363881"/>
                <a:ext cx="468000" cy="257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622998-B6C7-DCB3-52C1-B07E177595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7291" y="355241"/>
                  <a:ext cx="485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B5F43C-37C2-331B-49A3-2E7562DDE798}"/>
                    </a:ext>
                  </a:extLst>
                </p14:cNvPr>
                <p14:cNvContentPartPr/>
                <p14:nvPr/>
              </p14:nvContentPartPr>
              <p14:xfrm>
                <a:off x="1531091" y="265241"/>
                <a:ext cx="526320" cy="282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B5F43C-37C2-331B-49A3-2E7562DDE7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22091" y="256241"/>
                  <a:ext cx="543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382B83B-DD45-C57A-E44C-32D35550FBC4}"/>
                    </a:ext>
                  </a:extLst>
                </p14:cNvPr>
                <p14:cNvContentPartPr/>
                <p14:nvPr/>
              </p14:nvContentPartPr>
              <p14:xfrm>
                <a:off x="1859411" y="339401"/>
                <a:ext cx="257400" cy="66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382B83B-DD45-C57A-E44C-32D35550FB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50411" y="330401"/>
                  <a:ext cx="275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8746EFC-6890-3D65-B354-7DF19C4EE074}"/>
                    </a:ext>
                  </a:extLst>
                </p14:cNvPr>
                <p14:cNvContentPartPr/>
                <p14:nvPr/>
              </p14:nvContentPartPr>
              <p14:xfrm>
                <a:off x="1714331" y="433361"/>
                <a:ext cx="97920" cy="33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8746EFC-6890-3D65-B354-7DF19C4EE0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05691" y="424361"/>
                  <a:ext cx="115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FF3E4B-7594-A9B8-41CC-3057C48DACF4}"/>
                    </a:ext>
                  </a:extLst>
                </p14:cNvPr>
                <p14:cNvContentPartPr/>
                <p14:nvPr/>
              </p14:nvContentPartPr>
              <p14:xfrm>
                <a:off x="2211131" y="289721"/>
                <a:ext cx="182880" cy="284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FF3E4B-7594-A9B8-41CC-3057C48DAC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02131" y="281081"/>
                  <a:ext cx="200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6823D1-B05F-848D-0046-D5EAD552DE15}"/>
                    </a:ext>
                  </a:extLst>
                </p14:cNvPr>
                <p14:cNvContentPartPr/>
                <p14:nvPr/>
              </p14:nvContentPartPr>
              <p14:xfrm>
                <a:off x="2333891" y="287921"/>
                <a:ext cx="209880" cy="240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6823D1-B05F-848D-0046-D5EAD552DE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25251" y="278921"/>
                  <a:ext cx="227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3958A8-B97E-1CAB-29B7-F4E935957447}"/>
                    </a:ext>
                  </a:extLst>
                </p14:cNvPr>
                <p14:cNvContentPartPr/>
                <p14:nvPr/>
              </p14:nvContentPartPr>
              <p14:xfrm>
                <a:off x="2507771" y="371081"/>
                <a:ext cx="403920" cy="156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3958A8-B97E-1CAB-29B7-F4E9359574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99131" y="362081"/>
                  <a:ext cx="421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2C7AEA-78B2-878F-BAB5-39A7C86331B3}"/>
                    </a:ext>
                  </a:extLst>
                </p14:cNvPr>
                <p14:cNvContentPartPr/>
                <p14:nvPr/>
              </p14:nvContentPartPr>
              <p14:xfrm>
                <a:off x="2531531" y="416081"/>
                <a:ext cx="131040" cy="2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2C7AEA-78B2-878F-BAB5-39A7C86331B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22891" y="407081"/>
                  <a:ext cx="148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F2A349-318A-CEF5-0387-6DF4631CD15E}"/>
                    </a:ext>
                  </a:extLst>
                </p14:cNvPr>
                <p14:cNvContentPartPr/>
                <p14:nvPr/>
              </p14:nvContentPartPr>
              <p14:xfrm>
                <a:off x="3180251" y="250121"/>
                <a:ext cx="217800" cy="382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F2A349-318A-CEF5-0387-6DF4631CD1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1611" y="241121"/>
                  <a:ext cx="2354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8BC0B2-5C6D-0505-AEE6-71ED6BEC4D1B}"/>
                    </a:ext>
                  </a:extLst>
                </p14:cNvPr>
                <p14:cNvContentPartPr/>
                <p14:nvPr/>
              </p14:nvContentPartPr>
              <p14:xfrm>
                <a:off x="3351611" y="338321"/>
                <a:ext cx="524880" cy="382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8BC0B2-5C6D-0505-AEE6-71ED6BEC4D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42971" y="329321"/>
                  <a:ext cx="5425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E9DC1E-3F66-F7F4-5887-559F01BA79DC}"/>
                    </a:ext>
                  </a:extLst>
                </p14:cNvPr>
                <p14:cNvContentPartPr/>
                <p14:nvPr/>
              </p14:nvContentPartPr>
              <p14:xfrm>
                <a:off x="1733771" y="411041"/>
                <a:ext cx="109800" cy="72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E9DC1E-3F66-F7F4-5887-559F01BA79D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25131" y="402041"/>
                  <a:ext cx="127440" cy="8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63527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B27E3-0C24-B4E0-085D-53CFBBD4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87131-94B2-F32E-5F1E-F2935839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7" y="1035858"/>
            <a:ext cx="10920412" cy="312085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628E51B-58EC-9743-5EC5-8BD898725683}"/>
              </a:ext>
            </a:extLst>
          </p:cNvPr>
          <p:cNvGrpSpPr/>
          <p:nvPr/>
        </p:nvGrpSpPr>
        <p:grpSpPr>
          <a:xfrm>
            <a:off x="9527771" y="1343801"/>
            <a:ext cx="464400" cy="498960"/>
            <a:chOff x="9527771" y="1343801"/>
            <a:chExt cx="46440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47FA6E-F9F6-86D9-2B09-2B3AAFAED807}"/>
                    </a:ext>
                  </a:extLst>
                </p14:cNvPr>
                <p14:cNvContentPartPr/>
                <p14:nvPr/>
              </p14:nvContentPartPr>
              <p14:xfrm>
                <a:off x="9618851" y="1503641"/>
                <a:ext cx="249840" cy="186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47FA6E-F9F6-86D9-2B09-2B3AAFAED8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09851" y="1494641"/>
                  <a:ext cx="267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36576C6-1285-5A73-7DAB-4F3B4533C8A6}"/>
                    </a:ext>
                  </a:extLst>
                </p14:cNvPr>
                <p14:cNvContentPartPr/>
                <p14:nvPr/>
              </p14:nvContentPartPr>
              <p14:xfrm>
                <a:off x="9527771" y="1343801"/>
                <a:ext cx="464400" cy="49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36576C6-1285-5A73-7DAB-4F3B4533C8A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18771" y="1334801"/>
                  <a:ext cx="482040" cy="51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A023C-FAA9-6D47-0D29-B3AD731C978B}"/>
              </a:ext>
            </a:extLst>
          </p:cNvPr>
          <p:cNvGrpSpPr/>
          <p:nvPr/>
        </p:nvGrpSpPr>
        <p:grpSpPr>
          <a:xfrm>
            <a:off x="9689771" y="2877041"/>
            <a:ext cx="388440" cy="396720"/>
            <a:chOff x="9689771" y="2877041"/>
            <a:chExt cx="38844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BBB00A-F695-4BB4-D4A5-8E4A28B9559B}"/>
                    </a:ext>
                  </a:extLst>
                </p14:cNvPr>
                <p14:cNvContentPartPr/>
                <p14:nvPr/>
              </p14:nvContentPartPr>
              <p14:xfrm>
                <a:off x="9773291" y="2994041"/>
                <a:ext cx="222120" cy="173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BBB00A-F695-4BB4-D4A5-8E4A28B9559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64291" y="2985401"/>
                  <a:ext cx="239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9B0C31-E5BE-4AC5-7676-D8BFD80FC4B8}"/>
                    </a:ext>
                  </a:extLst>
                </p14:cNvPr>
                <p14:cNvContentPartPr/>
                <p14:nvPr/>
              </p14:nvContentPartPr>
              <p14:xfrm>
                <a:off x="9689771" y="2877041"/>
                <a:ext cx="388440" cy="396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9B0C31-E5BE-4AC5-7676-D8BFD80FC4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81131" y="2868401"/>
                  <a:ext cx="406080" cy="41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034692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9201-1439-A0F2-143E-3F700575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8E1B1-D336-2B92-3E09-96227129E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33" y="980842"/>
            <a:ext cx="4630345" cy="3083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2800B-E90F-010B-A075-052E982D0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091" y="128587"/>
            <a:ext cx="2044848" cy="6600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6F105C-9649-F006-A159-BB94A4BB0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071" y="1857243"/>
            <a:ext cx="3810532" cy="188621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694B0EC-28B8-5870-19E0-5D74ADCE31AE}"/>
              </a:ext>
            </a:extLst>
          </p:cNvPr>
          <p:cNvGrpSpPr/>
          <p:nvPr/>
        </p:nvGrpSpPr>
        <p:grpSpPr>
          <a:xfrm>
            <a:off x="2401931" y="749801"/>
            <a:ext cx="1565280" cy="564840"/>
            <a:chOff x="2401931" y="749801"/>
            <a:chExt cx="156528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D7C9A0-94A9-3ED3-D1CE-7F2F7687BDED}"/>
                    </a:ext>
                  </a:extLst>
                </p14:cNvPr>
                <p14:cNvContentPartPr/>
                <p14:nvPr/>
              </p14:nvContentPartPr>
              <p14:xfrm>
                <a:off x="2401931" y="847361"/>
                <a:ext cx="154080" cy="24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D7C9A0-94A9-3ED3-D1CE-7F2F7687BD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92931" y="838721"/>
                  <a:ext cx="171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7AB85-313F-F8E8-C72F-ABB33DE91299}"/>
                    </a:ext>
                  </a:extLst>
                </p14:cNvPr>
                <p14:cNvContentPartPr/>
                <p14:nvPr/>
              </p14:nvContentPartPr>
              <p14:xfrm>
                <a:off x="2413811" y="749801"/>
                <a:ext cx="264600" cy="32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7AB85-313F-F8E8-C72F-ABB33DE912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04811" y="740801"/>
                  <a:ext cx="282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4C55F9-1922-4D5A-E620-69D4BD79A460}"/>
                    </a:ext>
                  </a:extLst>
                </p14:cNvPr>
                <p14:cNvContentPartPr/>
                <p14:nvPr/>
              </p14:nvContentPartPr>
              <p14:xfrm>
                <a:off x="2749331" y="883721"/>
                <a:ext cx="16200" cy="34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4C55F9-1922-4D5A-E620-69D4BD79A46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0331" y="874721"/>
                  <a:ext cx="33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AE40B-6B85-6385-2B54-D782A362758C}"/>
                    </a:ext>
                  </a:extLst>
                </p14:cNvPr>
                <p14:cNvContentPartPr/>
                <p14:nvPr/>
              </p14:nvContentPartPr>
              <p14:xfrm>
                <a:off x="2598851" y="836561"/>
                <a:ext cx="511200" cy="47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AE40B-6B85-6385-2B54-D782A36275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89851" y="827921"/>
                  <a:ext cx="5288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5464C5-C4FC-D315-ADC9-3F4328C08E6D}"/>
                    </a:ext>
                  </a:extLst>
                </p14:cNvPr>
                <p14:cNvContentPartPr/>
                <p14:nvPr/>
              </p14:nvContentPartPr>
              <p14:xfrm>
                <a:off x="2959571" y="910361"/>
                <a:ext cx="185760" cy="47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5464C5-C4FC-D315-ADC9-3F4328C08E6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50571" y="901361"/>
                  <a:ext cx="203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5D7832F-36E1-1180-19B6-B574BCE4D8C0}"/>
                    </a:ext>
                  </a:extLst>
                </p14:cNvPr>
                <p14:cNvContentPartPr/>
                <p14:nvPr/>
              </p14:nvContentPartPr>
              <p14:xfrm>
                <a:off x="3274931" y="791561"/>
                <a:ext cx="372600" cy="27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5D7832F-36E1-1180-19B6-B574BCE4D8C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5931" y="782561"/>
                  <a:ext cx="390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A5349A-A248-B1AF-1754-9ADFFF52F37D}"/>
                    </a:ext>
                  </a:extLst>
                </p14:cNvPr>
                <p14:cNvContentPartPr/>
                <p14:nvPr/>
              </p14:nvContentPartPr>
              <p14:xfrm>
                <a:off x="3717371" y="794081"/>
                <a:ext cx="9000" cy="2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A5349A-A248-B1AF-1754-9ADFFF52F3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08731" y="785441"/>
                  <a:ext cx="26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F8D72F-6B5C-D970-ACB8-7378580918FF}"/>
                    </a:ext>
                  </a:extLst>
                </p14:cNvPr>
                <p14:cNvContentPartPr/>
                <p14:nvPr/>
              </p14:nvContentPartPr>
              <p14:xfrm>
                <a:off x="3669851" y="822161"/>
                <a:ext cx="297360" cy="20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F8D72F-6B5C-D970-ACB8-7378580918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61211" y="813521"/>
                  <a:ext cx="3150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CF20EF-5966-3F7D-3517-DC0C62B502ED}"/>
              </a:ext>
            </a:extLst>
          </p:cNvPr>
          <p:cNvGrpSpPr/>
          <p:nvPr/>
        </p:nvGrpSpPr>
        <p:grpSpPr>
          <a:xfrm>
            <a:off x="1412651" y="2270441"/>
            <a:ext cx="434520" cy="607320"/>
            <a:chOff x="1412651" y="2270441"/>
            <a:chExt cx="434520" cy="60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54008C-458C-5AC7-2DDF-176E86E4FF66}"/>
                    </a:ext>
                  </a:extLst>
                </p14:cNvPr>
                <p14:cNvContentPartPr/>
                <p14:nvPr/>
              </p14:nvContentPartPr>
              <p14:xfrm>
                <a:off x="1502651" y="2450801"/>
                <a:ext cx="199080" cy="285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54008C-458C-5AC7-2DDF-176E86E4FF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3651" y="2441801"/>
                  <a:ext cx="216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42DD90-F867-5FDA-70E9-43681BE7BBA6}"/>
                    </a:ext>
                  </a:extLst>
                </p14:cNvPr>
                <p14:cNvContentPartPr/>
                <p14:nvPr/>
              </p14:nvContentPartPr>
              <p14:xfrm>
                <a:off x="1412651" y="2270441"/>
                <a:ext cx="434520" cy="607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42DD90-F867-5FDA-70E9-43681BE7BBA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04011" y="2261441"/>
                  <a:ext cx="452160" cy="62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370547-D38B-220A-4157-BAD2818F033D}"/>
              </a:ext>
            </a:extLst>
          </p:cNvPr>
          <p:cNvGrpSpPr/>
          <p:nvPr/>
        </p:nvGrpSpPr>
        <p:grpSpPr>
          <a:xfrm>
            <a:off x="6506291" y="2715401"/>
            <a:ext cx="479160" cy="501840"/>
            <a:chOff x="6506291" y="2715401"/>
            <a:chExt cx="47916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170217-1402-2449-B182-1BE3019EA654}"/>
                    </a:ext>
                  </a:extLst>
                </p14:cNvPr>
                <p14:cNvContentPartPr/>
                <p14:nvPr/>
              </p14:nvContentPartPr>
              <p14:xfrm>
                <a:off x="6688451" y="2917361"/>
                <a:ext cx="95400" cy="16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170217-1402-2449-B182-1BE3019EA6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79811" y="2908721"/>
                  <a:ext cx="113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C4CD5B-0690-DB23-87D3-4483379CA656}"/>
                    </a:ext>
                  </a:extLst>
                </p14:cNvPr>
                <p14:cNvContentPartPr/>
                <p14:nvPr/>
              </p14:nvContentPartPr>
              <p14:xfrm>
                <a:off x="6506291" y="2715401"/>
                <a:ext cx="479160" cy="501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C4CD5B-0690-DB23-87D3-4483379CA6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97291" y="2706401"/>
                  <a:ext cx="496800" cy="51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6C7DDA-4653-1BA5-EDC9-D3A6DE84A071}"/>
              </a:ext>
            </a:extLst>
          </p:cNvPr>
          <p:cNvGrpSpPr/>
          <p:nvPr/>
        </p:nvGrpSpPr>
        <p:grpSpPr>
          <a:xfrm>
            <a:off x="5387051" y="3883601"/>
            <a:ext cx="411480" cy="483480"/>
            <a:chOff x="5387051" y="3883601"/>
            <a:chExt cx="411480" cy="4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AD0612-78E2-4F74-811E-D7CCCDDBFF0C}"/>
                    </a:ext>
                  </a:extLst>
                </p14:cNvPr>
                <p14:cNvContentPartPr/>
                <p14:nvPr/>
              </p14:nvContentPartPr>
              <p14:xfrm>
                <a:off x="5470931" y="4020041"/>
                <a:ext cx="204840" cy="214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AD0612-78E2-4F74-811E-D7CCCDDBFF0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61931" y="4011041"/>
                  <a:ext cx="222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AD7F99-32D3-319F-9948-86135B7289E1}"/>
                    </a:ext>
                  </a:extLst>
                </p14:cNvPr>
                <p14:cNvContentPartPr/>
                <p14:nvPr/>
              </p14:nvContentPartPr>
              <p14:xfrm>
                <a:off x="5387051" y="3883601"/>
                <a:ext cx="411480" cy="48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AD7F99-32D3-319F-9948-86135B7289E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78051" y="3874601"/>
                  <a:ext cx="429120" cy="50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5936CC-91A5-FC90-A057-341228321267}"/>
              </a:ext>
            </a:extLst>
          </p:cNvPr>
          <p:cNvGrpSpPr/>
          <p:nvPr/>
        </p:nvGrpSpPr>
        <p:grpSpPr>
          <a:xfrm>
            <a:off x="5225411" y="4922921"/>
            <a:ext cx="514440" cy="543240"/>
            <a:chOff x="5225411" y="4922921"/>
            <a:chExt cx="514440" cy="5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505726-089C-0186-C9A7-218C75C5E849}"/>
                    </a:ext>
                  </a:extLst>
                </p14:cNvPr>
                <p14:cNvContentPartPr/>
                <p14:nvPr/>
              </p14:nvContentPartPr>
              <p14:xfrm>
                <a:off x="5375171" y="5041721"/>
                <a:ext cx="131400" cy="24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505726-089C-0186-C9A7-218C75C5E84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66171" y="5033081"/>
                  <a:ext cx="149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9BB193-2554-096E-B813-135BCFD2FF8B}"/>
                    </a:ext>
                  </a:extLst>
                </p14:cNvPr>
                <p14:cNvContentPartPr/>
                <p14:nvPr/>
              </p14:nvContentPartPr>
              <p14:xfrm>
                <a:off x="5225411" y="4922921"/>
                <a:ext cx="514440" cy="543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9BB193-2554-096E-B813-135BCFD2FF8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16411" y="4913921"/>
                  <a:ext cx="532080" cy="5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791815B-42C4-554F-DF94-C9D3B682E3D0}"/>
              </a:ext>
            </a:extLst>
          </p:cNvPr>
          <p:cNvGrpSpPr/>
          <p:nvPr/>
        </p:nvGrpSpPr>
        <p:grpSpPr>
          <a:xfrm>
            <a:off x="9235091" y="1572041"/>
            <a:ext cx="468360" cy="455400"/>
            <a:chOff x="9235091" y="1572041"/>
            <a:chExt cx="46836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61A929-898E-4421-E813-E2483228CDFC}"/>
                    </a:ext>
                  </a:extLst>
                </p14:cNvPr>
                <p14:cNvContentPartPr/>
                <p14:nvPr/>
              </p14:nvContentPartPr>
              <p14:xfrm>
                <a:off x="9308891" y="1689041"/>
                <a:ext cx="167040" cy="230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61A929-898E-4421-E813-E2483228CDF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9891" y="1680041"/>
                  <a:ext cx="184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96691A-C8D7-9D27-6DB8-E25B08DEB6D5}"/>
                    </a:ext>
                  </a:extLst>
                </p14:cNvPr>
                <p14:cNvContentPartPr/>
                <p14:nvPr/>
              </p14:nvContentPartPr>
              <p14:xfrm>
                <a:off x="9235091" y="1572041"/>
                <a:ext cx="468360" cy="455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96691A-C8D7-9D27-6DB8-E25B08DEB6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26451" y="1563041"/>
                  <a:ext cx="486000" cy="47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8954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D2502-6889-8AE3-5E79-28F597A3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4F1BD-3CC2-9060-3962-71C40A58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903" y="64294"/>
            <a:ext cx="8445611" cy="67294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26DE0A8-E574-28FF-301E-7877BB92CB03}"/>
              </a:ext>
            </a:extLst>
          </p:cNvPr>
          <p:cNvGrpSpPr/>
          <p:nvPr/>
        </p:nvGrpSpPr>
        <p:grpSpPr>
          <a:xfrm>
            <a:off x="732251" y="623081"/>
            <a:ext cx="498600" cy="403560"/>
            <a:chOff x="732251" y="623081"/>
            <a:chExt cx="4986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1F1AA4D-6B9E-2E94-7FBE-4FD17CFD69DF}"/>
                    </a:ext>
                  </a:extLst>
                </p14:cNvPr>
                <p14:cNvContentPartPr/>
                <p14:nvPr/>
              </p14:nvContentPartPr>
              <p14:xfrm>
                <a:off x="732251" y="623081"/>
                <a:ext cx="269280" cy="403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1F1AA4D-6B9E-2E94-7FBE-4FD17CFD69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3611" y="614441"/>
                  <a:ext cx="2869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0DFCB9-BB3E-A934-B620-4DA7C665D80B}"/>
                    </a:ext>
                  </a:extLst>
                </p14:cNvPr>
                <p14:cNvContentPartPr/>
                <p14:nvPr/>
              </p14:nvContentPartPr>
              <p14:xfrm>
                <a:off x="1103771" y="632801"/>
                <a:ext cx="127080" cy="297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0DFCB9-BB3E-A934-B620-4DA7C665D8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5131" y="623801"/>
                  <a:ext cx="144720" cy="31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60508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2928</Words>
  <Application>Microsoft Office PowerPoint</Application>
  <PresentationFormat>Widescreen</PresentationFormat>
  <Paragraphs>397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Aptos</vt:lpstr>
      <vt:lpstr>Arial</vt:lpstr>
      <vt:lpstr>Arial Unicode MS</vt:lpstr>
      <vt:lpstr>Calibri</vt:lpstr>
      <vt:lpstr>Calibri Light</vt:lpstr>
      <vt:lpstr>Courier New</vt:lpstr>
      <vt:lpstr>Times New Roman</vt:lpstr>
      <vt:lpstr>1_Office Theme</vt:lpstr>
      <vt:lpstr>PowerPoint Presentation</vt:lpstr>
      <vt:lpstr>PowerPoint Presentation</vt:lpstr>
      <vt:lpstr>SUM</vt:lpstr>
      <vt:lpstr>PowerPoint Presentation</vt:lpstr>
      <vt:lpstr>PowerPoint Presentation</vt:lpstr>
      <vt:lpstr>PowerPoint Presentation</vt:lpstr>
      <vt:lpstr>SUMX</vt:lpstr>
      <vt:lpstr>PowerPoint Presentation</vt:lpstr>
      <vt:lpstr>PowerPoint Presentation</vt:lpstr>
      <vt:lpstr>Calculate</vt:lpstr>
      <vt:lpstr>Calculate</vt:lpstr>
      <vt:lpstr>PowerPoint Presentation</vt:lpstr>
      <vt:lpstr>PowerPoint Presentation</vt:lpstr>
      <vt:lpstr>Cross Filter</vt:lpstr>
      <vt:lpstr>Example</vt:lpstr>
      <vt:lpstr>Example applied here</vt:lpstr>
      <vt:lpstr>PowerPoint Presentation</vt:lpstr>
      <vt:lpstr>EOMONTH</vt:lpstr>
      <vt:lpstr>PowerPoint Presentation</vt:lpstr>
      <vt:lpstr>Example </vt:lpstr>
      <vt:lpstr>PowerPoint Presentation</vt:lpstr>
      <vt:lpstr>PowerPoint Presentation</vt:lpstr>
      <vt:lpstr>Adding New Column</vt:lpstr>
      <vt:lpstr>PowerPoint Presentation</vt:lpstr>
      <vt:lpstr>Related</vt:lpstr>
      <vt:lpstr>Simple example</vt:lpstr>
      <vt:lpstr>PowerPoint Presentation</vt:lpstr>
      <vt:lpstr>PowerPoint Presentation</vt:lpstr>
      <vt:lpstr>RANKX</vt:lpstr>
      <vt:lpstr>PowerPoint Presentation</vt:lpstr>
      <vt:lpstr>PowerPoint Presentation</vt:lpstr>
      <vt:lpstr>Divide</vt:lpstr>
      <vt:lpstr>Example in this case</vt:lpstr>
      <vt:lpstr>PowerPoint Presentation</vt:lpstr>
      <vt:lpstr>PowerPoint Presentation</vt:lpstr>
      <vt:lpstr>If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Map</vt:lpstr>
      <vt:lpstr>PowerPoint Presentation</vt:lpstr>
      <vt:lpstr>PowerPoint Presentation</vt:lpstr>
      <vt:lpstr>A Waterfall Chart</vt:lpstr>
      <vt:lpstr>PowerPoint Presentation</vt:lpstr>
      <vt:lpstr>PowerPoint Presentation</vt:lpstr>
      <vt:lpstr>Gauge Chart</vt:lpstr>
      <vt:lpstr>PowerPoint Presentation</vt:lpstr>
      <vt:lpstr>PowerPoint Presentation</vt:lpstr>
      <vt:lpstr>PowerPoint Presentation</vt:lpstr>
      <vt:lpstr>KPI</vt:lpstr>
      <vt:lpstr>PowerPoint Presentation</vt:lpstr>
      <vt:lpstr>PowerPoint Presentation</vt:lpstr>
      <vt:lpstr>Decomposition Tree</vt:lpstr>
      <vt:lpstr>PowerPoint Presentation</vt:lpstr>
      <vt:lpstr>PowerPoint Presentation</vt:lpstr>
      <vt:lpstr>Tooltip</vt:lpstr>
      <vt:lpstr>PowerPoint Presentation</vt:lpstr>
      <vt:lpstr>Error Bars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Navigation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Sumithra  Sreenivasan</dc:creator>
  <cp:lastModifiedBy>garima chhetri</cp:lastModifiedBy>
  <cp:revision>72</cp:revision>
  <dcterms:created xsi:type="dcterms:W3CDTF">2022-07-30T16:42:00Z</dcterms:created>
  <dcterms:modified xsi:type="dcterms:W3CDTF">2026-09-15T18:32:26Z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92F2970C812C48AE92D0E3E784AE4C81_12</vt:lpwstr>
  </property>
  <property fmtid="{D5CDD505-2E9C-101B-9397-08002B2CF9AE}" pid="3" name="KSOProductBuildVer">
    <vt:lpwstr>1033-12.2.0.22549</vt:lpwstr>
  </property>
</Properties>
</file>